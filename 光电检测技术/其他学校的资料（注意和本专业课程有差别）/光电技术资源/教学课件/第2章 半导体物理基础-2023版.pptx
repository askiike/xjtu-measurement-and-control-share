
<file path=[Content_Types].xml><?xml version="1.0" encoding="utf-8"?>
<Types xmlns="http://schemas.openxmlformats.org/package/2006/content-types">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73" r:id="rId2"/>
    <p:sldId id="334" r:id="rId3"/>
    <p:sldId id="376" r:id="rId4"/>
    <p:sldId id="377" r:id="rId5"/>
    <p:sldId id="378" r:id="rId6"/>
    <p:sldId id="379" r:id="rId7"/>
    <p:sldId id="380" r:id="rId8"/>
    <p:sldId id="381" r:id="rId9"/>
    <p:sldId id="382" r:id="rId10"/>
    <p:sldId id="383" r:id="rId11"/>
    <p:sldId id="384" r:id="rId12"/>
    <p:sldId id="385" r:id="rId13"/>
    <p:sldId id="386" r:id="rId14"/>
    <p:sldId id="294" r:id="rId15"/>
    <p:sldId id="295" r:id="rId16"/>
    <p:sldId id="296" r:id="rId17"/>
    <p:sldId id="297" r:id="rId18"/>
    <p:sldId id="298" r:id="rId19"/>
    <p:sldId id="299" r:id="rId20"/>
    <p:sldId id="300" r:id="rId21"/>
    <p:sldId id="301" r:id="rId22"/>
    <p:sldId id="387" r:id="rId23"/>
    <p:sldId id="304" r:id="rId24"/>
    <p:sldId id="305" r:id="rId25"/>
    <p:sldId id="306" r:id="rId26"/>
    <p:sldId id="307" r:id="rId27"/>
    <p:sldId id="308" r:id="rId28"/>
    <p:sldId id="309" r:id="rId29"/>
    <p:sldId id="388" r:id="rId30"/>
    <p:sldId id="311" r:id="rId31"/>
    <p:sldId id="312" r:id="rId32"/>
    <p:sldId id="313" r:id="rId33"/>
    <p:sldId id="314" r:id="rId34"/>
    <p:sldId id="315" r:id="rId35"/>
    <p:sldId id="389" r:id="rId36"/>
    <p:sldId id="317" r:id="rId37"/>
    <p:sldId id="318" r:id="rId38"/>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pitchFamily="34" charset="0"/>
        <a:ea typeface="宋体" pitchFamily="2" charset="-122"/>
        <a:cs typeface="+mn-cs"/>
      </a:defRPr>
    </a:lvl1pPr>
    <a:lvl2pPr marL="514350" indent="-571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2pPr>
    <a:lvl3pPr marL="1028700" indent="-1143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3pPr>
    <a:lvl4pPr marL="1543050" indent="-1714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4pPr>
    <a:lvl5pPr marL="2057400" indent="-2286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0000CC"/>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autoAdjust="0"/>
  </p:normalViewPr>
  <p:slideViewPr>
    <p:cSldViewPr snapToGrid="0">
      <p:cViewPr varScale="1">
        <p:scale>
          <a:sx n="95" d="100"/>
          <a:sy n="95" d="100"/>
        </p:scale>
        <p:origin x="2214" y="78"/>
      </p:cViewPr>
      <p:guideLst>
        <p:guide orient="horz" pos="2430"/>
        <p:guide pos="43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12823F-F3BB-46B2-AC28-7B26DA52476B}" type="doc">
      <dgm:prSet loTypeId="urn:microsoft.com/office/officeart/2005/8/layout/radial5" loCatId="cycle" qsTypeId="urn:microsoft.com/office/officeart/2005/8/quickstyle/simple1" qsCatId="simple" csTypeId="urn:microsoft.com/office/officeart/2005/8/colors/accent1_2" csCatId="accent1" phldr="1"/>
      <dgm:spPr/>
      <dgm:t>
        <a:bodyPr/>
        <a:lstStyle/>
        <a:p>
          <a:endParaRPr lang="zh-CN" altLang="en-US"/>
        </a:p>
      </dgm:t>
    </dgm:pt>
    <dgm:pt modelId="{20B932EF-D298-4940-87AE-6FC0BD0DF9AD}">
      <dgm:prSet phldrT="[文本]" custT="1"/>
      <dgm:sp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dgm:spPr>
      <dgm:t>
        <a:bodyPr/>
        <a:lstStyle/>
        <a:p>
          <a:r>
            <a:rPr lang="zh-CN" altLang="en-US" sz="2000" b="1" dirty="0">
              <a:latin typeface="微软雅黑" panose="020B0503020204020204" pitchFamily="34" charset="-122"/>
              <a:ea typeface="微软雅黑" panose="020B0503020204020204" pitchFamily="34" charset="-122"/>
            </a:rPr>
            <a:t>硅或锗原子</a:t>
          </a:r>
        </a:p>
      </dgm:t>
    </dgm:pt>
    <dgm:pt modelId="{BB0F117B-7EC5-420C-ACBC-7118EC837237}" type="parTrans" cxnId="{A0191849-320E-42C0-A322-EFB115C2868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81861A-B104-4CD6-910C-F9F576A3E66A}" type="sibTrans" cxnId="{A0191849-320E-42C0-A322-EFB115C2868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8D168EA-DB42-4184-8661-96B51317AC57}">
      <dgm:prSet phldrT="[文本]" custT="1"/>
      <dgm:spPr>
        <a:gradFill rotWithShape="0">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dgm:spPr>
      <dgm:t>
        <a:bodyPr/>
        <a:lstStyle/>
        <a:p>
          <a:r>
            <a:rPr lang="zh-CN" altLang="en-US" sz="1600" b="1" dirty="0">
              <a:solidFill>
                <a:srgbClr val="0000FF"/>
              </a:solidFill>
              <a:latin typeface="微软雅黑" panose="020B0503020204020204" pitchFamily="34" charset="-122"/>
              <a:ea typeface="微软雅黑" panose="020B0503020204020204" pitchFamily="34" charset="-122"/>
            </a:rPr>
            <a:t>外层有</a:t>
          </a:r>
          <a:r>
            <a:rPr lang="en-US" altLang="zh-CN" sz="1600" b="1" dirty="0">
              <a:solidFill>
                <a:srgbClr val="0000FF"/>
              </a:solidFill>
              <a:latin typeface="微软雅黑" panose="020B0503020204020204" pitchFamily="34" charset="-122"/>
              <a:ea typeface="微软雅黑" panose="020B0503020204020204" pitchFamily="34" charset="-122"/>
            </a:rPr>
            <a:t>4</a:t>
          </a:r>
          <a:r>
            <a:rPr lang="zh-CN" altLang="en-US" sz="1600" b="1" dirty="0">
              <a:solidFill>
                <a:srgbClr val="0000FF"/>
              </a:solidFill>
              <a:latin typeface="微软雅黑" panose="020B0503020204020204" pitchFamily="34" charset="-122"/>
              <a:ea typeface="微软雅黑" panose="020B0503020204020204" pitchFamily="34" charset="-122"/>
            </a:rPr>
            <a:t>个价电子</a:t>
          </a:r>
        </a:p>
      </dgm:t>
    </dgm:pt>
    <dgm:pt modelId="{01EA3D85-4B0F-43BD-81F7-F9D837813D7F}" type="parTrans" cxnId="{D0890F38-52AF-4C94-9435-BE5CC98C2788}">
      <dgm:prSet custT="1"/>
      <dgm:spPr>
        <a:gradFill rotWithShape="0">
          <a:gsLst>
            <a:gs pos="0">
              <a:schemeClr val="accent4">
                <a:lumMod val="67000"/>
              </a:schemeClr>
            </a:gs>
            <a:gs pos="48000">
              <a:schemeClr val="accent4">
                <a:lumMod val="97000"/>
                <a:lumOff val="3000"/>
              </a:schemeClr>
            </a:gs>
            <a:gs pos="100000">
              <a:schemeClr val="accent4">
                <a:lumMod val="60000"/>
                <a:lumOff val="40000"/>
              </a:schemeClr>
            </a:gs>
          </a:gsLst>
          <a:lin ang="16200000" scaled="1"/>
        </a:gradFill>
      </dgm:spPr>
      <dgm:t>
        <a:bodyPr/>
        <a:lstStyle/>
        <a:p>
          <a:endParaRPr lang="zh-CN" altLang="en-US" sz="1200" b="1">
            <a:latin typeface="微软雅黑" panose="020B0503020204020204" pitchFamily="34" charset="-122"/>
            <a:ea typeface="微软雅黑" panose="020B0503020204020204" pitchFamily="34" charset="-122"/>
          </a:endParaRPr>
        </a:p>
      </dgm:t>
    </dgm:pt>
    <dgm:pt modelId="{36CF090F-9B61-45B1-B4FD-BCE6520567CD}" type="sibTrans" cxnId="{D0890F38-52AF-4C94-9435-BE5CC98C278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AA775E-F5F4-4EB3-A666-CD3D39A1D2A5}">
      <dgm:prSet phldrT="[文本]" custT="1"/>
      <dgm:spPr>
        <a:gradFill rotWithShape="0">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dgm:spPr>
      <dgm:t>
        <a:bodyPr/>
        <a:lstStyle/>
        <a:p>
          <a:r>
            <a:rPr lang="zh-CN" altLang="en-US" sz="1600" b="1" dirty="0">
              <a:latin typeface="微软雅黑" panose="020B0503020204020204" pitchFamily="34" charset="-122"/>
              <a:ea typeface="微软雅黑" panose="020B0503020204020204" pitchFamily="34" charset="-122"/>
            </a:rPr>
            <a:t>共价键电子受到束缚小</a:t>
          </a:r>
        </a:p>
      </dgm:t>
    </dgm:pt>
    <dgm:pt modelId="{C523C1EB-FB74-4F47-AD62-48DBABD2668C}" type="sibTrans" cxnId="{1870FE00-4DD6-4A26-9CC8-F77E9A6BE877}">
      <dgm:prSet/>
      <dgm:spPr/>
      <dgm:t>
        <a:bodyPr/>
        <a:lstStyle/>
        <a:p>
          <a:endParaRPr lang="zh-CN" altLang="en-US"/>
        </a:p>
      </dgm:t>
    </dgm:pt>
    <dgm:pt modelId="{488A503F-06AF-45BD-9327-45C3A94288F0}" type="parTrans" cxnId="{1870FE00-4DD6-4A26-9CC8-F77E9A6BE877}">
      <dgm:prSet/>
      <dgm:spPr>
        <a:gradFill rotWithShape="0">
          <a:gsLst>
            <a:gs pos="0">
              <a:schemeClr val="accent4">
                <a:lumMod val="67000"/>
              </a:schemeClr>
            </a:gs>
            <a:gs pos="48000">
              <a:schemeClr val="accent4">
                <a:lumMod val="97000"/>
                <a:lumOff val="3000"/>
              </a:schemeClr>
            </a:gs>
            <a:gs pos="100000">
              <a:schemeClr val="accent4">
                <a:lumMod val="60000"/>
                <a:lumOff val="40000"/>
              </a:schemeClr>
            </a:gs>
          </a:gsLst>
          <a:lin ang="16200000" scaled="1"/>
        </a:gradFill>
      </dgm:spPr>
      <dgm:t>
        <a:bodyPr/>
        <a:lstStyle/>
        <a:p>
          <a:endParaRPr lang="zh-CN" altLang="en-US"/>
        </a:p>
      </dgm:t>
    </dgm:pt>
    <dgm:pt modelId="{8A8A1AAF-A2A0-476D-A701-55A4640A7833}">
      <dgm:prSet phldrT="[文本]" custT="1"/>
      <dgm:spPr>
        <a:gradFill rotWithShape="0">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dgm:spPr>
      <dgm:t>
        <a:bodyPr/>
        <a:lstStyle/>
        <a:p>
          <a:pPr>
            <a:lnSpc>
              <a:spcPct val="100000"/>
            </a:lnSpc>
            <a:spcAft>
              <a:spcPts val="0"/>
            </a:spcAft>
          </a:pPr>
          <a:r>
            <a:rPr lang="zh-CN" altLang="en-US" sz="1600" b="1" dirty="0">
              <a:solidFill>
                <a:srgbClr val="0000FF"/>
              </a:solidFill>
              <a:latin typeface="微软雅黑" panose="020B0503020204020204" pitchFamily="34" charset="-122"/>
              <a:ea typeface="微软雅黑" panose="020B0503020204020204" pitchFamily="34" charset="-122"/>
            </a:rPr>
            <a:t>形成共价键外层</a:t>
          </a:r>
          <a:r>
            <a:rPr lang="en-US" altLang="en-US" sz="1600" b="1" dirty="0">
              <a:solidFill>
                <a:srgbClr val="0000FF"/>
              </a:solidFill>
              <a:latin typeface="微软雅黑" panose="020B0503020204020204" pitchFamily="34" charset="-122"/>
              <a:ea typeface="微软雅黑" panose="020B0503020204020204" pitchFamily="34" charset="-122"/>
            </a:rPr>
            <a:t>8</a:t>
          </a:r>
          <a:r>
            <a:rPr lang="zh-CN" altLang="en-US" sz="1600" b="1" dirty="0">
              <a:solidFill>
                <a:srgbClr val="0000FF"/>
              </a:solidFill>
              <a:latin typeface="微软雅黑" panose="020B0503020204020204" pitchFamily="34" charset="-122"/>
              <a:ea typeface="微软雅黑" panose="020B0503020204020204" pitchFamily="34" charset="-122"/>
            </a:rPr>
            <a:t>个</a:t>
          </a:r>
          <a:endParaRPr lang="en-US" altLang="zh-CN" sz="1600" b="1" dirty="0">
            <a:solidFill>
              <a:srgbClr val="0000FF"/>
            </a:solidFill>
            <a:latin typeface="微软雅黑" panose="020B0503020204020204" pitchFamily="34" charset="-122"/>
            <a:ea typeface="微软雅黑" panose="020B0503020204020204" pitchFamily="34" charset="-122"/>
          </a:endParaRPr>
        </a:p>
        <a:p>
          <a:pPr>
            <a:lnSpc>
              <a:spcPct val="100000"/>
            </a:lnSpc>
            <a:spcAft>
              <a:spcPts val="0"/>
            </a:spcAft>
          </a:pPr>
          <a:r>
            <a:rPr lang="zh-CN" altLang="en-US" sz="1600" b="1" dirty="0">
              <a:solidFill>
                <a:srgbClr val="0000FF"/>
              </a:solidFill>
              <a:latin typeface="微软雅黑" panose="020B0503020204020204" pitchFamily="34" charset="-122"/>
              <a:ea typeface="微软雅黑" panose="020B0503020204020204" pitchFamily="34" charset="-122"/>
            </a:rPr>
            <a:t>电子</a:t>
          </a:r>
        </a:p>
      </dgm:t>
    </dgm:pt>
    <dgm:pt modelId="{B992488B-CDF4-43D2-8D56-23881C385C42}" type="parTrans" cxnId="{56E826F8-4AC6-431B-98E6-251CDD36DFCA}">
      <dgm:prSet/>
      <dgm:spPr>
        <a:gradFill rotWithShape="0">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dgm:spPr>
      <dgm:t>
        <a:bodyPr/>
        <a:lstStyle/>
        <a:p>
          <a:endParaRPr lang="zh-CN" altLang="en-US"/>
        </a:p>
      </dgm:t>
    </dgm:pt>
    <dgm:pt modelId="{B59EF8A3-ACCE-4DF2-908D-8E3D22A58429}" type="sibTrans" cxnId="{56E826F8-4AC6-431B-98E6-251CDD36DFCA}">
      <dgm:prSet/>
      <dgm:spPr/>
      <dgm:t>
        <a:bodyPr/>
        <a:lstStyle/>
        <a:p>
          <a:endParaRPr lang="zh-CN" altLang="en-US"/>
        </a:p>
      </dgm:t>
    </dgm:pt>
    <dgm:pt modelId="{DA5F20FD-18A4-48E2-B473-108D5562DD74}">
      <dgm:prSet custT="1"/>
      <dgm:spPr/>
      <dgm:t>
        <a:bodyPr/>
        <a:lstStyle/>
        <a:p>
          <a:r>
            <a:rPr lang="zh-CN" altLang="en-US" sz="1600" b="1" dirty="0">
              <a:solidFill>
                <a:srgbClr val="0000FF"/>
              </a:solidFill>
              <a:latin typeface="微软雅黑" panose="020B0503020204020204" pitchFamily="34" charset="-122"/>
              <a:ea typeface="微软雅黑" panose="020B0503020204020204" pitchFamily="34" charset="-122"/>
            </a:rPr>
            <a:t>绝对零度</a:t>
          </a:r>
          <a:endParaRPr lang="en-US" altLang="zh-CN" sz="1600" b="1" dirty="0">
            <a:solidFill>
              <a:srgbClr val="0000FF"/>
            </a:solidFill>
            <a:latin typeface="微软雅黑" panose="020B0503020204020204" pitchFamily="34" charset="-122"/>
            <a:ea typeface="微软雅黑" panose="020B0503020204020204" pitchFamily="34" charset="-122"/>
          </a:endParaRPr>
        </a:p>
        <a:p>
          <a:r>
            <a:rPr lang="zh-CN" altLang="en-US" sz="1600" b="1" dirty="0">
              <a:solidFill>
                <a:srgbClr val="0000FF"/>
              </a:solidFill>
              <a:latin typeface="微软雅黑" panose="020B0503020204020204" pitchFamily="34" charset="-122"/>
              <a:ea typeface="微软雅黑" panose="020B0503020204020204" pitchFamily="34" charset="-122"/>
            </a:rPr>
            <a:t>材料不导电</a:t>
          </a:r>
        </a:p>
      </dgm:t>
    </dgm:pt>
    <dgm:pt modelId="{21C0CF2F-CBC4-4E14-BC1F-3001F7A94F94}" type="parTrans" cxnId="{B79439F8-46AD-4035-B84D-48829BD71690}">
      <dgm:prSet/>
      <dgm:spPr>
        <a:gradFill rotWithShape="0">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dgm:spPr>
      <dgm:t>
        <a:bodyPr/>
        <a:lstStyle/>
        <a:p>
          <a:endParaRPr lang="zh-CN" altLang="en-US"/>
        </a:p>
      </dgm:t>
    </dgm:pt>
    <dgm:pt modelId="{43B936AD-AF50-412A-AC72-1CC07C9F788E}" type="sibTrans" cxnId="{B79439F8-46AD-4035-B84D-48829BD71690}">
      <dgm:prSet/>
      <dgm:spPr/>
      <dgm:t>
        <a:bodyPr/>
        <a:lstStyle/>
        <a:p>
          <a:endParaRPr lang="zh-CN" altLang="en-US"/>
        </a:p>
      </dgm:t>
    </dgm:pt>
    <dgm:pt modelId="{7DA24134-216C-4132-91E7-7C1C8A4B6AD1}" type="pres">
      <dgm:prSet presAssocID="{1C12823F-F3BB-46B2-AC28-7B26DA52476B}" presName="Name0" presStyleCnt="0">
        <dgm:presLayoutVars>
          <dgm:chMax val="1"/>
          <dgm:dir/>
          <dgm:animLvl val="ctr"/>
          <dgm:resizeHandles val="exact"/>
        </dgm:presLayoutVars>
      </dgm:prSet>
      <dgm:spPr/>
      <dgm:t>
        <a:bodyPr/>
        <a:lstStyle/>
        <a:p>
          <a:endParaRPr lang="zh-CN" altLang="en-US"/>
        </a:p>
      </dgm:t>
    </dgm:pt>
    <dgm:pt modelId="{A1F94458-568B-47A6-B528-4C77B475F78D}" type="pres">
      <dgm:prSet presAssocID="{20B932EF-D298-4940-87AE-6FC0BD0DF9AD}" presName="centerShape" presStyleLbl="node0" presStyleIdx="0" presStyleCnt="1" custScaleX="120399" custScaleY="120890"/>
      <dgm:spPr/>
      <dgm:t>
        <a:bodyPr/>
        <a:lstStyle/>
        <a:p>
          <a:endParaRPr lang="zh-CN" altLang="en-US"/>
        </a:p>
      </dgm:t>
    </dgm:pt>
    <dgm:pt modelId="{C0DF3E0A-D560-418D-B61A-07D84B26EC79}" type="pres">
      <dgm:prSet presAssocID="{01EA3D85-4B0F-43BD-81F7-F9D837813D7F}" presName="parTrans" presStyleLbl="sibTrans2D1" presStyleIdx="0" presStyleCnt="4"/>
      <dgm:spPr/>
      <dgm:t>
        <a:bodyPr/>
        <a:lstStyle/>
        <a:p>
          <a:endParaRPr lang="zh-CN" altLang="en-US"/>
        </a:p>
      </dgm:t>
    </dgm:pt>
    <dgm:pt modelId="{45F1ABCD-A950-4650-B575-91A6F9B23C95}" type="pres">
      <dgm:prSet presAssocID="{01EA3D85-4B0F-43BD-81F7-F9D837813D7F}" presName="connectorText" presStyleLbl="sibTrans2D1" presStyleIdx="0" presStyleCnt="4"/>
      <dgm:spPr/>
      <dgm:t>
        <a:bodyPr/>
        <a:lstStyle/>
        <a:p>
          <a:endParaRPr lang="zh-CN" altLang="en-US"/>
        </a:p>
      </dgm:t>
    </dgm:pt>
    <dgm:pt modelId="{66F44DAB-F73F-43F2-9BC0-97FBF97B2619}" type="pres">
      <dgm:prSet presAssocID="{18D168EA-DB42-4184-8661-96B51317AC57}" presName="node" presStyleLbl="node1" presStyleIdx="0" presStyleCnt="4" custScaleX="114548" custScaleY="120385">
        <dgm:presLayoutVars>
          <dgm:bulletEnabled val="1"/>
        </dgm:presLayoutVars>
      </dgm:prSet>
      <dgm:spPr/>
      <dgm:t>
        <a:bodyPr/>
        <a:lstStyle/>
        <a:p>
          <a:endParaRPr lang="zh-CN" altLang="en-US"/>
        </a:p>
      </dgm:t>
    </dgm:pt>
    <dgm:pt modelId="{6D6E9AC9-D371-473A-8EA8-D0D26BA1D40F}" type="pres">
      <dgm:prSet presAssocID="{B992488B-CDF4-43D2-8D56-23881C385C42}" presName="parTrans" presStyleLbl="sibTrans2D1" presStyleIdx="1" presStyleCnt="4"/>
      <dgm:spPr/>
      <dgm:t>
        <a:bodyPr/>
        <a:lstStyle/>
        <a:p>
          <a:endParaRPr lang="zh-CN" altLang="en-US"/>
        </a:p>
      </dgm:t>
    </dgm:pt>
    <dgm:pt modelId="{AE96A059-29F9-49A4-8A5D-A1B4E5A36B04}" type="pres">
      <dgm:prSet presAssocID="{B992488B-CDF4-43D2-8D56-23881C385C42}" presName="connectorText" presStyleLbl="sibTrans2D1" presStyleIdx="1" presStyleCnt="4"/>
      <dgm:spPr/>
      <dgm:t>
        <a:bodyPr/>
        <a:lstStyle/>
        <a:p>
          <a:endParaRPr lang="zh-CN" altLang="en-US"/>
        </a:p>
      </dgm:t>
    </dgm:pt>
    <dgm:pt modelId="{1A80D09A-CFA6-4402-A0B4-FD40F1E096FF}" type="pres">
      <dgm:prSet presAssocID="{8A8A1AAF-A2A0-476D-A701-55A4640A7833}" presName="node" presStyleLbl="node1" presStyleIdx="1" presStyleCnt="4" custScaleX="123466" custScaleY="122363">
        <dgm:presLayoutVars>
          <dgm:bulletEnabled val="1"/>
        </dgm:presLayoutVars>
      </dgm:prSet>
      <dgm:spPr/>
      <dgm:t>
        <a:bodyPr/>
        <a:lstStyle/>
        <a:p>
          <a:endParaRPr lang="zh-CN" altLang="en-US"/>
        </a:p>
      </dgm:t>
    </dgm:pt>
    <dgm:pt modelId="{15EDDCDB-6068-4F4E-BA15-EF5AAF37488D}" type="pres">
      <dgm:prSet presAssocID="{21C0CF2F-CBC4-4E14-BC1F-3001F7A94F94}" presName="parTrans" presStyleLbl="sibTrans2D1" presStyleIdx="2" presStyleCnt="4"/>
      <dgm:spPr/>
      <dgm:t>
        <a:bodyPr/>
        <a:lstStyle/>
        <a:p>
          <a:endParaRPr lang="zh-CN" altLang="en-US"/>
        </a:p>
      </dgm:t>
    </dgm:pt>
    <dgm:pt modelId="{4D6A5C93-0AF2-4569-B465-65DEB8244A1F}" type="pres">
      <dgm:prSet presAssocID="{21C0CF2F-CBC4-4E14-BC1F-3001F7A94F94}" presName="connectorText" presStyleLbl="sibTrans2D1" presStyleIdx="2" presStyleCnt="4"/>
      <dgm:spPr/>
      <dgm:t>
        <a:bodyPr/>
        <a:lstStyle/>
        <a:p>
          <a:endParaRPr lang="zh-CN" altLang="en-US"/>
        </a:p>
      </dgm:t>
    </dgm:pt>
    <dgm:pt modelId="{DB78F092-C423-4364-B834-731034FDE7F7}" type="pres">
      <dgm:prSet presAssocID="{DA5F20FD-18A4-48E2-B473-108D5562DD74}" presName="node" presStyleLbl="node1" presStyleIdx="2" presStyleCnt="4" custScaleX="124679" custScaleY="125929">
        <dgm:presLayoutVars>
          <dgm:bulletEnabled val="1"/>
        </dgm:presLayoutVars>
      </dgm:prSet>
      <dgm:spPr/>
      <dgm:t>
        <a:bodyPr/>
        <a:lstStyle/>
        <a:p>
          <a:endParaRPr lang="zh-CN" altLang="en-US"/>
        </a:p>
      </dgm:t>
    </dgm:pt>
    <dgm:pt modelId="{EBB18F83-6929-4EC2-BE3D-035C9AE932EE}" type="pres">
      <dgm:prSet presAssocID="{488A503F-06AF-45BD-9327-45C3A94288F0}" presName="parTrans" presStyleLbl="sibTrans2D1" presStyleIdx="3" presStyleCnt="4"/>
      <dgm:spPr/>
      <dgm:t>
        <a:bodyPr/>
        <a:lstStyle/>
        <a:p>
          <a:endParaRPr lang="zh-CN" altLang="en-US"/>
        </a:p>
      </dgm:t>
    </dgm:pt>
    <dgm:pt modelId="{5F36874C-099D-48BB-BDAF-862D049B598C}" type="pres">
      <dgm:prSet presAssocID="{488A503F-06AF-45BD-9327-45C3A94288F0}" presName="connectorText" presStyleLbl="sibTrans2D1" presStyleIdx="3" presStyleCnt="4"/>
      <dgm:spPr/>
      <dgm:t>
        <a:bodyPr/>
        <a:lstStyle/>
        <a:p>
          <a:endParaRPr lang="zh-CN" altLang="en-US"/>
        </a:p>
      </dgm:t>
    </dgm:pt>
    <dgm:pt modelId="{26DB444D-C6C9-4199-8FF2-1C29DA24AA5E}" type="pres">
      <dgm:prSet presAssocID="{AFAA775E-F5F4-4EB3-A666-CD3D39A1D2A5}" presName="node" presStyleLbl="node1" presStyleIdx="3" presStyleCnt="4" custScaleX="127790" custScaleY="129826">
        <dgm:presLayoutVars>
          <dgm:bulletEnabled val="1"/>
        </dgm:presLayoutVars>
      </dgm:prSet>
      <dgm:spPr/>
      <dgm:t>
        <a:bodyPr/>
        <a:lstStyle/>
        <a:p>
          <a:endParaRPr lang="zh-CN" altLang="en-US"/>
        </a:p>
      </dgm:t>
    </dgm:pt>
  </dgm:ptLst>
  <dgm:cxnLst>
    <dgm:cxn modelId="{084AFF16-E2F8-49B5-A848-9E677C090C45}" type="presOf" srcId="{01EA3D85-4B0F-43BD-81F7-F9D837813D7F}" destId="{C0DF3E0A-D560-418D-B61A-07D84B26EC79}" srcOrd="0" destOrd="0" presId="urn:microsoft.com/office/officeart/2005/8/layout/radial5"/>
    <dgm:cxn modelId="{68F22D81-53ED-4CB4-9467-EBCD0D0C300A}" type="presOf" srcId="{18D168EA-DB42-4184-8661-96B51317AC57}" destId="{66F44DAB-F73F-43F2-9BC0-97FBF97B2619}" srcOrd="0" destOrd="0" presId="urn:microsoft.com/office/officeart/2005/8/layout/radial5"/>
    <dgm:cxn modelId="{0C15BC5B-EC16-4B8A-B761-D3E670A2D940}" type="presOf" srcId="{21C0CF2F-CBC4-4E14-BC1F-3001F7A94F94}" destId="{4D6A5C93-0AF2-4569-B465-65DEB8244A1F}" srcOrd="1" destOrd="0" presId="urn:microsoft.com/office/officeart/2005/8/layout/radial5"/>
    <dgm:cxn modelId="{A0191849-320E-42C0-A322-EFB115C2868D}" srcId="{1C12823F-F3BB-46B2-AC28-7B26DA52476B}" destId="{20B932EF-D298-4940-87AE-6FC0BD0DF9AD}" srcOrd="0" destOrd="0" parTransId="{BB0F117B-7EC5-420C-ACBC-7118EC837237}" sibTransId="{7181861A-B104-4CD6-910C-F9F576A3E66A}"/>
    <dgm:cxn modelId="{1870FE00-4DD6-4A26-9CC8-F77E9A6BE877}" srcId="{20B932EF-D298-4940-87AE-6FC0BD0DF9AD}" destId="{AFAA775E-F5F4-4EB3-A666-CD3D39A1D2A5}" srcOrd="3" destOrd="0" parTransId="{488A503F-06AF-45BD-9327-45C3A94288F0}" sibTransId="{C523C1EB-FB74-4F47-AD62-48DBABD2668C}"/>
    <dgm:cxn modelId="{2F7CA1D1-4553-455A-A884-83806717E388}" type="presOf" srcId="{20B932EF-D298-4940-87AE-6FC0BD0DF9AD}" destId="{A1F94458-568B-47A6-B528-4C77B475F78D}" srcOrd="0" destOrd="0" presId="urn:microsoft.com/office/officeart/2005/8/layout/radial5"/>
    <dgm:cxn modelId="{BED56A77-BD94-4A85-9DCA-0AF11F5E343C}" type="presOf" srcId="{21C0CF2F-CBC4-4E14-BC1F-3001F7A94F94}" destId="{15EDDCDB-6068-4F4E-BA15-EF5AAF37488D}" srcOrd="0" destOrd="0" presId="urn:microsoft.com/office/officeart/2005/8/layout/radial5"/>
    <dgm:cxn modelId="{5C91CA97-956A-40A7-885B-05CC916570FF}" type="presOf" srcId="{B992488B-CDF4-43D2-8D56-23881C385C42}" destId="{6D6E9AC9-D371-473A-8EA8-D0D26BA1D40F}" srcOrd="0" destOrd="0" presId="urn:microsoft.com/office/officeart/2005/8/layout/radial5"/>
    <dgm:cxn modelId="{DF706562-27B4-4FA4-AFB2-88E09F6E3125}" type="presOf" srcId="{AFAA775E-F5F4-4EB3-A666-CD3D39A1D2A5}" destId="{26DB444D-C6C9-4199-8FF2-1C29DA24AA5E}" srcOrd="0" destOrd="0" presId="urn:microsoft.com/office/officeart/2005/8/layout/radial5"/>
    <dgm:cxn modelId="{F75FC5F9-219B-49CD-9871-540E652BCC69}" type="presOf" srcId="{01EA3D85-4B0F-43BD-81F7-F9D837813D7F}" destId="{45F1ABCD-A950-4650-B575-91A6F9B23C95}" srcOrd="1" destOrd="0" presId="urn:microsoft.com/office/officeart/2005/8/layout/radial5"/>
    <dgm:cxn modelId="{1D15EF5A-804E-4FE8-963A-3F49721499DC}" type="presOf" srcId="{8A8A1AAF-A2A0-476D-A701-55A4640A7833}" destId="{1A80D09A-CFA6-4402-A0B4-FD40F1E096FF}" srcOrd="0" destOrd="0" presId="urn:microsoft.com/office/officeart/2005/8/layout/radial5"/>
    <dgm:cxn modelId="{56E826F8-4AC6-431B-98E6-251CDD36DFCA}" srcId="{20B932EF-D298-4940-87AE-6FC0BD0DF9AD}" destId="{8A8A1AAF-A2A0-476D-A701-55A4640A7833}" srcOrd="1" destOrd="0" parTransId="{B992488B-CDF4-43D2-8D56-23881C385C42}" sibTransId="{B59EF8A3-ACCE-4DF2-908D-8E3D22A58429}"/>
    <dgm:cxn modelId="{C38C6C7C-0CAB-445F-B359-DD33AFF370A9}" type="presOf" srcId="{488A503F-06AF-45BD-9327-45C3A94288F0}" destId="{5F36874C-099D-48BB-BDAF-862D049B598C}" srcOrd="1" destOrd="0" presId="urn:microsoft.com/office/officeart/2005/8/layout/radial5"/>
    <dgm:cxn modelId="{B6D6E8BC-C0EA-4A78-8D95-7F985E330381}" type="presOf" srcId="{B992488B-CDF4-43D2-8D56-23881C385C42}" destId="{AE96A059-29F9-49A4-8A5D-A1B4E5A36B04}" srcOrd="1" destOrd="0" presId="urn:microsoft.com/office/officeart/2005/8/layout/radial5"/>
    <dgm:cxn modelId="{D0890F38-52AF-4C94-9435-BE5CC98C2788}" srcId="{20B932EF-D298-4940-87AE-6FC0BD0DF9AD}" destId="{18D168EA-DB42-4184-8661-96B51317AC57}" srcOrd="0" destOrd="0" parTransId="{01EA3D85-4B0F-43BD-81F7-F9D837813D7F}" sibTransId="{36CF090F-9B61-45B1-B4FD-BCE6520567CD}"/>
    <dgm:cxn modelId="{AE0EA290-3487-47FA-9450-CC91A41CE2BF}" type="presOf" srcId="{488A503F-06AF-45BD-9327-45C3A94288F0}" destId="{EBB18F83-6929-4EC2-BE3D-035C9AE932EE}" srcOrd="0" destOrd="0" presId="urn:microsoft.com/office/officeart/2005/8/layout/radial5"/>
    <dgm:cxn modelId="{D4B28EB6-5951-47A1-B9DF-E24D0090557C}" type="presOf" srcId="{DA5F20FD-18A4-48E2-B473-108D5562DD74}" destId="{DB78F092-C423-4364-B834-731034FDE7F7}" srcOrd="0" destOrd="0" presId="urn:microsoft.com/office/officeart/2005/8/layout/radial5"/>
    <dgm:cxn modelId="{B79439F8-46AD-4035-B84D-48829BD71690}" srcId="{20B932EF-D298-4940-87AE-6FC0BD0DF9AD}" destId="{DA5F20FD-18A4-48E2-B473-108D5562DD74}" srcOrd="2" destOrd="0" parTransId="{21C0CF2F-CBC4-4E14-BC1F-3001F7A94F94}" sibTransId="{43B936AD-AF50-412A-AC72-1CC07C9F788E}"/>
    <dgm:cxn modelId="{7DC4328E-9125-454E-BC66-3E7811A1E7CE}" type="presOf" srcId="{1C12823F-F3BB-46B2-AC28-7B26DA52476B}" destId="{7DA24134-216C-4132-91E7-7C1C8A4B6AD1}" srcOrd="0" destOrd="0" presId="urn:microsoft.com/office/officeart/2005/8/layout/radial5"/>
    <dgm:cxn modelId="{B6B2BCB9-C271-4515-8F7D-C125657792A4}" type="presParOf" srcId="{7DA24134-216C-4132-91E7-7C1C8A4B6AD1}" destId="{A1F94458-568B-47A6-B528-4C77B475F78D}" srcOrd="0" destOrd="0" presId="urn:microsoft.com/office/officeart/2005/8/layout/radial5"/>
    <dgm:cxn modelId="{CF5939F0-6767-4B64-B66C-7499AE8EA16D}" type="presParOf" srcId="{7DA24134-216C-4132-91E7-7C1C8A4B6AD1}" destId="{C0DF3E0A-D560-418D-B61A-07D84B26EC79}" srcOrd="1" destOrd="0" presId="urn:microsoft.com/office/officeart/2005/8/layout/radial5"/>
    <dgm:cxn modelId="{61308D83-B9C7-4BAC-81EA-1E42F1EDA752}" type="presParOf" srcId="{C0DF3E0A-D560-418D-B61A-07D84B26EC79}" destId="{45F1ABCD-A950-4650-B575-91A6F9B23C95}" srcOrd="0" destOrd="0" presId="urn:microsoft.com/office/officeart/2005/8/layout/radial5"/>
    <dgm:cxn modelId="{D6C2A713-D511-4308-93EF-E93A8EC4C296}" type="presParOf" srcId="{7DA24134-216C-4132-91E7-7C1C8A4B6AD1}" destId="{66F44DAB-F73F-43F2-9BC0-97FBF97B2619}" srcOrd="2" destOrd="0" presId="urn:microsoft.com/office/officeart/2005/8/layout/radial5"/>
    <dgm:cxn modelId="{455F4AAF-EF51-446E-B1FD-F751AEA9122C}" type="presParOf" srcId="{7DA24134-216C-4132-91E7-7C1C8A4B6AD1}" destId="{6D6E9AC9-D371-473A-8EA8-D0D26BA1D40F}" srcOrd="3" destOrd="0" presId="urn:microsoft.com/office/officeart/2005/8/layout/radial5"/>
    <dgm:cxn modelId="{CF7D9D25-F9AE-4B86-9633-0565269FCA7F}" type="presParOf" srcId="{6D6E9AC9-D371-473A-8EA8-D0D26BA1D40F}" destId="{AE96A059-29F9-49A4-8A5D-A1B4E5A36B04}" srcOrd="0" destOrd="0" presId="urn:microsoft.com/office/officeart/2005/8/layout/radial5"/>
    <dgm:cxn modelId="{FB3ECA19-24FD-439E-B3DA-0F3771B5E762}" type="presParOf" srcId="{7DA24134-216C-4132-91E7-7C1C8A4B6AD1}" destId="{1A80D09A-CFA6-4402-A0B4-FD40F1E096FF}" srcOrd="4" destOrd="0" presId="urn:microsoft.com/office/officeart/2005/8/layout/radial5"/>
    <dgm:cxn modelId="{837603D1-E246-4A14-BA12-5E5CB778B529}" type="presParOf" srcId="{7DA24134-216C-4132-91E7-7C1C8A4B6AD1}" destId="{15EDDCDB-6068-4F4E-BA15-EF5AAF37488D}" srcOrd="5" destOrd="0" presId="urn:microsoft.com/office/officeart/2005/8/layout/radial5"/>
    <dgm:cxn modelId="{B2B4D959-D903-4744-8AA2-A0E7789CB819}" type="presParOf" srcId="{15EDDCDB-6068-4F4E-BA15-EF5AAF37488D}" destId="{4D6A5C93-0AF2-4569-B465-65DEB8244A1F}" srcOrd="0" destOrd="0" presId="urn:microsoft.com/office/officeart/2005/8/layout/radial5"/>
    <dgm:cxn modelId="{E2B00B53-15B0-48E0-A9B6-EBACFDCA5C28}" type="presParOf" srcId="{7DA24134-216C-4132-91E7-7C1C8A4B6AD1}" destId="{DB78F092-C423-4364-B834-731034FDE7F7}" srcOrd="6" destOrd="0" presId="urn:microsoft.com/office/officeart/2005/8/layout/radial5"/>
    <dgm:cxn modelId="{2D363B31-B94B-45D0-8FE9-43864B52D1FF}" type="presParOf" srcId="{7DA24134-216C-4132-91E7-7C1C8A4B6AD1}" destId="{EBB18F83-6929-4EC2-BE3D-035C9AE932EE}" srcOrd="7" destOrd="0" presId="urn:microsoft.com/office/officeart/2005/8/layout/radial5"/>
    <dgm:cxn modelId="{5C8B8612-A174-49A4-8BA0-799D52145542}" type="presParOf" srcId="{EBB18F83-6929-4EC2-BE3D-035C9AE932EE}" destId="{5F36874C-099D-48BB-BDAF-862D049B598C}" srcOrd="0" destOrd="0" presId="urn:microsoft.com/office/officeart/2005/8/layout/radial5"/>
    <dgm:cxn modelId="{0AFF83DA-D5CD-4360-825F-620817CFE849}" type="presParOf" srcId="{7DA24134-216C-4132-91E7-7C1C8A4B6AD1}" destId="{26DB444D-C6C9-4199-8FF2-1C29DA24AA5E}" srcOrd="8" destOrd="0" presId="urn:microsoft.com/office/officeart/2005/8/layout/radial5"/>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4B9173-3C5B-495C-80BD-D991AA244C79}" type="doc">
      <dgm:prSet loTypeId="urn:microsoft.com/office/officeart/2005/8/layout/process2" loCatId="process" qsTypeId="urn:microsoft.com/office/officeart/2005/8/quickstyle/simple1" qsCatId="simple" csTypeId="urn:microsoft.com/office/officeart/2005/8/colors/accent1_2" csCatId="accent1" phldr="1"/>
      <dgm:spPr/>
    </dgm:pt>
    <dgm:pt modelId="{668D48FB-0872-412A-86D2-C01621DCBF48}">
      <dgm:prSet custT="1"/>
      <dgm:spPr>
        <a:solidFill>
          <a:schemeClr val="accent6">
            <a:lumMod val="20000"/>
            <a:lumOff val="80000"/>
          </a:schemeClr>
        </a:solidFill>
      </dgm:spPr>
      <dgm:t>
        <a:bodyPr/>
        <a:lstStyle/>
        <a:p>
          <a:r>
            <a:rPr lang="zh-CN" altLang="en-US" sz="2800" b="1" dirty="0">
              <a:solidFill>
                <a:srgbClr val="FF0000"/>
              </a:solidFill>
              <a:latin typeface="微软雅黑" panose="020B0503020204020204" pitchFamily="34" charset="-122"/>
              <a:ea typeface="微软雅黑" panose="020B0503020204020204" pitchFamily="34" charset="-122"/>
            </a:rPr>
            <a:t>纯净半导体</a:t>
          </a:r>
          <a:endParaRPr lang="en-US" altLang="zh-CN" sz="2800" b="1" dirty="0">
            <a:solidFill>
              <a:srgbClr val="FF0000"/>
            </a:solidFill>
            <a:latin typeface="微软雅黑" panose="020B0503020204020204" pitchFamily="34" charset="-122"/>
            <a:ea typeface="微软雅黑" panose="020B0503020204020204" pitchFamily="34" charset="-122"/>
          </a:endParaRPr>
        </a:p>
      </dgm:t>
    </dgm:pt>
    <dgm:pt modelId="{DFC00686-B1A0-496B-8337-6E3059C7A3ED}" type="parTrans" cxnId="{6DDC2E11-F83F-47CB-B8D9-F22162EA19D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22315D9-3905-410F-B167-3D61B6ABF309}" type="sibTrans" cxnId="{6DDC2E11-F83F-47CB-B8D9-F22162EA19D6}">
      <dgm:prSet custT="1"/>
      <dgm:spPr>
        <a:solidFill>
          <a:schemeClr val="accent6">
            <a:lumMod val="60000"/>
            <a:lumOff val="40000"/>
          </a:schemeClr>
        </a:solidFill>
      </dgm:spPr>
      <dgm:t>
        <a:bodyPr/>
        <a:lstStyle/>
        <a:p>
          <a:endParaRPr lang="zh-CN" altLang="en-US" sz="1800" b="1">
            <a:latin typeface="微软雅黑" panose="020B0503020204020204" pitchFamily="34" charset="-122"/>
            <a:ea typeface="微软雅黑" panose="020B0503020204020204" pitchFamily="34" charset="-122"/>
          </a:endParaRPr>
        </a:p>
      </dgm:t>
    </dgm:pt>
    <dgm:pt modelId="{1D3948C0-7C82-45C1-A4B5-ABBFF454CC30}">
      <dgm:prSet custT="1"/>
      <dgm:spPr>
        <a:solidFill>
          <a:schemeClr val="accent2">
            <a:lumMod val="60000"/>
            <a:lumOff val="40000"/>
          </a:schemeClr>
        </a:solidFill>
      </dgm:spPr>
      <dgm:t>
        <a:bodyPr/>
        <a:lstStyle/>
        <a:p>
          <a:pPr>
            <a:lnSpc>
              <a:spcPct val="100000"/>
            </a:lnSpc>
            <a:spcAft>
              <a:spcPts val="0"/>
            </a:spcAft>
          </a:pPr>
          <a:r>
            <a:rPr lang="zh-CN" altLang="en-US" sz="2400" b="1" dirty="0">
              <a:solidFill>
                <a:srgbClr val="0000FF"/>
              </a:solidFill>
              <a:latin typeface="微软雅黑" panose="020B0503020204020204" pitchFamily="34" charset="-122"/>
              <a:ea typeface="微软雅黑" panose="020B0503020204020204" pitchFamily="34" charset="-122"/>
            </a:rPr>
            <a:t>电子获得热能后</a:t>
          </a:r>
          <a:endParaRPr lang="en-US" altLang="zh-CN" sz="2400" b="1" dirty="0">
            <a:solidFill>
              <a:srgbClr val="0000FF"/>
            </a:solidFill>
            <a:latin typeface="微软雅黑" panose="020B0503020204020204" pitchFamily="34" charset="-122"/>
            <a:ea typeface="微软雅黑" panose="020B0503020204020204" pitchFamily="34" charset="-122"/>
          </a:endParaRPr>
        </a:p>
        <a:p>
          <a:pPr>
            <a:lnSpc>
              <a:spcPct val="100000"/>
            </a:lnSpc>
            <a:spcAft>
              <a:spcPts val="0"/>
            </a:spcAft>
          </a:pPr>
          <a:r>
            <a:rPr lang="zh-CN" altLang="en-US" sz="2400" b="1" dirty="0">
              <a:solidFill>
                <a:srgbClr val="0000FF"/>
              </a:solidFill>
              <a:latin typeface="微软雅黑" panose="020B0503020204020204" pitchFamily="34" charset="-122"/>
              <a:ea typeface="微软雅黑" panose="020B0503020204020204" pitchFamily="34" charset="-122"/>
            </a:rPr>
            <a:t>从价带跃迁到导带</a:t>
          </a:r>
        </a:p>
      </dgm:t>
    </dgm:pt>
    <dgm:pt modelId="{4C2C7B66-8050-4E38-8091-3DCFA7E8D8E1}" type="parTrans" cxnId="{796CDD1F-5506-4DA1-B43A-DE352A473E71}">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837BCFC0-8E28-41B2-BB16-590D7B596C62}" type="sibTrans" cxnId="{796CDD1F-5506-4DA1-B43A-DE352A473E71}">
      <dgm:prSet custT="1"/>
      <dgm:sp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dgm:spPr>
      <dgm:t>
        <a:bodyPr/>
        <a:lstStyle/>
        <a:p>
          <a:endParaRPr lang="zh-CN" altLang="en-US" sz="1800" b="1">
            <a:latin typeface="微软雅黑" panose="020B0503020204020204" pitchFamily="34" charset="-122"/>
            <a:ea typeface="微软雅黑" panose="020B0503020204020204" pitchFamily="34" charset="-122"/>
          </a:endParaRPr>
        </a:p>
      </dgm:t>
    </dgm:pt>
    <dgm:pt modelId="{88985D0C-DCE2-4E4B-A1DB-6B23336D5478}">
      <dgm:prSet custT="1"/>
      <dgm:spPr>
        <a:solidFill>
          <a:schemeClr val="accent2">
            <a:lumMod val="20000"/>
            <a:lumOff val="80000"/>
          </a:schemeClr>
        </a:solidFill>
      </dgm:spPr>
      <dgm:t>
        <a:bodyPr/>
        <a:lstStyle/>
        <a:p>
          <a:pPr>
            <a:lnSpc>
              <a:spcPct val="100000"/>
            </a:lnSpc>
            <a:spcAft>
              <a:spcPts val="0"/>
            </a:spcAft>
          </a:pPr>
          <a:r>
            <a:rPr lang="zh-CN" altLang="en-US" sz="2400" b="1" dirty="0">
              <a:solidFill>
                <a:srgbClr val="0000CC"/>
              </a:solidFill>
              <a:latin typeface="微软雅黑" panose="020B0503020204020204" pitchFamily="34" charset="-122"/>
              <a:ea typeface="微软雅黑" panose="020B0503020204020204" pitchFamily="34" charset="-122"/>
            </a:rPr>
            <a:t>导带中出现</a:t>
          </a:r>
          <a:r>
            <a:rPr lang="zh-CN" altLang="en-US" sz="2400" b="1" dirty="0">
              <a:solidFill>
                <a:srgbClr val="00B050"/>
              </a:solidFill>
              <a:latin typeface="微软雅黑" panose="020B0503020204020204" pitchFamily="34" charset="-122"/>
              <a:ea typeface="微软雅黑" panose="020B0503020204020204" pitchFamily="34" charset="-122"/>
            </a:rPr>
            <a:t>自由电子</a:t>
          </a:r>
          <a:endParaRPr lang="en-US" altLang="zh-CN" sz="2400" b="1" dirty="0">
            <a:solidFill>
              <a:srgbClr val="00B050"/>
            </a:solidFill>
            <a:latin typeface="微软雅黑" panose="020B0503020204020204" pitchFamily="34" charset="-122"/>
            <a:ea typeface="微软雅黑" panose="020B0503020204020204" pitchFamily="34" charset="-122"/>
          </a:endParaRPr>
        </a:p>
        <a:p>
          <a:pPr>
            <a:lnSpc>
              <a:spcPct val="100000"/>
            </a:lnSpc>
            <a:spcAft>
              <a:spcPts val="0"/>
            </a:spcAft>
          </a:pPr>
          <a:r>
            <a:rPr lang="zh-CN" altLang="en-US" sz="2400" b="1" dirty="0">
              <a:solidFill>
                <a:srgbClr val="0000CC"/>
              </a:solidFill>
              <a:latin typeface="微软雅黑" panose="020B0503020204020204" pitchFamily="34" charset="-122"/>
              <a:ea typeface="微软雅黑" panose="020B0503020204020204" pitchFamily="34" charset="-122"/>
            </a:rPr>
            <a:t>价带中出现</a:t>
          </a:r>
          <a:r>
            <a:rPr lang="zh-CN" altLang="en-US" sz="2400" b="1" dirty="0">
              <a:solidFill>
                <a:srgbClr val="FF0000"/>
              </a:solidFill>
              <a:latin typeface="微软雅黑" panose="020B0503020204020204" pitchFamily="34" charset="-122"/>
              <a:ea typeface="微软雅黑" panose="020B0503020204020204" pitchFamily="34" charset="-122"/>
            </a:rPr>
            <a:t>自由空穴</a:t>
          </a:r>
        </a:p>
      </dgm:t>
    </dgm:pt>
    <dgm:pt modelId="{57FB1BBA-959B-4486-9381-DC3990275D36}" type="parTrans" cxnId="{3AE53AEF-C5E6-42CE-B90C-4F3E8F3369A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62508DD-2CD5-4382-877B-0E3A10195A52}" type="sibTrans" cxnId="{3AE53AEF-C5E6-42CE-B90C-4F3E8F3369A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CDD63E8-EE9F-4DD9-B397-D3A4FAD53A5B}">
      <dgm:prSet custT="1"/>
      <dgm:spPr>
        <a:solidFill>
          <a:schemeClr val="accent2">
            <a:lumMod val="20000"/>
            <a:lumOff val="80000"/>
          </a:schemeClr>
        </a:solidFill>
      </dgm:spPr>
      <dgm:t>
        <a:bodyPr/>
        <a:lstStyle/>
        <a:p>
          <a:pPr>
            <a:lnSpc>
              <a:spcPct val="100000"/>
            </a:lnSpc>
            <a:spcAft>
              <a:spcPts val="0"/>
            </a:spcAft>
          </a:pPr>
          <a:r>
            <a:rPr lang="zh-CN" altLang="en-US" sz="2400" b="1" dirty="0">
              <a:solidFill>
                <a:srgbClr val="FF0000"/>
              </a:solidFill>
              <a:latin typeface="微软雅黑" panose="020B0503020204020204" pitchFamily="34" charset="-122"/>
              <a:ea typeface="微软雅黑" panose="020B0503020204020204" pitchFamily="34" charset="-122"/>
            </a:rPr>
            <a:t>本征半导体</a:t>
          </a:r>
        </a:p>
      </dgm:t>
    </dgm:pt>
    <dgm:pt modelId="{F5414930-2EDC-45E0-8909-7DB3EC1BC1DA}" type="parTrans" cxnId="{D763435D-E52C-488B-8BD8-7D074BD50C33}">
      <dgm:prSet/>
      <dgm:spPr/>
      <dgm:t>
        <a:bodyPr/>
        <a:lstStyle/>
        <a:p>
          <a:endParaRPr lang="zh-CN" altLang="en-US"/>
        </a:p>
      </dgm:t>
    </dgm:pt>
    <dgm:pt modelId="{1DD0CD89-444B-40B4-AF1C-88D256EA88C3}" type="sibTrans" cxnId="{D763435D-E52C-488B-8BD8-7D074BD50C33}">
      <dgm:prSet/>
      <dgm:spPr/>
      <dgm:t>
        <a:bodyPr/>
        <a:lstStyle/>
        <a:p>
          <a:endParaRPr lang="zh-CN" altLang="en-US"/>
        </a:p>
      </dgm:t>
    </dgm:pt>
    <dgm:pt modelId="{ED057E3F-F5DB-43D4-A3BC-BE0382236365}" type="pres">
      <dgm:prSet presAssocID="{DB4B9173-3C5B-495C-80BD-D991AA244C79}" presName="linearFlow" presStyleCnt="0">
        <dgm:presLayoutVars>
          <dgm:resizeHandles val="exact"/>
        </dgm:presLayoutVars>
      </dgm:prSet>
      <dgm:spPr/>
    </dgm:pt>
    <dgm:pt modelId="{BD3FE8AF-B4B3-43B6-9858-EFE9A0B841B0}" type="pres">
      <dgm:prSet presAssocID="{668D48FB-0872-412A-86D2-C01621DCBF48}" presName="node" presStyleLbl="node1" presStyleIdx="0" presStyleCnt="4">
        <dgm:presLayoutVars>
          <dgm:bulletEnabled val="1"/>
        </dgm:presLayoutVars>
      </dgm:prSet>
      <dgm:spPr/>
      <dgm:t>
        <a:bodyPr/>
        <a:lstStyle/>
        <a:p>
          <a:endParaRPr lang="zh-CN" altLang="en-US"/>
        </a:p>
      </dgm:t>
    </dgm:pt>
    <dgm:pt modelId="{C1CDF8E2-6A26-452B-8646-67AAD716C127}" type="pres">
      <dgm:prSet presAssocID="{A22315D9-3905-410F-B167-3D61B6ABF309}" presName="sibTrans" presStyleLbl="sibTrans2D1" presStyleIdx="0" presStyleCnt="3"/>
      <dgm:spPr/>
      <dgm:t>
        <a:bodyPr/>
        <a:lstStyle/>
        <a:p>
          <a:endParaRPr lang="zh-CN" altLang="en-US"/>
        </a:p>
      </dgm:t>
    </dgm:pt>
    <dgm:pt modelId="{A77EA5AE-67D2-4FCB-A090-866DF84FC0CF}" type="pres">
      <dgm:prSet presAssocID="{A22315D9-3905-410F-B167-3D61B6ABF309}" presName="connectorText" presStyleLbl="sibTrans2D1" presStyleIdx="0" presStyleCnt="3"/>
      <dgm:spPr/>
      <dgm:t>
        <a:bodyPr/>
        <a:lstStyle/>
        <a:p>
          <a:endParaRPr lang="zh-CN" altLang="en-US"/>
        </a:p>
      </dgm:t>
    </dgm:pt>
    <dgm:pt modelId="{C48F60AA-AE4C-4F93-8DE6-34A6AA6C064D}" type="pres">
      <dgm:prSet presAssocID="{1D3948C0-7C82-45C1-A4B5-ABBFF454CC30}" presName="node" presStyleLbl="node1" presStyleIdx="1" presStyleCnt="4" custScaleX="94991">
        <dgm:presLayoutVars>
          <dgm:bulletEnabled val="1"/>
        </dgm:presLayoutVars>
      </dgm:prSet>
      <dgm:spPr/>
      <dgm:t>
        <a:bodyPr/>
        <a:lstStyle/>
        <a:p>
          <a:endParaRPr lang="zh-CN" altLang="en-US"/>
        </a:p>
      </dgm:t>
    </dgm:pt>
    <dgm:pt modelId="{E193A7F3-9CA0-4A1B-9BF1-E1BFBBD933BA}" type="pres">
      <dgm:prSet presAssocID="{837BCFC0-8E28-41B2-BB16-590D7B596C62}" presName="sibTrans" presStyleLbl="sibTrans2D1" presStyleIdx="1" presStyleCnt="3"/>
      <dgm:spPr/>
      <dgm:t>
        <a:bodyPr/>
        <a:lstStyle/>
        <a:p>
          <a:endParaRPr lang="zh-CN" altLang="en-US"/>
        </a:p>
      </dgm:t>
    </dgm:pt>
    <dgm:pt modelId="{7C7C1D87-4A5C-483C-A1DD-CDD44E54ACD9}" type="pres">
      <dgm:prSet presAssocID="{837BCFC0-8E28-41B2-BB16-590D7B596C62}" presName="connectorText" presStyleLbl="sibTrans2D1" presStyleIdx="1" presStyleCnt="3"/>
      <dgm:spPr/>
      <dgm:t>
        <a:bodyPr/>
        <a:lstStyle/>
        <a:p>
          <a:endParaRPr lang="zh-CN" altLang="en-US"/>
        </a:p>
      </dgm:t>
    </dgm:pt>
    <dgm:pt modelId="{34099784-F0CB-49D4-8573-F156795E96ED}" type="pres">
      <dgm:prSet presAssocID="{88985D0C-DCE2-4E4B-A1DB-6B23336D5478}" presName="node" presStyleLbl="node1" presStyleIdx="2" presStyleCnt="4" custScaleY="121023" custLinFactNeighborX="6413" custLinFactNeighborY="-13865">
        <dgm:presLayoutVars>
          <dgm:bulletEnabled val="1"/>
        </dgm:presLayoutVars>
      </dgm:prSet>
      <dgm:spPr/>
      <dgm:t>
        <a:bodyPr/>
        <a:lstStyle/>
        <a:p>
          <a:endParaRPr lang="zh-CN" altLang="en-US"/>
        </a:p>
      </dgm:t>
    </dgm:pt>
    <dgm:pt modelId="{DC54E49B-EC8A-48CC-B4E1-5C45A59F8B1F}" type="pres">
      <dgm:prSet presAssocID="{662508DD-2CD5-4382-877B-0E3A10195A52}" presName="sibTrans" presStyleLbl="sibTrans2D1" presStyleIdx="2" presStyleCnt="3" custLinFactNeighborX="-10303" custLinFactNeighborY="15800"/>
      <dgm:spPr/>
      <dgm:t>
        <a:bodyPr/>
        <a:lstStyle/>
        <a:p>
          <a:endParaRPr lang="zh-CN" altLang="en-US"/>
        </a:p>
      </dgm:t>
    </dgm:pt>
    <dgm:pt modelId="{4865A0A4-183E-41CE-8AA5-829C9CED1022}" type="pres">
      <dgm:prSet presAssocID="{662508DD-2CD5-4382-877B-0E3A10195A52}" presName="connectorText" presStyleLbl="sibTrans2D1" presStyleIdx="2" presStyleCnt="3"/>
      <dgm:spPr/>
      <dgm:t>
        <a:bodyPr/>
        <a:lstStyle/>
        <a:p>
          <a:endParaRPr lang="zh-CN" altLang="en-US"/>
        </a:p>
      </dgm:t>
    </dgm:pt>
    <dgm:pt modelId="{BB02A39E-04E9-4389-82DF-3BBC765236D5}" type="pres">
      <dgm:prSet presAssocID="{5CDD63E8-EE9F-4DD9-B397-D3A4FAD53A5B}" presName="node" presStyleLbl="node1" presStyleIdx="3" presStyleCnt="4">
        <dgm:presLayoutVars>
          <dgm:bulletEnabled val="1"/>
        </dgm:presLayoutVars>
      </dgm:prSet>
      <dgm:spPr/>
      <dgm:t>
        <a:bodyPr/>
        <a:lstStyle/>
        <a:p>
          <a:endParaRPr lang="zh-CN" altLang="en-US"/>
        </a:p>
      </dgm:t>
    </dgm:pt>
  </dgm:ptLst>
  <dgm:cxnLst>
    <dgm:cxn modelId="{D540D417-37C1-48FA-BCEB-4106F980A4BD}" type="presOf" srcId="{DB4B9173-3C5B-495C-80BD-D991AA244C79}" destId="{ED057E3F-F5DB-43D4-A3BC-BE0382236365}" srcOrd="0" destOrd="0" presId="urn:microsoft.com/office/officeart/2005/8/layout/process2"/>
    <dgm:cxn modelId="{C171F9AF-5FCF-4A42-9397-B5A27347D718}" type="presOf" srcId="{88985D0C-DCE2-4E4B-A1DB-6B23336D5478}" destId="{34099784-F0CB-49D4-8573-F156795E96ED}" srcOrd="0" destOrd="0" presId="urn:microsoft.com/office/officeart/2005/8/layout/process2"/>
    <dgm:cxn modelId="{4C1313E9-B25E-447F-AC50-C0178AF99374}" type="presOf" srcId="{1D3948C0-7C82-45C1-A4B5-ABBFF454CC30}" destId="{C48F60AA-AE4C-4F93-8DE6-34A6AA6C064D}" srcOrd="0" destOrd="0" presId="urn:microsoft.com/office/officeart/2005/8/layout/process2"/>
    <dgm:cxn modelId="{D763435D-E52C-488B-8BD8-7D074BD50C33}" srcId="{DB4B9173-3C5B-495C-80BD-D991AA244C79}" destId="{5CDD63E8-EE9F-4DD9-B397-D3A4FAD53A5B}" srcOrd="3" destOrd="0" parTransId="{F5414930-2EDC-45E0-8909-7DB3EC1BC1DA}" sibTransId="{1DD0CD89-444B-40B4-AF1C-88D256EA88C3}"/>
    <dgm:cxn modelId="{C7160165-4C1D-4EBC-87AC-E6A5C15BD928}" type="presOf" srcId="{5CDD63E8-EE9F-4DD9-B397-D3A4FAD53A5B}" destId="{BB02A39E-04E9-4389-82DF-3BBC765236D5}" srcOrd="0" destOrd="0" presId="urn:microsoft.com/office/officeart/2005/8/layout/process2"/>
    <dgm:cxn modelId="{629389B8-BD7B-42A8-BB75-D357EF9BB208}" type="presOf" srcId="{A22315D9-3905-410F-B167-3D61B6ABF309}" destId="{A77EA5AE-67D2-4FCB-A090-866DF84FC0CF}" srcOrd="1" destOrd="0" presId="urn:microsoft.com/office/officeart/2005/8/layout/process2"/>
    <dgm:cxn modelId="{3AE53AEF-C5E6-42CE-B90C-4F3E8F3369AA}" srcId="{DB4B9173-3C5B-495C-80BD-D991AA244C79}" destId="{88985D0C-DCE2-4E4B-A1DB-6B23336D5478}" srcOrd="2" destOrd="0" parTransId="{57FB1BBA-959B-4486-9381-DC3990275D36}" sibTransId="{662508DD-2CD5-4382-877B-0E3A10195A52}"/>
    <dgm:cxn modelId="{6DDC2E11-F83F-47CB-B8D9-F22162EA19D6}" srcId="{DB4B9173-3C5B-495C-80BD-D991AA244C79}" destId="{668D48FB-0872-412A-86D2-C01621DCBF48}" srcOrd="0" destOrd="0" parTransId="{DFC00686-B1A0-496B-8337-6E3059C7A3ED}" sibTransId="{A22315D9-3905-410F-B167-3D61B6ABF309}"/>
    <dgm:cxn modelId="{D1D89C49-1E05-4526-A47B-A69F0EFFDBD5}" type="presOf" srcId="{A22315D9-3905-410F-B167-3D61B6ABF309}" destId="{C1CDF8E2-6A26-452B-8646-67AAD716C127}" srcOrd="0" destOrd="0" presId="urn:microsoft.com/office/officeart/2005/8/layout/process2"/>
    <dgm:cxn modelId="{6F1B53F7-F3EC-4F50-B80F-B399F817CF24}" type="presOf" srcId="{668D48FB-0872-412A-86D2-C01621DCBF48}" destId="{BD3FE8AF-B4B3-43B6-9858-EFE9A0B841B0}" srcOrd="0" destOrd="0" presId="urn:microsoft.com/office/officeart/2005/8/layout/process2"/>
    <dgm:cxn modelId="{2E62A048-7AD8-44D8-A11E-484DC3D3E4A1}" type="presOf" srcId="{662508DD-2CD5-4382-877B-0E3A10195A52}" destId="{DC54E49B-EC8A-48CC-B4E1-5C45A59F8B1F}" srcOrd="0" destOrd="0" presId="urn:microsoft.com/office/officeart/2005/8/layout/process2"/>
    <dgm:cxn modelId="{344352B1-A468-4047-A417-C46AECFA52BB}" type="presOf" srcId="{662508DD-2CD5-4382-877B-0E3A10195A52}" destId="{4865A0A4-183E-41CE-8AA5-829C9CED1022}" srcOrd="1" destOrd="0" presId="urn:microsoft.com/office/officeart/2005/8/layout/process2"/>
    <dgm:cxn modelId="{DBB5E66E-5DFA-4CD6-AA7F-4BCF4C7FF94E}" type="presOf" srcId="{837BCFC0-8E28-41B2-BB16-590D7B596C62}" destId="{7C7C1D87-4A5C-483C-A1DD-CDD44E54ACD9}" srcOrd="1" destOrd="0" presId="urn:microsoft.com/office/officeart/2005/8/layout/process2"/>
    <dgm:cxn modelId="{21CBA4FC-D760-4EB2-9CA0-55AC6B960A34}" type="presOf" srcId="{837BCFC0-8E28-41B2-BB16-590D7B596C62}" destId="{E193A7F3-9CA0-4A1B-9BF1-E1BFBBD933BA}" srcOrd="0" destOrd="0" presId="urn:microsoft.com/office/officeart/2005/8/layout/process2"/>
    <dgm:cxn modelId="{796CDD1F-5506-4DA1-B43A-DE352A473E71}" srcId="{DB4B9173-3C5B-495C-80BD-D991AA244C79}" destId="{1D3948C0-7C82-45C1-A4B5-ABBFF454CC30}" srcOrd="1" destOrd="0" parTransId="{4C2C7B66-8050-4E38-8091-3DCFA7E8D8E1}" sibTransId="{837BCFC0-8E28-41B2-BB16-590D7B596C62}"/>
    <dgm:cxn modelId="{0CBA30A7-D0BE-4B48-899E-5B883A1CCFF8}" type="presParOf" srcId="{ED057E3F-F5DB-43D4-A3BC-BE0382236365}" destId="{BD3FE8AF-B4B3-43B6-9858-EFE9A0B841B0}" srcOrd="0" destOrd="0" presId="urn:microsoft.com/office/officeart/2005/8/layout/process2"/>
    <dgm:cxn modelId="{53939DBA-82BD-4721-8939-24B79D038A73}" type="presParOf" srcId="{ED057E3F-F5DB-43D4-A3BC-BE0382236365}" destId="{C1CDF8E2-6A26-452B-8646-67AAD716C127}" srcOrd="1" destOrd="0" presId="urn:microsoft.com/office/officeart/2005/8/layout/process2"/>
    <dgm:cxn modelId="{74701478-2C67-4163-9855-5D3306C81C2B}" type="presParOf" srcId="{C1CDF8E2-6A26-452B-8646-67AAD716C127}" destId="{A77EA5AE-67D2-4FCB-A090-866DF84FC0CF}" srcOrd="0" destOrd="0" presId="urn:microsoft.com/office/officeart/2005/8/layout/process2"/>
    <dgm:cxn modelId="{E1F087F1-7F83-450E-9E50-7C49E72EBF1B}" type="presParOf" srcId="{ED057E3F-F5DB-43D4-A3BC-BE0382236365}" destId="{C48F60AA-AE4C-4F93-8DE6-34A6AA6C064D}" srcOrd="2" destOrd="0" presId="urn:microsoft.com/office/officeart/2005/8/layout/process2"/>
    <dgm:cxn modelId="{A9ECD479-5089-4854-B524-B32C4DC6C410}" type="presParOf" srcId="{ED057E3F-F5DB-43D4-A3BC-BE0382236365}" destId="{E193A7F3-9CA0-4A1B-9BF1-E1BFBBD933BA}" srcOrd="3" destOrd="0" presId="urn:microsoft.com/office/officeart/2005/8/layout/process2"/>
    <dgm:cxn modelId="{C469A958-24E8-420F-8E41-8E851D30483A}" type="presParOf" srcId="{E193A7F3-9CA0-4A1B-9BF1-E1BFBBD933BA}" destId="{7C7C1D87-4A5C-483C-A1DD-CDD44E54ACD9}" srcOrd="0" destOrd="0" presId="urn:microsoft.com/office/officeart/2005/8/layout/process2"/>
    <dgm:cxn modelId="{BE1C07EB-B3A3-4C1C-B23D-75D6555A72D9}" type="presParOf" srcId="{ED057E3F-F5DB-43D4-A3BC-BE0382236365}" destId="{34099784-F0CB-49D4-8573-F156795E96ED}" srcOrd="4" destOrd="0" presId="urn:microsoft.com/office/officeart/2005/8/layout/process2"/>
    <dgm:cxn modelId="{B81C8A34-D67F-4E87-914F-E1D11CE43044}" type="presParOf" srcId="{ED057E3F-F5DB-43D4-A3BC-BE0382236365}" destId="{DC54E49B-EC8A-48CC-B4E1-5C45A59F8B1F}" srcOrd="5" destOrd="0" presId="urn:microsoft.com/office/officeart/2005/8/layout/process2"/>
    <dgm:cxn modelId="{C5860985-DB81-4160-8293-B0F8162F04D3}" type="presParOf" srcId="{DC54E49B-EC8A-48CC-B4E1-5C45A59F8B1F}" destId="{4865A0A4-183E-41CE-8AA5-829C9CED1022}" srcOrd="0" destOrd="0" presId="urn:microsoft.com/office/officeart/2005/8/layout/process2"/>
    <dgm:cxn modelId="{C012C22D-0B4A-412C-A52B-ADBECB4474FF}" type="presParOf" srcId="{ED057E3F-F5DB-43D4-A3BC-BE0382236365}" destId="{BB02A39E-04E9-4389-82DF-3BBC765236D5}" srcOrd="6" destOrd="0" presId="urn:microsoft.com/office/officeart/2005/8/layout/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F94458-568B-47A6-B528-4C77B475F78D}">
      <dsp:nvSpPr>
        <dsp:cNvPr id="0" name=""/>
        <dsp:cNvSpPr/>
      </dsp:nvSpPr>
      <dsp:spPr>
        <a:xfrm>
          <a:off x="2475514" y="1799539"/>
          <a:ext cx="1247268" cy="1252354"/>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b="1" kern="1200" dirty="0">
              <a:latin typeface="微软雅黑" panose="020B0503020204020204" pitchFamily="34" charset="-122"/>
              <a:ea typeface="微软雅黑" panose="020B0503020204020204" pitchFamily="34" charset="-122"/>
            </a:rPr>
            <a:t>硅或锗原子</a:t>
          </a:r>
        </a:p>
      </dsp:txBody>
      <dsp:txXfrm>
        <a:off x="2658172" y="1982942"/>
        <a:ext cx="881952" cy="885548"/>
      </dsp:txXfrm>
    </dsp:sp>
    <dsp:sp modelId="{C0DF3E0A-D560-418D-B61A-07D84B26EC79}">
      <dsp:nvSpPr>
        <dsp:cNvPr id="0" name=""/>
        <dsp:cNvSpPr/>
      </dsp:nvSpPr>
      <dsp:spPr>
        <a:xfrm rot="16200000">
          <a:off x="2993768" y="1388220"/>
          <a:ext cx="210759" cy="436907"/>
        </a:xfrm>
        <a:prstGeom prst="rightArrow">
          <a:avLst>
            <a:gd name="adj1" fmla="val 60000"/>
            <a:gd name="adj2" fmla="val 50000"/>
          </a:avLst>
        </a:prstGeom>
        <a:gradFill rotWithShape="0">
          <a:gsLst>
            <a:gs pos="0">
              <a:schemeClr val="accent4">
                <a:lumMod val="67000"/>
              </a:schemeClr>
            </a:gs>
            <a:gs pos="48000">
              <a:schemeClr val="accent4">
                <a:lumMod val="97000"/>
                <a:lumOff val="3000"/>
              </a:schemeClr>
            </a:gs>
            <a:gs pos="100000">
              <a:schemeClr val="accent4">
                <a:lumMod val="60000"/>
                <a:lumOff val="40000"/>
              </a:schemeClr>
            </a:gs>
          </a:gsLst>
          <a:lin ang="16200000" scaled="1"/>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zh-CN" altLang="en-US" sz="1200" b="1" kern="1200">
            <a:latin typeface="微软雅黑" panose="020B0503020204020204" pitchFamily="34" charset="-122"/>
            <a:ea typeface="微软雅黑" panose="020B0503020204020204" pitchFamily="34" charset="-122"/>
          </a:endParaRPr>
        </a:p>
      </dsp:txBody>
      <dsp:txXfrm>
        <a:off x="3025382" y="1507215"/>
        <a:ext cx="147531" cy="262145"/>
      </dsp:txXfrm>
    </dsp:sp>
    <dsp:sp modelId="{66F44DAB-F73F-43F2-9BC0-97FBF97B2619}">
      <dsp:nvSpPr>
        <dsp:cNvPr id="0" name=""/>
        <dsp:cNvSpPr/>
      </dsp:nvSpPr>
      <dsp:spPr>
        <a:xfrm>
          <a:off x="2363165" y="-145093"/>
          <a:ext cx="1471966" cy="1546973"/>
        </a:xfrm>
        <a:prstGeom prst="ellipse">
          <a:avLst/>
        </a:prstGeom>
        <a:gradFill rotWithShape="0">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a:solidFill>
                <a:srgbClr val="0000FF"/>
              </a:solidFill>
              <a:latin typeface="微软雅黑" panose="020B0503020204020204" pitchFamily="34" charset="-122"/>
              <a:ea typeface="微软雅黑" panose="020B0503020204020204" pitchFamily="34" charset="-122"/>
            </a:rPr>
            <a:t>外层有</a:t>
          </a:r>
          <a:r>
            <a:rPr lang="en-US" altLang="zh-CN" sz="1600" b="1" kern="1200" dirty="0">
              <a:solidFill>
                <a:srgbClr val="0000FF"/>
              </a:solidFill>
              <a:latin typeface="微软雅黑" panose="020B0503020204020204" pitchFamily="34" charset="-122"/>
              <a:ea typeface="微软雅黑" panose="020B0503020204020204" pitchFamily="34" charset="-122"/>
            </a:rPr>
            <a:t>4</a:t>
          </a:r>
          <a:r>
            <a:rPr lang="zh-CN" altLang="en-US" sz="1600" b="1" kern="1200" dirty="0">
              <a:solidFill>
                <a:srgbClr val="0000FF"/>
              </a:solidFill>
              <a:latin typeface="微软雅黑" panose="020B0503020204020204" pitchFamily="34" charset="-122"/>
              <a:ea typeface="微软雅黑" panose="020B0503020204020204" pitchFamily="34" charset="-122"/>
            </a:rPr>
            <a:t>个价电子</a:t>
          </a:r>
        </a:p>
      </dsp:txBody>
      <dsp:txXfrm>
        <a:off x="2578729" y="81456"/>
        <a:ext cx="1040838" cy="1093875"/>
      </dsp:txXfrm>
    </dsp:sp>
    <dsp:sp modelId="{6D6E9AC9-D371-473A-8EA8-D0D26BA1D40F}">
      <dsp:nvSpPr>
        <dsp:cNvPr id="0" name=""/>
        <dsp:cNvSpPr/>
      </dsp:nvSpPr>
      <dsp:spPr>
        <a:xfrm>
          <a:off x="3806472" y="2207263"/>
          <a:ext cx="201616" cy="436907"/>
        </a:xfrm>
        <a:prstGeom prst="rightArrow">
          <a:avLst>
            <a:gd name="adj1" fmla="val 60000"/>
            <a:gd name="adj2" fmla="val 50000"/>
          </a:avLst>
        </a:prstGeom>
        <a:gradFill rotWithShape="0">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a:off x="3806472" y="2294644"/>
        <a:ext cx="141131" cy="262145"/>
      </dsp:txXfrm>
    </dsp:sp>
    <dsp:sp modelId="{1A80D09A-CFA6-4402-A0B4-FD40F1E096FF}">
      <dsp:nvSpPr>
        <dsp:cNvPr id="0" name=""/>
        <dsp:cNvSpPr/>
      </dsp:nvSpPr>
      <dsp:spPr>
        <a:xfrm>
          <a:off x="4103190" y="1639521"/>
          <a:ext cx="1586565" cy="1572391"/>
        </a:xfrm>
        <a:prstGeom prst="ellipse">
          <a:avLst/>
        </a:prstGeom>
        <a:gradFill rotWithShape="0">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100000"/>
            </a:lnSpc>
            <a:spcBef>
              <a:spcPct val="0"/>
            </a:spcBef>
            <a:spcAft>
              <a:spcPts val="0"/>
            </a:spcAft>
          </a:pPr>
          <a:r>
            <a:rPr lang="zh-CN" altLang="en-US" sz="1600" b="1" kern="1200" dirty="0">
              <a:solidFill>
                <a:srgbClr val="0000FF"/>
              </a:solidFill>
              <a:latin typeface="微软雅黑" panose="020B0503020204020204" pitchFamily="34" charset="-122"/>
              <a:ea typeface="微软雅黑" panose="020B0503020204020204" pitchFamily="34" charset="-122"/>
            </a:rPr>
            <a:t>形成共价键外层</a:t>
          </a:r>
          <a:r>
            <a:rPr lang="en-US" altLang="en-US" sz="1600" b="1" kern="1200" dirty="0">
              <a:solidFill>
                <a:srgbClr val="0000FF"/>
              </a:solidFill>
              <a:latin typeface="微软雅黑" panose="020B0503020204020204" pitchFamily="34" charset="-122"/>
              <a:ea typeface="微软雅黑" panose="020B0503020204020204" pitchFamily="34" charset="-122"/>
            </a:rPr>
            <a:t>8</a:t>
          </a:r>
          <a:r>
            <a:rPr lang="zh-CN" altLang="en-US" sz="1600" b="1" kern="1200" dirty="0">
              <a:solidFill>
                <a:srgbClr val="0000FF"/>
              </a:solidFill>
              <a:latin typeface="微软雅黑" panose="020B0503020204020204" pitchFamily="34" charset="-122"/>
              <a:ea typeface="微软雅黑" panose="020B0503020204020204" pitchFamily="34" charset="-122"/>
            </a:rPr>
            <a:t>个</a:t>
          </a:r>
          <a:endParaRPr lang="en-US" altLang="zh-CN" sz="1600" b="1" kern="1200" dirty="0">
            <a:solidFill>
              <a:srgbClr val="0000FF"/>
            </a:solidFill>
            <a:latin typeface="微软雅黑" panose="020B0503020204020204" pitchFamily="34" charset="-122"/>
            <a:ea typeface="微软雅黑" panose="020B0503020204020204" pitchFamily="34" charset="-122"/>
          </a:endParaRPr>
        </a:p>
        <a:p>
          <a:pPr lvl="0" algn="ctr" defTabSz="711200">
            <a:lnSpc>
              <a:spcPct val="100000"/>
            </a:lnSpc>
            <a:spcBef>
              <a:spcPct val="0"/>
            </a:spcBef>
            <a:spcAft>
              <a:spcPts val="0"/>
            </a:spcAft>
          </a:pPr>
          <a:r>
            <a:rPr lang="zh-CN" altLang="en-US" sz="1600" b="1" kern="1200" dirty="0">
              <a:solidFill>
                <a:srgbClr val="0000FF"/>
              </a:solidFill>
              <a:latin typeface="微软雅黑" panose="020B0503020204020204" pitchFamily="34" charset="-122"/>
              <a:ea typeface="微软雅黑" panose="020B0503020204020204" pitchFamily="34" charset="-122"/>
            </a:rPr>
            <a:t>电子</a:t>
          </a:r>
        </a:p>
      </dsp:txBody>
      <dsp:txXfrm>
        <a:off x="4335537" y="1869792"/>
        <a:ext cx="1121871" cy="1111849"/>
      </dsp:txXfrm>
    </dsp:sp>
    <dsp:sp modelId="{15EDDCDB-6068-4F4E-BA15-EF5AAF37488D}">
      <dsp:nvSpPr>
        <dsp:cNvPr id="0" name=""/>
        <dsp:cNvSpPr/>
      </dsp:nvSpPr>
      <dsp:spPr>
        <a:xfrm rot="5400000">
          <a:off x="3003208" y="3009029"/>
          <a:ext cx="191880" cy="436907"/>
        </a:xfrm>
        <a:prstGeom prst="rightArrow">
          <a:avLst>
            <a:gd name="adj1" fmla="val 60000"/>
            <a:gd name="adj2" fmla="val 50000"/>
          </a:avLst>
        </a:prstGeom>
        <a:gradFill rotWithShape="0">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a:off x="3031990" y="3067628"/>
        <a:ext cx="134316" cy="262145"/>
      </dsp:txXfrm>
    </dsp:sp>
    <dsp:sp modelId="{DB78F092-C423-4364-B834-731034FDE7F7}">
      <dsp:nvSpPr>
        <dsp:cNvPr id="0" name=""/>
        <dsp:cNvSpPr/>
      </dsp:nvSpPr>
      <dsp:spPr>
        <a:xfrm>
          <a:off x="2298072" y="3413933"/>
          <a:ext cx="1602152" cy="161821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a:solidFill>
                <a:srgbClr val="0000FF"/>
              </a:solidFill>
              <a:latin typeface="微软雅黑" panose="020B0503020204020204" pitchFamily="34" charset="-122"/>
              <a:ea typeface="微软雅黑" panose="020B0503020204020204" pitchFamily="34" charset="-122"/>
            </a:rPr>
            <a:t>绝对零度</a:t>
          </a:r>
          <a:endParaRPr lang="en-US" altLang="zh-CN" sz="1600" b="1" kern="1200" dirty="0">
            <a:solidFill>
              <a:srgbClr val="0000FF"/>
            </a:solidFill>
            <a:latin typeface="微软雅黑" panose="020B0503020204020204" pitchFamily="34" charset="-122"/>
            <a:ea typeface="微软雅黑" panose="020B0503020204020204" pitchFamily="34" charset="-122"/>
          </a:endParaRPr>
        </a:p>
        <a:p>
          <a:pPr lvl="0" algn="ctr" defTabSz="711200">
            <a:lnSpc>
              <a:spcPct val="90000"/>
            </a:lnSpc>
            <a:spcBef>
              <a:spcPct val="0"/>
            </a:spcBef>
            <a:spcAft>
              <a:spcPct val="35000"/>
            </a:spcAft>
          </a:pPr>
          <a:r>
            <a:rPr lang="zh-CN" altLang="en-US" sz="1600" b="1" kern="1200" dirty="0">
              <a:solidFill>
                <a:srgbClr val="0000FF"/>
              </a:solidFill>
              <a:latin typeface="微软雅黑" panose="020B0503020204020204" pitchFamily="34" charset="-122"/>
              <a:ea typeface="微软雅黑" panose="020B0503020204020204" pitchFamily="34" charset="-122"/>
            </a:rPr>
            <a:t>材料不导电</a:t>
          </a:r>
        </a:p>
      </dsp:txBody>
      <dsp:txXfrm>
        <a:off x="2532702" y="3650915"/>
        <a:ext cx="1132892" cy="1144251"/>
      </dsp:txXfrm>
    </dsp:sp>
    <dsp:sp modelId="{EBB18F83-6929-4EC2-BE3D-035C9AE932EE}">
      <dsp:nvSpPr>
        <dsp:cNvPr id="0" name=""/>
        <dsp:cNvSpPr/>
      </dsp:nvSpPr>
      <dsp:spPr>
        <a:xfrm rot="10800000">
          <a:off x="2211045" y="2207263"/>
          <a:ext cx="186891" cy="436907"/>
        </a:xfrm>
        <a:prstGeom prst="rightArrow">
          <a:avLst>
            <a:gd name="adj1" fmla="val 60000"/>
            <a:gd name="adj2" fmla="val 50000"/>
          </a:avLst>
        </a:prstGeom>
        <a:gradFill rotWithShape="0">
          <a:gsLst>
            <a:gs pos="0">
              <a:schemeClr val="accent4">
                <a:lumMod val="67000"/>
              </a:schemeClr>
            </a:gs>
            <a:gs pos="48000">
              <a:schemeClr val="accent4">
                <a:lumMod val="97000"/>
                <a:lumOff val="3000"/>
              </a:schemeClr>
            </a:gs>
            <a:gs pos="100000">
              <a:schemeClr val="accent4">
                <a:lumMod val="60000"/>
                <a:lumOff val="40000"/>
              </a:schemeClr>
            </a:gs>
          </a:gsLst>
          <a:lin ang="16200000" scaled="1"/>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rot="10800000">
        <a:off x="2267112" y="2294644"/>
        <a:ext cx="130824" cy="262145"/>
      </dsp:txXfrm>
    </dsp:sp>
    <dsp:sp modelId="{26DB444D-C6C9-4199-8FF2-1C29DA24AA5E}">
      <dsp:nvSpPr>
        <dsp:cNvPr id="0" name=""/>
        <dsp:cNvSpPr/>
      </dsp:nvSpPr>
      <dsp:spPr>
        <a:xfrm>
          <a:off x="480759" y="1591570"/>
          <a:ext cx="1642129" cy="1668292"/>
        </a:xfrm>
        <a:prstGeom prst="ellipse">
          <a:avLst/>
        </a:prstGeom>
        <a:gradFill rotWithShape="0">
          <a:gsLst>
            <a:gs pos="0">
              <a:schemeClr val="accent6">
                <a:lumMod val="67000"/>
              </a:schemeClr>
            </a:gs>
            <a:gs pos="48000">
              <a:schemeClr val="accent6">
                <a:lumMod val="97000"/>
                <a:lumOff val="3000"/>
              </a:schemeClr>
            </a:gs>
            <a:gs pos="100000">
              <a:schemeClr val="accent6">
                <a:lumMod val="60000"/>
                <a:lumOff val="40000"/>
              </a:schemeClr>
            </a:gs>
          </a:gsLst>
          <a:lin ang="16200000" scaled="1"/>
        </a:gra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zh-CN" altLang="en-US" sz="1600" b="1" kern="1200" dirty="0">
              <a:latin typeface="微软雅黑" panose="020B0503020204020204" pitchFamily="34" charset="-122"/>
              <a:ea typeface="微软雅黑" panose="020B0503020204020204" pitchFamily="34" charset="-122"/>
            </a:rPr>
            <a:t>共价键电子受到束缚小</a:t>
          </a:r>
        </a:p>
      </dsp:txBody>
      <dsp:txXfrm>
        <a:off x="721243" y="1835886"/>
        <a:ext cx="1161161" cy="11796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3FE8AF-B4B3-43B6-9858-EFE9A0B841B0}">
      <dsp:nvSpPr>
        <dsp:cNvPr id="0" name=""/>
        <dsp:cNvSpPr/>
      </dsp:nvSpPr>
      <dsp:spPr>
        <a:xfrm>
          <a:off x="0" y="3620"/>
          <a:ext cx="3038538" cy="899947"/>
        </a:xfrm>
        <a:prstGeom prst="roundRect">
          <a:avLst>
            <a:gd name="adj" fmla="val 10000"/>
          </a:avLst>
        </a:prstGeom>
        <a:solidFill>
          <a:schemeClr val="accent6">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zh-CN" altLang="en-US" sz="2800" b="1" kern="1200" dirty="0">
              <a:solidFill>
                <a:srgbClr val="FF0000"/>
              </a:solidFill>
              <a:latin typeface="微软雅黑" panose="020B0503020204020204" pitchFamily="34" charset="-122"/>
              <a:ea typeface="微软雅黑" panose="020B0503020204020204" pitchFamily="34" charset="-122"/>
            </a:rPr>
            <a:t>纯净半导体</a:t>
          </a:r>
          <a:endParaRPr lang="en-US" altLang="zh-CN" sz="2800" b="1" kern="1200" dirty="0">
            <a:solidFill>
              <a:srgbClr val="FF0000"/>
            </a:solidFill>
            <a:latin typeface="微软雅黑" panose="020B0503020204020204" pitchFamily="34" charset="-122"/>
            <a:ea typeface="微软雅黑" panose="020B0503020204020204" pitchFamily="34" charset="-122"/>
          </a:endParaRPr>
        </a:p>
      </dsp:txBody>
      <dsp:txXfrm>
        <a:off x="26359" y="29979"/>
        <a:ext cx="2985820" cy="847229"/>
      </dsp:txXfrm>
    </dsp:sp>
    <dsp:sp modelId="{C1CDF8E2-6A26-452B-8646-67AAD716C127}">
      <dsp:nvSpPr>
        <dsp:cNvPr id="0" name=""/>
        <dsp:cNvSpPr/>
      </dsp:nvSpPr>
      <dsp:spPr>
        <a:xfrm rot="5400000">
          <a:off x="1350528" y="926066"/>
          <a:ext cx="337480" cy="404976"/>
        </a:xfrm>
        <a:prstGeom prst="rightArrow">
          <a:avLst>
            <a:gd name="adj1" fmla="val 60000"/>
            <a:gd name="adj2" fmla="val 50000"/>
          </a:avLst>
        </a:prstGeom>
        <a:solidFill>
          <a:schemeClr val="accent6">
            <a:lumMod val="60000"/>
            <a:lumOff val="4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b="1" kern="1200">
            <a:latin typeface="微软雅黑" panose="020B0503020204020204" pitchFamily="34" charset="-122"/>
            <a:ea typeface="微软雅黑" panose="020B0503020204020204" pitchFamily="34" charset="-122"/>
          </a:endParaRPr>
        </a:p>
      </dsp:txBody>
      <dsp:txXfrm rot="-5400000">
        <a:off x="1397775" y="959814"/>
        <a:ext cx="242986" cy="236236"/>
      </dsp:txXfrm>
    </dsp:sp>
    <dsp:sp modelId="{C48F60AA-AE4C-4F93-8DE6-34A6AA6C064D}">
      <dsp:nvSpPr>
        <dsp:cNvPr id="0" name=""/>
        <dsp:cNvSpPr/>
      </dsp:nvSpPr>
      <dsp:spPr>
        <a:xfrm>
          <a:off x="76100" y="1353541"/>
          <a:ext cx="2886337" cy="899947"/>
        </a:xfrm>
        <a:prstGeom prst="roundRect">
          <a:avLst>
            <a:gd name="adj" fmla="val 10000"/>
          </a:avLst>
        </a:prstGeom>
        <a:solidFill>
          <a:schemeClr val="accent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100000"/>
            </a:lnSpc>
            <a:spcBef>
              <a:spcPct val="0"/>
            </a:spcBef>
            <a:spcAft>
              <a:spcPts val="0"/>
            </a:spcAft>
          </a:pPr>
          <a:r>
            <a:rPr lang="zh-CN" altLang="en-US" sz="2400" b="1" kern="1200" dirty="0">
              <a:solidFill>
                <a:srgbClr val="0000FF"/>
              </a:solidFill>
              <a:latin typeface="微软雅黑" panose="020B0503020204020204" pitchFamily="34" charset="-122"/>
              <a:ea typeface="微软雅黑" panose="020B0503020204020204" pitchFamily="34" charset="-122"/>
            </a:rPr>
            <a:t>电子获得热能后</a:t>
          </a:r>
          <a:endParaRPr lang="en-US" altLang="zh-CN" sz="2400" b="1" kern="1200" dirty="0">
            <a:solidFill>
              <a:srgbClr val="0000FF"/>
            </a:solidFill>
            <a:latin typeface="微软雅黑" panose="020B0503020204020204" pitchFamily="34" charset="-122"/>
            <a:ea typeface="微软雅黑" panose="020B0503020204020204" pitchFamily="34" charset="-122"/>
          </a:endParaRPr>
        </a:p>
        <a:p>
          <a:pPr lvl="0" algn="ctr" defTabSz="1066800">
            <a:lnSpc>
              <a:spcPct val="100000"/>
            </a:lnSpc>
            <a:spcBef>
              <a:spcPct val="0"/>
            </a:spcBef>
            <a:spcAft>
              <a:spcPts val="0"/>
            </a:spcAft>
          </a:pPr>
          <a:r>
            <a:rPr lang="zh-CN" altLang="en-US" sz="2400" b="1" kern="1200" dirty="0">
              <a:solidFill>
                <a:srgbClr val="0000FF"/>
              </a:solidFill>
              <a:latin typeface="微软雅黑" panose="020B0503020204020204" pitchFamily="34" charset="-122"/>
              <a:ea typeface="微软雅黑" panose="020B0503020204020204" pitchFamily="34" charset="-122"/>
            </a:rPr>
            <a:t>从价带跃迁到导带</a:t>
          </a:r>
        </a:p>
      </dsp:txBody>
      <dsp:txXfrm>
        <a:off x="102459" y="1379900"/>
        <a:ext cx="2833619" cy="847229"/>
      </dsp:txXfrm>
    </dsp:sp>
    <dsp:sp modelId="{E193A7F3-9CA0-4A1B-9BF1-E1BFBBD933BA}">
      <dsp:nvSpPr>
        <dsp:cNvPr id="0" name=""/>
        <dsp:cNvSpPr/>
      </dsp:nvSpPr>
      <dsp:spPr>
        <a:xfrm rot="5400000">
          <a:off x="1373924" y="2244793"/>
          <a:ext cx="290688" cy="404976"/>
        </a:xfrm>
        <a:prstGeom prst="rightArrow">
          <a:avLst>
            <a:gd name="adj1" fmla="val 60000"/>
            <a:gd name="adj2" fmla="val 50000"/>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zh-CN" altLang="en-US" sz="1800" b="1" kern="1200">
            <a:latin typeface="微软雅黑" panose="020B0503020204020204" pitchFamily="34" charset="-122"/>
            <a:ea typeface="微软雅黑" panose="020B0503020204020204" pitchFamily="34" charset="-122"/>
          </a:endParaRPr>
        </a:p>
      </dsp:txBody>
      <dsp:txXfrm rot="-5400000">
        <a:off x="1397775" y="2301937"/>
        <a:ext cx="242986" cy="203482"/>
      </dsp:txXfrm>
    </dsp:sp>
    <dsp:sp modelId="{34099784-F0CB-49D4-8573-F156795E96ED}">
      <dsp:nvSpPr>
        <dsp:cNvPr id="0" name=""/>
        <dsp:cNvSpPr/>
      </dsp:nvSpPr>
      <dsp:spPr>
        <a:xfrm>
          <a:off x="0" y="2641074"/>
          <a:ext cx="3038538" cy="1089143"/>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100000"/>
            </a:lnSpc>
            <a:spcBef>
              <a:spcPct val="0"/>
            </a:spcBef>
            <a:spcAft>
              <a:spcPts val="0"/>
            </a:spcAft>
          </a:pPr>
          <a:r>
            <a:rPr lang="zh-CN" altLang="en-US" sz="2400" b="1" kern="1200" dirty="0">
              <a:solidFill>
                <a:srgbClr val="0000CC"/>
              </a:solidFill>
              <a:latin typeface="微软雅黑" panose="020B0503020204020204" pitchFamily="34" charset="-122"/>
              <a:ea typeface="微软雅黑" panose="020B0503020204020204" pitchFamily="34" charset="-122"/>
            </a:rPr>
            <a:t>导带中出现</a:t>
          </a:r>
          <a:r>
            <a:rPr lang="zh-CN" altLang="en-US" sz="2400" b="1" kern="1200" dirty="0">
              <a:solidFill>
                <a:srgbClr val="00B050"/>
              </a:solidFill>
              <a:latin typeface="微软雅黑" panose="020B0503020204020204" pitchFamily="34" charset="-122"/>
              <a:ea typeface="微软雅黑" panose="020B0503020204020204" pitchFamily="34" charset="-122"/>
            </a:rPr>
            <a:t>自由电子</a:t>
          </a:r>
          <a:endParaRPr lang="en-US" altLang="zh-CN" sz="2400" b="1" kern="1200" dirty="0">
            <a:solidFill>
              <a:srgbClr val="00B050"/>
            </a:solidFill>
            <a:latin typeface="微软雅黑" panose="020B0503020204020204" pitchFamily="34" charset="-122"/>
            <a:ea typeface="微软雅黑" panose="020B0503020204020204" pitchFamily="34" charset="-122"/>
          </a:endParaRPr>
        </a:p>
        <a:p>
          <a:pPr lvl="0" algn="ctr" defTabSz="1066800">
            <a:lnSpc>
              <a:spcPct val="100000"/>
            </a:lnSpc>
            <a:spcBef>
              <a:spcPct val="0"/>
            </a:spcBef>
            <a:spcAft>
              <a:spcPts val="0"/>
            </a:spcAft>
          </a:pPr>
          <a:r>
            <a:rPr lang="zh-CN" altLang="en-US" sz="2400" b="1" kern="1200" dirty="0">
              <a:solidFill>
                <a:srgbClr val="0000CC"/>
              </a:solidFill>
              <a:latin typeface="微软雅黑" panose="020B0503020204020204" pitchFamily="34" charset="-122"/>
              <a:ea typeface="微软雅黑" panose="020B0503020204020204" pitchFamily="34" charset="-122"/>
            </a:rPr>
            <a:t>价带中出现</a:t>
          </a:r>
          <a:r>
            <a:rPr lang="zh-CN" altLang="en-US" sz="2400" b="1" kern="1200" dirty="0">
              <a:solidFill>
                <a:srgbClr val="FF0000"/>
              </a:solidFill>
              <a:latin typeface="微软雅黑" panose="020B0503020204020204" pitchFamily="34" charset="-122"/>
              <a:ea typeface="微软雅黑" panose="020B0503020204020204" pitchFamily="34" charset="-122"/>
            </a:rPr>
            <a:t>自由空穴</a:t>
          </a:r>
        </a:p>
      </dsp:txBody>
      <dsp:txXfrm>
        <a:off x="31900" y="2672974"/>
        <a:ext cx="2974738" cy="1025343"/>
      </dsp:txXfrm>
    </dsp:sp>
    <dsp:sp modelId="{DC54E49B-EC8A-48CC-B4E1-5C45A59F8B1F}">
      <dsp:nvSpPr>
        <dsp:cNvPr id="0" name=""/>
        <dsp:cNvSpPr/>
      </dsp:nvSpPr>
      <dsp:spPr>
        <a:xfrm rot="5400000">
          <a:off x="1287541" y="3847897"/>
          <a:ext cx="384272" cy="40497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b="1" kern="1200">
            <a:latin typeface="微软雅黑" panose="020B0503020204020204" pitchFamily="34" charset="-122"/>
            <a:ea typeface="微软雅黑" panose="020B0503020204020204" pitchFamily="34" charset="-122"/>
          </a:endParaRPr>
        </a:p>
      </dsp:txBody>
      <dsp:txXfrm rot="-5400000">
        <a:off x="1358184" y="3858249"/>
        <a:ext cx="242986" cy="268990"/>
      </dsp:txXfrm>
    </dsp:sp>
    <dsp:sp modelId="{BB02A39E-04E9-4389-82DF-3BBC765236D5}">
      <dsp:nvSpPr>
        <dsp:cNvPr id="0" name=""/>
        <dsp:cNvSpPr/>
      </dsp:nvSpPr>
      <dsp:spPr>
        <a:xfrm>
          <a:off x="0" y="4242580"/>
          <a:ext cx="3038538" cy="899947"/>
        </a:xfrm>
        <a:prstGeom prst="roundRect">
          <a:avLst>
            <a:gd name="adj" fmla="val 1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100000"/>
            </a:lnSpc>
            <a:spcBef>
              <a:spcPct val="0"/>
            </a:spcBef>
            <a:spcAft>
              <a:spcPts val="0"/>
            </a:spcAft>
          </a:pPr>
          <a:r>
            <a:rPr lang="zh-CN" altLang="en-US" sz="2400" b="1" kern="1200" dirty="0">
              <a:solidFill>
                <a:srgbClr val="FF0000"/>
              </a:solidFill>
              <a:latin typeface="微软雅黑" panose="020B0503020204020204" pitchFamily="34" charset="-122"/>
              <a:ea typeface="微软雅黑" panose="020B0503020204020204" pitchFamily="34" charset="-122"/>
            </a:rPr>
            <a:t>本征半导体</a:t>
          </a:r>
        </a:p>
      </dsp:txBody>
      <dsp:txXfrm>
        <a:off x="26359" y="4268939"/>
        <a:ext cx="2985820" cy="847229"/>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4"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7.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13.emf"/><Relationship Id="rId1" Type="http://schemas.openxmlformats.org/officeDocument/2006/relationships/image" Target="../media/image12.wmf"/><Relationship Id="rId5" Type="http://schemas.openxmlformats.org/officeDocument/2006/relationships/image" Target="../media/image14.wmf"/><Relationship Id="rId4"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wmf"/><Relationship Id="rId1" Type="http://schemas.openxmlformats.org/officeDocument/2006/relationships/image" Target="../media/image15.wmf"/><Relationship Id="rId5" Type="http://schemas.openxmlformats.org/officeDocument/2006/relationships/image" Target="../media/image19.wmf"/><Relationship Id="rId4"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5.wmf"/><Relationship Id="rId7" Type="http://schemas.openxmlformats.org/officeDocument/2006/relationships/image" Target="../media/image49.wmf"/><Relationship Id="rId2" Type="http://schemas.openxmlformats.org/officeDocument/2006/relationships/image" Target="../media/image44.wmf"/><Relationship Id="rId1" Type="http://schemas.openxmlformats.org/officeDocument/2006/relationships/image" Target="../media/image43.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64.wmf"/><Relationship Id="rId3" Type="http://schemas.openxmlformats.org/officeDocument/2006/relationships/image" Target="../media/image59.wmf"/><Relationship Id="rId7" Type="http://schemas.openxmlformats.org/officeDocument/2006/relationships/image" Target="../media/image63.wmf"/><Relationship Id="rId12" Type="http://schemas.openxmlformats.org/officeDocument/2006/relationships/image" Target="../media/image68.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11" Type="http://schemas.openxmlformats.org/officeDocument/2006/relationships/image" Target="../media/image67.wmf"/><Relationship Id="rId5" Type="http://schemas.openxmlformats.org/officeDocument/2006/relationships/image" Target="../media/image61.wmf"/><Relationship Id="rId10" Type="http://schemas.openxmlformats.org/officeDocument/2006/relationships/image" Target="../media/image66.wmf"/><Relationship Id="rId4" Type="http://schemas.openxmlformats.org/officeDocument/2006/relationships/image" Target="../media/image60.wmf"/><Relationship Id="rId9" Type="http://schemas.openxmlformats.org/officeDocument/2006/relationships/image" Target="../media/image6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53CD7D-2068-46F3-BD80-05B67D900412}" type="datetimeFigureOut">
              <a:rPr lang="zh-CN" altLang="en-US" smtClean="0"/>
              <a:t>2023/2/23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E4EE55-7B72-44FF-B664-7B6E4E14EF2B}" type="slidenum">
              <a:rPr lang="zh-CN" altLang="en-US" smtClean="0"/>
              <a:t>‹#›</a:t>
            </a:fld>
            <a:endParaRPr lang="zh-CN" altLang="en-US"/>
          </a:p>
        </p:txBody>
      </p:sp>
    </p:spTree>
    <p:extLst>
      <p:ext uri="{BB962C8B-B14F-4D97-AF65-F5344CB8AC3E}">
        <p14:creationId xmlns:p14="http://schemas.microsoft.com/office/powerpoint/2010/main" val="3966930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原子能级分裂为能带的示意图。单原子是原子能级，对于多原子组成的晶体，由于泡利不相容原理，</a:t>
            </a:r>
            <a:r>
              <a:rPr lang="en-US" altLang="zh-CN" dirty="0"/>
              <a:t>n</a:t>
            </a:r>
            <a:r>
              <a:rPr lang="zh-CN" altLang="en-US" dirty="0"/>
              <a:t>个原子形成晶体，外层电子共有化，相同能级上电子不在具有相同的能量，原来的一个能级分裂成了</a:t>
            </a:r>
            <a:r>
              <a:rPr lang="en-US" altLang="zh-CN" dirty="0"/>
              <a:t>n</a:t>
            </a:r>
            <a:r>
              <a:rPr lang="zh-CN" altLang="en-US" dirty="0"/>
              <a:t>个很接近的新能级，相邻能级差约为</a:t>
            </a:r>
            <a:r>
              <a:rPr lang="en-US" altLang="zh-CN" dirty="0"/>
              <a:t>10-23ev</a:t>
            </a:r>
            <a:r>
              <a:rPr lang="zh-CN" altLang="en-US" dirty="0"/>
              <a:t>数量级，我们称为能带，如图所示。相邻能带之间为禁带，能带内可以有电子称为允带。</a:t>
            </a:r>
          </a:p>
          <a:p>
            <a:endParaRPr lang="zh-CN" altLang="en-US" dirty="0"/>
          </a:p>
        </p:txBody>
      </p:sp>
      <p:sp>
        <p:nvSpPr>
          <p:cNvPr id="4" name="灯片编号占位符 3"/>
          <p:cNvSpPr>
            <a:spLocks noGrp="1"/>
          </p:cNvSpPr>
          <p:nvPr>
            <p:ph type="sldNum" sz="quarter" idx="5"/>
          </p:nvPr>
        </p:nvSpPr>
        <p:spPr/>
        <p:txBody>
          <a:bodyPr/>
          <a:lstStyle/>
          <a:p>
            <a:fld id="{7BE4EE55-7B72-44FF-B664-7B6E4E14EF2B}" type="slidenum">
              <a:rPr lang="zh-CN" altLang="en-US" smtClean="0"/>
              <a:t>5</a:t>
            </a:fld>
            <a:endParaRPr lang="zh-CN" altLang="en-US"/>
          </a:p>
        </p:txBody>
      </p:sp>
    </p:spTree>
    <p:extLst>
      <p:ext uri="{BB962C8B-B14F-4D97-AF65-F5344CB8AC3E}">
        <p14:creationId xmlns:p14="http://schemas.microsoft.com/office/powerpoint/2010/main" val="361123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半导体能带结构，</a:t>
            </a:r>
          </a:p>
          <a:p>
            <a:endParaRPr lang="zh-CN" altLang="en-US" dirty="0"/>
          </a:p>
        </p:txBody>
      </p:sp>
      <p:sp>
        <p:nvSpPr>
          <p:cNvPr id="4" name="灯片编号占位符 3"/>
          <p:cNvSpPr>
            <a:spLocks noGrp="1"/>
          </p:cNvSpPr>
          <p:nvPr>
            <p:ph type="sldNum" sz="quarter" idx="5"/>
          </p:nvPr>
        </p:nvSpPr>
        <p:spPr/>
        <p:txBody>
          <a:bodyPr/>
          <a:lstStyle/>
          <a:p>
            <a:fld id="{7BE4EE55-7B72-44FF-B664-7B6E4E14EF2B}" type="slidenum">
              <a:rPr lang="zh-CN" altLang="en-US" smtClean="0"/>
              <a:t>6</a:t>
            </a:fld>
            <a:endParaRPr lang="zh-CN" altLang="en-US"/>
          </a:p>
        </p:txBody>
      </p:sp>
    </p:spTree>
    <p:extLst>
      <p:ext uri="{BB962C8B-B14F-4D97-AF65-F5344CB8AC3E}">
        <p14:creationId xmlns:p14="http://schemas.microsoft.com/office/powerpoint/2010/main" val="3518069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半导体材料多为共价键，如硅或者锗原子，外层有</a:t>
            </a:r>
            <a:r>
              <a:rPr lang="en-US" altLang="zh-CN" dirty="0"/>
              <a:t>4</a:t>
            </a:r>
            <a:r>
              <a:rPr lang="zh-CN" altLang="en-US" dirty="0"/>
              <a:t>个价电子，形成共价键后外层有</a:t>
            </a:r>
            <a:r>
              <a:rPr lang="en-US" altLang="zh-CN" dirty="0"/>
              <a:t>8</a:t>
            </a:r>
            <a:r>
              <a:rPr lang="zh-CN" altLang="en-US" dirty="0"/>
              <a:t>个电子，在绝对零度时材料不导电，共价键电子受到束缚较小，在热激发情况下而跃过禁带占据导带上面的能带参与导电。因此，纯净半导体</a:t>
            </a:r>
            <a:r>
              <a:rPr lang="en-US" altLang="zh-CN" dirty="0"/>
              <a:t>-</a:t>
            </a:r>
            <a:r>
              <a:rPr lang="zh-CN" altLang="en-US" dirty="0"/>
              <a:t>电子获得热能后从价带跃迁到导带，导带中出现自由电子，价带中出现自由空穴（电子和空穴称为载流子），就是本征半导体。</a:t>
            </a:r>
          </a:p>
          <a:p>
            <a:endParaRPr lang="zh-CN" altLang="en-US" dirty="0"/>
          </a:p>
        </p:txBody>
      </p:sp>
      <p:sp>
        <p:nvSpPr>
          <p:cNvPr id="4" name="灯片编号占位符 3"/>
          <p:cNvSpPr>
            <a:spLocks noGrp="1"/>
          </p:cNvSpPr>
          <p:nvPr>
            <p:ph type="sldNum" sz="quarter" idx="5"/>
          </p:nvPr>
        </p:nvSpPr>
        <p:spPr/>
        <p:txBody>
          <a:bodyPr/>
          <a:lstStyle/>
          <a:p>
            <a:fld id="{7BE4EE55-7B72-44FF-B664-7B6E4E14EF2B}" type="slidenum">
              <a:rPr lang="zh-CN" altLang="en-US" smtClean="0"/>
              <a:t>7</a:t>
            </a:fld>
            <a:endParaRPr lang="zh-CN" altLang="en-US"/>
          </a:p>
        </p:txBody>
      </p:sp>
    </p:spTree>
    <p:extLst>
      <p:ext uri="{BB962C8B-B14F-4D97-AF65-F5344CB8AC3E}">
        <p14:creationId xmlns:p14="http://schemas.microsoft.com/office/powerpoint/2010/main" val="273244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下面我们看看硅本征半导体晶体结构平面图和绝对零度时能带图</a:t>
            </a:r>
          </a:p>
          <a:p>
            <a:endParaRPr lang="zh-CN" altLang="en-US" dirty="0"/>
          </a:p>
        </p:txBody>
      </p:sp>
      <p:sp>
        <p:nvSpPr>
          <p:cNvPr id="4" name="灯片编号占位符 3"/>
          <p:cNvSpPr>
            <a:spLocks noGrp="1"/>
          </p:cNvSpPr>
          <p:nvPr>
            <p:ph type="sldNum" sz="quarter" idx="5"/>
          </p:nvPr>
        </p:nvSpPr>
        <p:spPr/>
        <p:txBody>
          <a:bodyPr/>
          <a:lstStyle/>
          <a:p>
            <a:fld id="{7BE4EE55-7B72-44FF-B664-7B6E4E14EF2B}" type="slidenum">
              <a:rPr lang="zh-CN" altLang="en-US" smtClean="0"/>
              <a:t>8</a:t>
            </a:fld>
            <a:endParaRPr lang="zh-CN" altLang="en-US"/>
          </a:p>
        </p:txBody>
      </p:sp>
    </p:spTree>
    <p:extLst>
      <p:ext uri="{BB962C8B-B14F-4D97-AF65-F5344CB8AC3E}">
        <p14:creationId xmlns:p14="http://schemas.microsoft.com/office/powerpoint/2010/main" val="1107581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N</a:t>
            </a:r>
            <a:r>
              <a:rPr lang="zh-CN" altLang="en-US" dirty="0"/>
              <a:t>型半导体，先看看硅本征半导体掺砷的晶体结构平面图和绝对零度时能带图。硅单晶，掺</a:t>
            </a:r>
            <a:r>
              <a:rPr lang="en-US" altLang="zh-CN" dirty="0"/>
              <a:t>5</a:t>
            </a:r>
            <a:r>
              <a:rPr lang="zh-CN" altLang="en-US" dirty="0"/>
              <a:t>价原子砷或者磷，硅原子被砷原子所替代形成共价键时，对砷来说有一个电子多余，它所受到的约束力小，很容易被砷原子释放，跃迁到导带而成为自由电子，易释放电子的原子称为施主，施主束缚电子的能量状态称为施主能级。</a:t>
            </a:r>
            <a:r>
              <a:rPr lang="en-US" altLang="zh-CN" dirty="0"/>
              <a:t>N</a:t>
            </a:r>
            <a:r>
              <a:rPr lang="zh-CN" altLang="en-US" dirty="0"/>
              <a:t>型半导体自由电子的浓度高于自由空穴的浓度</a:t>
            </a:r>
          </a:p>
          <a:p>
            <a:endParaRPr lang="zh-CN" altLang="en-US" dirty="0"/>
          </a:p>
        </p:txBody>
      </p:sp>
      <p:sp>
        <p:nvSpPr>
          <p:cNvPr id="4" name="灯片编号占位符 3"/>
          <p:cNvSpPr>
            <a:spLocks noGrp="1"/>
          </p:cNvSpPr>
          <p:nvPr>
            <p:ph type="sldNum" sz="quarter" idx="5"/>
          </p:nvPr>
        </p:nvSpPr>
        <p:spPr/>
        <p:txBody>
          <a:bodyPr/>
          <a:lstStyle/>
          <a:p>
            <a:fld id="{7BE4EE55-7B72-44FF-B664-7B6E4E14EF2B}" type="slidenum">
              <a:rPr lang="zh-CN" altLang="en-US" smtClean="0"/>
              <a:t>9</a:t>
            </a:fld>
            <a:endParaRPr lang="zh-CN" altLang="en-US"/>
          </a:p>
        </p:txBody>
      </p:sp>
    </p:spTree>
    <p:extLst>
      <p:ext uri="{BB962C8B-B14F-4D97-AF65-F5344CB8AC3E}">
        <p14:creationId xmlns:p14="http://schemas.microsoft.com/office/powerpoint/2010/main" val="934968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a:t>
            </a:r>
            <a:r>
              <a:rPr lang="zh-CN" altLang="en-US" dirty="0"/>
              <a:t>型半导体，先看看硅本征半导体掺砷的晶体结构平面图和绝对零度时能带图。硅单晶，</a:t>
            </a:r>
            <a:r>
              <a:rPr lang="en-US" altLang="zh-CN" dirty="0"/>
              <a:t>-</a:t>
            </a:r>
            <a:r>
              <a:rPr lang="zh-CN" altLang="en-US" dirty="0"/>
              <a:t>掺</a:t>
            </a:r>
            <a:r>
              <a:rPr lang="en-US" altLang="zh-CN" dirty="0"/>
              <a:t>3</a:t>
            </a:r>
            <a:r>
              <a:rPr lang="zh-CN" altLang="en-US" dirty="0"/>
              <a:t>价原子硼，</a:t>
            </a:r>
            <a:r>
              <a:rPr lang="en-US" altLang="zh-CN" dirty="0"/>
              <a:t>-</a:t>
            </a:r>
            <a:r>
              <a:rPr lang="zh-CN" altLang="en-US" dirty="0"/>
              <a:t>硅原子被硼原子所替代形成共价键时，</a:t>
            </a:r>
            <a:r>
              <a:rPr lang="en-US" altLang="zh-CN" dirty="0"/>
              <a:t>-</a:t>
            </a:r>
            <a:r>
              <a:rPr lang="zh-CN" altLang="en-US" dirty="0"/>
              <a:t>对硼来说形成共价键稳定结构缺一个电子，会从硅中获取一个电子形成稳定结构，</a:t>
            </a:r>
            <a:r>
              <a:rPr lang="en-US" altLang="zh-CN" dirty="0"/>
              <a:t>-</a:t>
            </a:r>
            <a:r>
              <a:rPr lang="zh-CN" altLang="en-US" dirty="0"/>
              <a:t>硼变成负离子，硅单晶中出现自由空穴。容易获得电子的原子称为受主，受主获得电子的能量状态称为受主能级。</a:t>
            </a:r>
            <a:r>
              <a:rPr lang="en-US" altLang="zh-CN" dirty="0"/>
              <a:t>P</a:t>
            </a:r>
            <a:r>
              <a:rPr lang="zh-CN" altLang="en-US" dirty="0"/>
              <a:t>型半导体自由电子的浓度小于自由空穴的浓度</a:t>
            </a:r>
          </a:p>
          <a:p>
            <a:endParaRPr lang="zh-CN" altLang="en-US" dirty="0"/>
          </a:p>
        </p:txBody>
      </p:sp>
      <p:sp>
        <p:nvSpPr>
          <p:cNvPr id="4" name="灯片编号占位符 3"/>
          <p:cNvSpPr>
            <a:spLocks noGrp="1"/>
          </p:cNvSpPr>
          <p:nvPr>
            <p:ph type="sldNum" sz="quarter" idx="5"/>
          </p:nvPr>
        </p:nvSpPr>
        <p:spPr/>
        <p:txBody>
          <a:bodyPr/>
          <a:lstStyle/>
          <a:p>
            <a:fld id="{7BE4EE55-7B72-44FF-B664-7B6E4E14EF2B}" type="slidenum">
              <a:rPr lang="zh-CN" altLang="en-US" smtClean="0"/>
              <a:t>10</a:t>
            </a:fld>
            <a:endParaRPr lang="zh-CN" altLang="en-US"/>
          </a:p>
        </p:txBody>
      </p:sp>
    </p:spTree>
    <p:extLst>
      <p:ext uri="{BB962C8B-B14F-4D97-AF65-F5344CB8AC3E}">
        <p14:creationId xmlns:p14="http://schemas.microsoft.com/office/powerpoint/2010/main" val="3610541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何为热平衡态。一个不受外界影响的封闭系统，其状态参量（如温度、载流子浓度等）与时间无关的状态称为热平衡态。研究热平衡态下载流子的分布，即导带中电子的浓度是多少，价带中空穴的浓度是多少。</a:t>
            </a:r>
          </a:p>
          <a:p>
            <a:endParaRPr lang="zh-CN" altLang="en-US" dirty="0"/>
          </a:p>
        </p:txBody>
      </p:sp>
      <p:sp>
        <p:nvSpPr>
          <p:cNvPr id="4" name="灯片编号占位符 3"/>
          <p:cNvSpPr>
            <a:spLocks noGrp="1"/>
          </p:cNvSpPr>
          <p:nvPr>
            <p:ph type="sldNum" sz="quarter" idx="5"/>
          </p:nvPr>
        </p:nvSpPr>
        <p:spPr/>
        <p:txBody>
          <a:bodyPr/>
          <a:lstStyle/>
          <a:p>
            <a:fld id="{7BE4EE55-7B72-44FF-B664-7B6E4E14EF2B}" type="slidenum">
              <a:rPr lang="zh-CN" altLang="en-US" smtClean="0"/>
              <a:t>13</a:t>
            </a:fld>
            <a:endParaRPr lang="zh-CN" altLang="en-US"/>
          </a:p>
        </p:txBody>
      </p:sp>
    </p:spTree>
    <p:extLst>
      <p:ext uri="{BB962C8B-B14F-4D97-AF65-F5344CB8AC3E}">
        <p14:creationId xmlns:p14="http://schemas.microsoft.com/office/powerpoint/2010/main" val="8268407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状态密度，状态密度就是在能带中能量</a:t>
            </a:r>
            <a:r>
              <a:rPr lang="en-US" altLang="zh-CN" dirty="0"/>
              <a:t>E</a:t>
            </a:r>
            <a:r>
              <a:rPr lang="zh-CN" altLang="en-US" dirty="0"/>
              <a:t>附近每单位能量间隔内的量子态数。在能带中能量</a:t>
            </a:r>
            <a:r>
              <a:rPr lang="en-US" altLang="zh-CN" dirty="0" err="1"/>
              <a:t>E~E+dE</a:t>
            </a:r>
            <a:r>
              <a:rPr lang="zh-CN" altLang="en-US" dirty="0"/>
              <a:t>之间无限小的能量间隔内有</a:t>
            </a:r>
            <a:r>
              <a:rPr lang="en-US" altLang="zh-CN" dirty="0" err="1"/>
              <a:t>dZ</a:t>
            </a:r>
            <a:r>
              <a:rPr lang="zh-CN" altLang="en-US" dirty="0"/>
              <a:t>个量子态，则状态密度</a:t>
            </a:r>
            <a:r>
              <a:rPr lang="en-US" altLang="zh-CN" dirty="0"/>
              <a:t>(Density of State)g(E)</a:t>
            </a:r>
            <a:r>
              <a:rPr lang="zh-CN" altLang="en-US" dirty="0"/>
              <a:t>为</a:t>
            </a:r>
            <a:endParaRPr lang="en-US" altLang="zh-CN" dirty="0"/>
          </a:p>
          <a:p>
            <a:r>
              <a:rPr lang="zh-CN" altLang="en-US" dirty="0"/>
              <a:t>理论推导可以得：导带底附近状态密度；价带顶附近状态密度</a:t>
            </a:r>
          </a:p>
          <a:p>
            <a:endParaRPr lang="zh-CN" altLang="en-US" dirty="0"/>
          </a:p>
          <a:p>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6004086-800A-4149-974E-ECA1E92B3F25}" type="slidenum">
              <a:rPr lang="zh-CN" altLang="en-US" smtClean="0"/>
              <a:t>14</a:t>
            </a:fld>
            <a:endParaRPr lang="zh-CN" altLang="en-US"/>
          </a:p>
        </p:txBody>
      </p:sp>
    </p:spTree>
    <p:extLst>
      <p:ext uri="{BB962C8B-B14F-4D97-AF65-F5344CB8AC3E}">
        <p14:creationId xmlns:p14="http://schemas.microsoft.com/office/powerpoint/2010/main" val="919830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 </a:t>
            </a:r>
            <a:r>
              <a:rPr lang="zh-CN" altLang="en-US" dirty="0"/>
              <a:t>费米能级和载流子的统计分布。载流子的分布</a:t>
            </a:r>
            <a:r>
              <a:rPr lang="en-US" altLang="zh-CN" dirty="0"/>
              <a:t>:    </a:t>
            </a:r>
            <a:r>
              <a:rPr lang="zh-CN" altLang="en-US" dirty="0"/>
              <a:t>服从费米统计分布规律 ；热平衡条件下，能量为</a:t>
            </a:r>
            <a:r>
              <a:rPr lang="en-US" altLang="zh-CN" dirty="0"/>
              <a:t>E </a:t>
            </a:r>
            <a:r>
              <a:rPr lang="zh-CN" altLang="en-US" dirty="0"/>
              <a:t>的能级被电子占据的概率为： </a:t>
            </a:r>
            <a:r>
              <a:rPr lang="en-US" altLang="zh-CN" dirty="0"/>
              <a:t>f (E) </a:t>
            </a:r>
            <a:r>
              <a:rPr lang="zh-CN" altLang="en-US" dirty="0"/>
              <a:t>称为电子的费米分布函数，它是描述热平衡状态下，电子在允许的量子态上如何分布的一个统计分布函数。；</a:t>
            </a:r>
          </a:p>
          <a:p>
            <a:r>
              <a:rPr lang="en-US" altLang="zh-CN" dirty="0" err="1"/>
              <a:t>Ef</a:t>
            </a:r>
            <a:r>
              <a:rPr lang="zh-CN" altLang="en-US" dirty="0"/>
              <a:t>为费米能级或费米能量</a:t>
            </a:r>
          </a:p>
          <a:p>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6004086-800A-4149-974E-ECA1E92B3F25}" type="slidenum">
              <a:rPr lang="zh-CN" altLang="en-US" smtClean="0"/>
              <a:t>15</a:t>
            </a:fld>
            <a:endParaRPr lang="zh-CN" altLang="en-US"/>
          </a:p>
        </p:txBody>
      </p:sp>
    </p:spTree>
    <p:extLst>
      <p:ext uri="{BB962C8B-B14F-4D97-AF65-F5344CB8AC3E}">
        <p14:creationId xmlns:p14="http://schemas.microsoft.com/office/powerpoint/2010/main" val="15090697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6004086-800A-4149-974E-ECA1E92B3F25}" type="slidenum">
              <a:rPr lang="zh-CN" altLang="en-US" smtClean="0"/>
              <a:t>16</a:t>
            </a:fld>
            <a:endParaRPr lang="zh-CN" altLang="en-US"/>
          </a:p>
        </p:txBody>
      </p:sp>
    </p:spTree>
    <p:extLst>
      <p:ext uri="{BB962C8B-B14F-4D97-AF65-F5344CB8AC3E}">
        <p14:creationId xmlns:p14="http://schemas.microsoft.com/office/powerpoint/2010/main" val="2733236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3 </a:t>
            </a:r>
            <a:r>
              <a:rPr lang="zh-CN" altLang="en-US" dirty="0"/>
              <a:t>热平衡状态下导带中的电子浓度和价带中的空穴浓度；导带中大多数电子是在导带底附近，而价带中大多数空穴则在价带顶附近。导带中能量为</a:t>
            </a:r>
            <a:r>
              <a:rPr lang="en-US" altLang="zh-CN" dirty="0" err="1"/>
              <a:t>E~E+dE</a:t>
            </a:r>
            <a:r>
              <a:rPr lang="zh-CN" altLang="en-US" dirty="0"/>
              <a:t>之间的电子数为；能量在</a:t>
            </a:r>
            <a:r>
              <a:rPr lang="en-US" altLang="zh-CN" dirty="0" err="1"/>
              <a:t>E~E+dE</a:t>
            </a:r>
            <a:r>
              <a:rPr lang="zh-CN" altLang="en-US" dirty="0"/>
              <a:t>之间的单位体积内的电子数为</a:t>
            </a:r>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6004086-800A-4149-974E-ECA1E92B3F25}" type="slidenum">
              <a:rPr lang="zh-CN" altLang="en-US" smtClean="0"/>
              <a:t>17</a:t>
            </a:fld>
            <a:endParaRPr lang="zh-CN" altLang="en-US"/>
          </a:p>
        </p:txBody>
      </p:sp>
    </p:spTree>
    <p:extLst>
      <p:ext uri="{BB962C8B-B14F-4D97-AF65-F5344CB8AC3E}">
        <p14:creationId xmlns:p14="http://schemas.microsoft.com/office/powerpoint/2010/main" val="3425543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如图，有一吸收率为</a:t>
            </a:r>
            <a:r>
              <a:rPr lang="el-GR" altLang="zh-CN" dirty="0"/>
              <a:t>α</a:t>
            </a:r>
            <a:r>
              <a:rPr lang="zh-CN" altLang="en-US" dirty="0"/>
              <a:t>物体，沿</a:t>
            </a:r>
            <a:r>
              <a:rPr lang="en-US" altLang="zh-CN" dirty="0"/>
              <a:t>x</a:t>
            </a:r>
            <a:r>
              <a:rPr lang="zh-CN" altLang="en-US" dirty="0"/>
              <a:t>方向建立坐标轴，取微元</a:t>
            </a:r>
            <a:r>
              <a:rPr lang="en-US" altLang="zh-CN" dirty="0" err="1"/>
              <a:t>x-x+dx</a:t>
            </a:r>
            <a:r>
              <a:rPr lang="zh-CN" altLang="en-US" dirty="0"/>
              <a:t>，设入射辐通量为，入射到</a:t>
            </a:r>
            <a:r>
              <a:rPr lang="en-US" altLang="zh-CN" dirty="0"/>
              <a:t>x</a:t>
            </a:r>
            <a:r>
              <a:rPr lang="zh-CN" altLang="en-US" dirty="0"/>
              <a:t>处的辐通量为，</a:t>
            </a:r>
            <a:r>
              <a:rPr lang="en-US" altLang="zh-CN" dirty="0" err="1"/>
              <a:t>x+dx</a:t>
            </a:r>
            <a:r>
              <a:rPr lang="zh-CN" altLang="en-US" dirty="0"/>
              <a:t>处为；</a:t>
            </a:r>
            <a:r>
              <a:rPr lang="en-US" altLang="zh-CN" dirty="0"/>
              <a:t>1760</a:t>
            </a:r>
            <a:r>
              <a:rPr lang="zh-CN" altLang="en-US" dirty="0"/>
              <a:t>年朗伯</a:t>
            </a:r>
            <a:r>
              <a:rPr lang="en-US" altLang="zh-CN" dirty="0"/>
              <a:t>(Lambert)</a:t>
            </a:r>
            <a:r>
              <a:rPr lang="zh-CN" altLang="en-US" dirty="0"/>
              <a:t>得出辐通量通过</a:t>
            </a:r>
            <a:r>
              <a:rPr lang="en-US" altLang="zh-CN" dirty="0"/>
              <a:t>dx</a:t>
            </a:r>
            <a:r>
              <a:rPr lang="zh-CN" altLang="en-US" dirty="0"/>
              <a:t>吸收的辐通量</a:t>
            </a:r>
            <a:r>
              <a:rPr lang="en-US" altLang="zh-CN" dirty="0" err="1"/>
              <a:t>dΦ</a:t>
            </a:r>
            <a:r>
              <a:rPr lang="zh-CN" altLang="en-US" dirty="0"/>
              <a:t>可以表示为；式中</a:t>
            </a:r>
            <a:r>
              <a:rPr lang="en-US" altLang="zh-CN" dirty="0"/>
              <a:t>α</a:t>
            </a:r>
            <a:r>
              <a:rPr lang="zh-CN" altLang="en-US" dirty="0"/>
              <a:t>为物质的吸收率；利用边界条件解得经过</a:t>
            </a:r>
            <a:r>
              <a:rPr lang="en-US" altLang="zh-CN" dirty="0"/>
              <a:t>x</a:t>
            </a:r>
            <a:r>
              <a:rPr lang="zh-CN" altLang="en-US" dirty="0"/>
              <a:t>后的通量变为</a:t>
            </a:r>
          </a:p>
          <a:p>
            <a:r>
              <a:rPr lang="zh-CN" altLang="en-US" dirty="0"/>
              <a:t>；则理想情况下经过</a:t>
            </a:r>
            <a:r>
              <a:rPr lang="en-US" altLang="zh-CN" dirty="0"/>
              <a:t>x</a:t>
            </a:r>
            <a:r>
              <a:rPr lang="zh-CN" altLang="en-US" dirty="0"/>
              <a:t>后吸收的通量为通常，不特别强调，后续课程中默认进入光电器件的光全部被吸收。</a:t>
            </a:r>
            <a:r>
              <a:rPr lang="en-US" altLang="zh-CN" dirty="0"/>
              <a:t>Φ/=Φ0</a:t>
            </a:r>
          </a:p>
          <a:p>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A0CE181-785A-4309-BE94-330A3BB7A077}" type="slidenum">
              <a:rPr lang="zh-CN" altLang="en-US" smtClean="0"/>
              <a:t>23</a:t>
            </a:fld>
            <a:endParaRPr lang="zh-CN" altLang="en-US"/>
          </a:p>
        </p:txBody>
      </p:sp>
    </p:spTree>
    <p:extLst>
      <p:ext uri="{BB962C8B-B14F-4D97-AF65-F5344CB8AC3E}">
        <p14:creationId xmlns:p14="http://schemas.microsoft.com/office/powerpoint/2010/main" val="1048320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A0CE181-785A-4309-BE94-330A3BB7A077}" type="slidenum">
              <a:rPr lang="zh-CN" altLang="en-US" smtClean="0"/>
              <a:t>24</a:t>
            </a:fld>
            <a:endParaRPr lang="zh-CN" altLang="en-US"/>
          </a:p>
        </p:txBody>
      </p:sp>
    </p:spTree>
    <p:extLst>
      <p:ext uri="{BB962C8B-B14F-4D97-AF65-F5344CB8AC3E}">
        <p14:creationId xmlns:p14="http://schemas.microsoft.com/office/powerpoint/2010/main" val="1980195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如图本征吸收的能带图；光子能量足够大，价带中的电子能激发到导带。</a:t>
            </a:r>
          </a:p>
          <a:p>
            <a:endParaRPr lang="zh-CN" altLang="en-US" dirty="0"/>
          </a:p>
        </p:txBody>
      </p:sp>
      <p:sp>
        <p:nvSpPr>
          <p:cNvPr id="4" name="灯片编号占位符 3"/>
          <p:cNvSpPr>
            <a:spLocks noGrp="1"/>
          </p:cNvSpPr>
          <p:nvPr>
            <p:ph type="sldNum" sz="quarter" idx="10"/>
          </p:nvPr>
        </p:nvSpPr>
        <p:spPr/>
        <p:txBody>
          <a:bodyPr/>
          <a:lstStyle/>
          <a:p>
            <a:fld id="{9A0CE181-785A-4309-BE94-330A3BB7A077}" type="slidenum">
              <a:rPr lang="zh-CN" altLang="en-US" smtClean="0"/>
              <a:t>25</a:t>
            </a:fld>
            <a:endParaRPr lang="zh-CN" altLang="en-US"/>
          </a:p>
        </p:txBody>
      </p:sp>
    </p:spTree>
    <p:extLst>
      <p:ext uri="{BB962C8B-B14F-4D97-AF65-F5344CB8AC3E}">
        <p14:creationId xmlns:p14="http://schemas.microsoft.com/office/powerpoint/2010/main" val="1714760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非本征吸收；杂质吸收；自由载流子吸收；激子吸收；晶格吸收 </a:t>
            </a:r>
          </a:p>
          <a:p>
            <a:endParaRPr lang="zh-CN" altLang="en-US"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A0CE181-785A-4309-BE94-330A3BB7A077}" type="slidenum">
              <a:rPr lang="zh-CN" altLang="en-US" smtClean="0"/>
              <a:t>26</a:t>
            </a:fld>
            <a:endParaRPr lang="zh-CN" altLang="en-US"/>
          </a:p>
        </p:txBody>
      </p:sp>
    </p:spTree>
    <p:extLst>
      <p:ext uri="{BB962C8B-B14F-4D97-AF65-F5344CB8AC3E}">
        <p14:creationId xmlns:p14="http://schemas.microsoft.com/office/powerpoint/2010/main" val="4004504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非平衡载流子的产生与复合；非平衡载流子的产生；</a:t>
            </a:r>
            <a:r>
              <a:rPr lang="en-US" altLang="zh-CN" dirty="0"/>
              <a:t>N</a:t>
            </a:r>
            <a:r>
              <a:rPr lang="zh-CN" altLang="en-US" dirty="0"/>
              <a:t>型半导体；当大于本征截止波长的不同波长的光入射半导体时，处于价带中的电子吸收光子能量跃迁到导带，在导带中增加了导带电子，在空穴中增加了导带空穴，相应出现了电子和空穴浓度的增量，这些增量称为非平衡载流子，非平衡载流子可以是光生非平衡载流子和热生非平衡载流子。</a:t>
            </a:r>
          </a:p>
          <a:p>
            <a:endParaRPr lang="zh-CN" altLang="en-US" dirty="0"/>
          </a:p>
        </p:txBody>
      </p:sp>
      <p:sp>
        <p:nvSpPr>
          <p:cNvPr id="4" name="灯片编号占位符 3"/>
          <p:cNvSpPr>
            <a:spLocks noGrp="1"/>
          </p:cNvSpPr>
          <p:nvPr>
            <p:ph type="sldNum" sz="quarter" idx="10"/>
          </p:nvPr>
        </p:nvSpPr>
        <p:spPr/>
        <p:txBody>
          <a:bodyPr/>
          <a:lstStyle/>
          <a:p>
            <a:fld id="{9A0CE181-785A-4309-BE94-330A3BB7A077}" type="slidenum">
              <a:rPr lang="zh-CN" altLang="en-US" smtClean="0"/>
              <a:t>30</a:t>
            </a:fld>
            <a:endParaRPr lang="zh-CN" altLang="en-US"/>
          </a:p>
        </p:txBody>
      </p:sp>
    </p:spTree>
    <p:extLst>
      <p:ext uri="{BB962C8B-B14F-4D97-AF65-F5344CB8AC3E}">
        <p14:creationId xmlns:p14="http://schemas.microsoft.com/office/powerpoint/2010/main" val="3304544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τ </a:t>
            </a:r>
            <a:r>
              <a:rPr lang="zh-CN" altLang="en-US" dirty="0"/>
              <a:t>的物理意义：表征复合的强弱</a:t>
            </a:r>
          </a:p>
          <a:p>
            <a:r>
              <a:rPr lang="zh-CN" altLang="en-US" dirty="0"/>
              <a:t> </a:t>
            </a:r>
            <a:r>
              <a:rPr lang="en-US" altLang="zh-CN" dirty="0" err="1"/>
              <a:t>τc</a:t>
            </a:r>
            <a:r>
              <a:rPr lang="zh-CN" altLang="en-US" dirty="0"/>
              <a:t>决定线性光电导探测器的时间特性</a:t>
            </a:r>
          </a:p>
          <a:p>
            <a:r>
              <a:rPr lang="zh-CN" altLang="en-US" dirty="0"/>
              <a:t> </a:t>
            </a:r>
            <a:r>
              <a:rPr lang="en-US" altLang="zh-CN" dirty="0" err="1"/>
              <a:t>τc</a:t>
            </a:r>
            <a:r>
              <a:rPr lang="zh-CN" altLang="en-US" dirty="0"/>
              <a:t>的大小与材料的微观复合结构、掺杂及缺陷等因素有关 </a:t>
            </a:r>
          </a:p>
          <a:p>
            <a:r>
              <a:rPr lang="en-US" altLang="zh-CN" dirty="0"/>
              <a:t>τ </a:t>
            </a:r>
            <a:r>
              <a:rPr lang="zh-CN" altLang="en-US" dirty="0"/>
              <a:t>的适应条件：</a:t>
            </a:r>
          </a:p>
          <a:p>
            <a:r>
              <a:rPr lang="zh-CN" altLang="en-US" dirty="0"/>
              <a:t>            －－本征吸收和杂质吸收，弱注入</a:t>
            </a: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A0CE181-785A-4309-BE94-330A3BB7A077}" type="slidenum">
              <a:rPr lang="zh-CN" altLang="en-US" smtClean="0"/>
              <a:t>34</a:t>
            </a:fld>
            <a:endParaRPr lang="zh-CN" altLang="en-US"/>
          </a:p>
        </p:txBody>
      </p:sp>
    </p:spTree>
    <p:extLst>
      <p:ext uri="{BB962C8B-B14F-4D97-AF65-F5344CB8AC3E}">
        <p14:creationId xmlns:p14="http://schemas.microsoft.com/office/powerpoint/2010/main" val="2361229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如图是电流密度与载流子浓度和速度大小的关系；由欧姆定律的微分形式，电流密度和迁移率定义有</a:t>
            </a:r>
          </a:p>
        </p:txBody>
      </p:sp>
      <p:sp>
        <p:nvSpPr>
          <p:cNvPr id="4" name="灯片编号占位符 3"/>
          <p:cNvSpPr>
            <a:spLocks noGrp="1"/>
          </p:cNvSpPr>
          <p:nvPr>
            <p:ph type="sldNum" sz="quarter" idx="10"/>
          </p:nvPr>
        </p:nvSpPr>
        <p:spPr/>
        <p:txBody>
          <a:bodyPr/>
          <a:lstStyle/>
          <a:p>
            <a:fld id="{9A0CE181-785A-4309-BE94-330A3BB7A077}" type="slidenum">
              <a:rPr lang="zh-CN" altLang="en-US" smtClean="0"/>
              <a:t>37</a:t>
            </a:fld>
            <a:endParaRPr lang="zh-CN" altLang="en-US"/>
          </a:p>
        </p:txBody>
      </p:sp>
    </p:spTree>
    <p:extLst>
      <p:ext uri="{BB962C8B-B14F-4D97-AF65-F5344CB8AC3E}">
        <p14:creationId xmlns:p14="http://schemas.microsoft.com/office/powerpoint/2010/main" val="3826107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AD2BA782-A9EF-4E0A-9B11-E1C98BA8F5B3}"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201DE52-9CC8-449B-BAFF-9A464202462B}"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2904575-FC55-48C8-86B2-D8AD68FF7D3F}"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12621D4-1FD8-4545-B241-48FFE2D15C75}"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B9FAE5A-9723-4483-8613-6325B191F8D6}"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E64A7D0-AA45-4285-A745-5A5F37C091F3}"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CA403206-474F-4576-9049-6CA1CD4EBAFA}" type="datetimeFigureOut">
              <a:rPr lang="zh-CN" altLang="en-US"/>
              <a:pPr>
                <a:defRPr/>
              </a:pPr>
              <a:t>2023/2/23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7FD5CC0-D4C6-477B-B500-0061DFF9F2D7}"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3A0CDAC4-EEAF-4D68-9A21-3CE063F14158}" type="datetimeFigureOut">
              <a:rPr lang="zh-CN" altLang="en-US"/>
              <a:pPr>
                <a:defRPr/>
              </a:pPr>
              <a:t>2023/2/23</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C7332D3-DC0D-4ACF-825A-494E55114D7B}"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55451D77-C75C-4F91-AF0E-73BAB1575427}" type="datetimeFigureOut">
              <a:rPr lang="zh-CN" altLang="en-US"/>
              <a:pPr>
                <a:defRPr/>
              </a:pPr>
              <a:t>2023/2/23</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AE4F504D-37BB-4218-8C5E-A2B846605F0F}"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7A429AD2-3589-4EF0-8C4C-2C84DF651871}" type="datetimeFigureOut">
              <a:rPr lang="zh-CN" altLang="en-US"/>
              <a:pPr>
                <a:defRPr/>
              </a:pPr>
              <a:t>2023/2/23</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E71F61C-8268-4550-9DF1-C655C11FCF26}"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6CDED300-9F2B-48C2-9606-8AD18C87D001}" type="datetimeFigureOut">
              <a:rPr lang="zh-CN" altLang="en-US"/>
              <a:pPr>
                <a:defRPr/>
              </a:pPr>
              <a:t>2023/2/23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C8BD420C-AA2D-4D57-94E3-1590821DC801}"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C8DAE71-078D-464C-9E5D-9B2D204F2825}" type="datetimeFigureOut">
              <a:rPr lang="zh-CN" altLang="en-US"/>
              <a:pPr>
                <a:defRPr/>
              </a:pPr>
              <a:t>2023/2/23</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EDE9E20-DD8D-4453-8F74-A961DA79703B}"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17D0E5CE-4322-4FFA-B1D3-8327FD2BF7B8}"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160B2CE-FF16-4534-B3A2-A32437AFCC43}"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04AEAE3-AAF9-4184-BA4E-59D2172499A3}" type="datetimeFigureOut">
              <a:rPr lang="zh-CN" altLang="en-US"/>
              <a:pPr>
                <a:defRPr/>
              </a:pPr>
              <a:t>2023/2/23</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BACCBC4-7A83-4BC9-BCC8-29A38FEAF533}"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41CEFCC4-6C85-4BE1-960A-5C8D1890EB3C}" type="datetimeFigureOut">
              <a:rPr lang="zh-CN" altLang="en-US"/>
              <a:pPr>
                <a:defRPr/>
              </a:pPr>
              <a:t>2023/2/23</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37C0C211-8951-4B70-AE9C-4E37AAB19CC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fontAlgn="base">
        <a:lnSpc>
          <a:spcPct val="90000"/>
        </a:lnSpc>
        <a:spcBef>
          <a:spcPts val="1125"/>
        </a:spcBef>
        <a:spcAft>
          <a:spcPct val="0"/>
        </a:spcAft>
        <a:buFont typeface="Arial" pitchFamily="34" charset="0"/>
        <a:buChar char="•"/>
        <a:defRPr sz="3200" kern="1200">
          <a:solidFill>
            <a:schemeClr val="tx1"/>
          </a:solidFill>
          <a:latin typeface="+mn-lt"/>
          <a:ea typeface="+mn-ea"/>
          <a:cs typeface="+mn-cs"/>
        </a:defRPr>
      </a:lvl1pPr>
      <a:lvl2pPr marL="771525" indent="-257175" algn="l" defTabSz="1028700" rtl="0" fontAlgn="base">
        <a:lnSpc>
          <a:spcPct val="90000"/>
        </a:lnSpc>
        <a:spcBef>
          <a:spcPts val="563"/>
        </a:spcBef>
        <a:spcAft>
          <a:spcPct val="0"/>
        </a:spcAft>
        <a:buFont typeface="Arial" pitchFamily="34" charset="0"/>
        <a:buChar char="•"/>
        <a:defRPr sz="2700" kern="1200">
          <a:solidFill>
            <a:schemeClr val="tx1"/>
          </a:solidFill>
          <a:latin typeface="+mn-lt"/>
          <a:ea typeface="+mn-ea"/>
          <a:cs typeface="+mn-cs"/>
        </a:defRPr>
      </a:lvl2pPr>
      <a:lvl3pPr marL="1285875" indent="-257175" algn="l" defTabSz="1028700" rtl="0" fontAlgn="base">
        <a:lnSpc>
          <a:spcPct val="90000"/>
        </a:lnSpc>
        <a:spcBef>
          <a:spcPts val="563"/>
        </a:spcBef>
        <a:spcAft>
          <a:spcPct val="0"/>
        </a:spcAft>
        <a:buFont typeface="Arial" pitchFamily="34" charset="0"/>
        <a:buChar char="•"/>
        <a:defRPr sz="2300" kern="1200">
          <a:solidFill>
            <a:schemeClr val="tx1"/>
          </a:solidFill>
          <a:latin typeface="+mn-lt"/>
          <a:ea typeface="+mn-ea"/>
          <a:cs typeface="+mn-cs"/>
        </a:defRPr>
      </a:lvl3pPr>
      <a:lvl4pPr marL="180022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4pPr>
      <a:lvl5pPr marL="231457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8.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 Id="rId9" Type="http://schemas.openxmlformats.org/officeDocument/2006/relationships/image" Target="../media/image3.w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6.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5.wmf"/><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8.wmf"/><Relationship Id="rId5" Type="http://schemas.openxmlformats.org/officeDocument/2006/relationships/oleObject" Target="../embeddings/oleObject8.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10.bin"/></Relationships>
</file>

<file path=ppt/slides/_rels/slide19.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7.wmf"/><Relationship Id="rId5" Type="http://schemas.openxmlformats.org/officeDocument/2006/relationships/oleObject" Target="../embeddings/oleObject12.bin"/><Relationship Id="rId4" Type="http://schemas.openxmlformats.org/officeDocument/2006/relationships/image" Target="../media/image11.wmf"/></Relationships>
</file>

<file path=ppt/slides/_rels/slide20.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14.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3.e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9.wmf"/><Relationship Id="rId4" Type="http://schemas.openxmlformats.org/officeDocument/2006/relationships/image" Target="../media/image12.wmf"/><Relationship Id="rId9" Type="http://schemas.openxmlformats.org/officeDocument/2006/relationships/oleObject" Target="../embeddings/oleObject17.bin"/></Relationships>
</file>

<file path=ppt/slides/_rels/slide21.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6.w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22.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24.wmf"/><Relationship Id="rId3" Type="http://schemas.openxmlformats.org/officeDocument/2006/relationships/notesSlide" Target="../notesSlides/notesSlide12.xml"/><Relationship Id="rId7" Type="http://schemas.openxmlformats.org/officeDocument/2006/relationships/image" Target="../media/image21.wmf"/><Relationship Id="rId12"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25.bin"/><Relationship Id="rId11" Type="http://schemas.openxmlformats.org/officeDocument/2006/relationships/image" Target="../media/image23.wmf"/><Relationship Id="rId5" Type="http://schemas.openxmlformats.org/officeDocument/2006/relationships/image" Target="../media/image20.wmf"/><Relationship Id="rId15" Type="http://schemas.openxmlformats.org/officeDocument/2006/relationships/image" Target="../media/image25.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22.wmf"/><Relationship Id="rId14" Type="http://schemas.openxmlformats.org/officeDocument/2006/relationships/oleObject" Target="../embeddings/oleObject29.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27.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31.bin"/><Relationship Id="rId5" Type="http://schemas.openxmlformats.org/officeDocument/2006/relationships/image" Target="../media/image26.wmf"/><Relationship Id="rId4" Type="http://schemas.openxmlformats.org/officeDocument/2006/relationships/oleObject" Target="../embeddings/oleObject30.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29.wmf"/><Relationship Id="rId5" Type="http://schemas.openxmlformats.org/officeDocument/2006/relationships/oleObject" Target="../embeddings/oleObject33.bin"/><Relationship Id="rId4" Type="http://schemas.openxmlformats.org/officeDocument/2006/relationships/image" Target="../media/image28.wmf"/></Relationships>
</file>

<file path=ppt/slides/_rels/slide28.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0.wmf"/><Relationship Id="rId5" Type="http://schemas.openxmlformats.org/officeDocument/2006/relationships/oleObject" Target="../embeddings/oleObject35.bin"/><Relationship Id="rId4" Type="http://schemas.openxmlformats.org/officeDocument/2006/relationships/image" Target="../media/image27.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36.emf"/><Relationship Id="rId18" Type="http://schemas.openxmlformats.org/officeDocument/2006/relationships/oleObject" Target="../embeddings/oleObject44.bin"/><Relationship Id="rId3" Type="http://schemas.openxmlformats.org/officeDocument/2006/relationships/notesSlide" Target="../notesSlides/notesSlide16.xml"/><Relationship Id="rId21" Type="http://schemas.openxmlformats.org/officeDocument/2006/relationships/oleObject" Target="../embeddings/oleObject46.bin"/><Relationship Id="rId7" Type="http://schemas.openxmlformats.org/officeDocument/2006/relationships/image" Target="../media/image33.wmf"/><Relationship Id="rId12" Type="http://schemas.openxmlformats.org/officeDocument/2006/relationships/oleObject" Target="../embeddings/oleObject41.bin"/><Relationship Id="rId17" Type="http://schemas.openxmlformats.org/officeDocument/2006/relationships/image" Target="../media/image38.wmf"/><Relationship Id="rId2" Type="http://schemas.openxmlformats.org/officeDocument/2006/relationships/slideLayout" Target="../slideLayouts/slideLayout7.xml"/><Relationship Id="rId16" Type="http://schemas.openxmlformats.org/officeDocument/2006/relationships/oleObject" Target="../embeddings/oleObject43.bin"/><Relationship Id="rId20" Type="http://schemas.openxmlformats.org/officeDocument/2006/relationships/oleObject" Target="../embeddings/oleObject45.bin"/><Relationship Id="rId1" Type="http://schemas.openxmlformats.org/officeDocument/2006/relationships/vmlDrawing" Target="../drawings/vmlDrawing12.vml"/><Relationship Id="rId6" Type="http://schemas.openxmlformats.org/officeDocument/2006/relationships/oleObject" Target="../embeddings/oleObject38.bin"/><Relationship Id="rId11" Type="http://schemas.openxmlformats.org/officeDocument/2006/relationships/image" Target="../media/image35.wmf"/><Relationship Id="rId5" Type="http://schemas.openxmlformats.org/officeDocument/2006/relationships/image" Target="../media/image32.wmf"/><Relationship Id="rId15" Type="http://schemas.openxmlformats.org/officeDocument/2006/relationships/image" Target="../media/image37.emf"/><Relationship Id="rId10" Type="http://schemas.openxmlformats.org/officeDocument/2006/relationships/oleObject" Target="../embeddings/oleObject40.bin"/><Relationship Id="rId19" Type="http://schemas.openxmlformats.org/officeDocument/2006/relationships/image" Target="../media/image39.wmf"/><Relationship Id="rId4" Type="http://schemas.openxmlformats.org/officeDocument/2006/relationships/oleObject" Target="../embeddings/oleObject37.bin"/><Relationship Id="rId9" Type="http://schemas.openxmlformats.org/officeDocument/2006/relationships/image" Target="../media/image34.wmf"/><Relationship Id="rId14" Type="http://schemas.openxmlformats.org/officeDocument/2006/relationships/oleObject" Target="../embeddings/oleObject42.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1.wmf"/><Relationship Id="rId5" Type="http://schemas.openxmlformats.org/officeDocument/2006/relationships/oleObject" Target="../embeddings/oleObject48.bin"/><Relationship Id="rId4" Type="http://schemas.openxmlformats.org/officeDocument/2006/relationships/image" Target="../media/image40.wmf"/></Relationships>
</file>

<file path=ppt/slides/_rels/slide33.xml.rels><?xml version="1.0" encoding="UTF-8" standalone="yes"?>
<Relationships xmlns="http://schemas.openxmlformats.org/package/2006/relationships"><Relationship Id="rId8" Type="http://schemas.openxmlformats.org/officeDocument/2006/relationships/image" Target="../media/image45.wmf"/><Relationship Id="rId13" Type="http://schemas.openxmlformats.org/officeDocument/2006/relationships/oleObject" Target="../embeddings/oleObject55.bin"/><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image" Target="../media/image47.wmf"/><Relationship Id="rId2" Type="http://schemas.openxmlformats.org/officeDocument/2006/relationships/slideLayout" Target="../slideLayouts/slideLayout7.xml"/><Relationship Id="rId16" Type="http://schemas.openxmlformats.org/officeDocument/2006/relationships/image" Target="../media/image49.wmf"/><Relationship Id="rId1" Type="http://schemas.openxmlformats.org/officeDocument/2006/relationships/vmlDrawing" Target="../drawings/vmlDrawing14.vml"/><Relationship Id="rId6" Type="http://schemas.openxmlformats.org/officeDocument/2006/relationships/image" Target="../media/image44.wmf"/><Relationship Id="rId11" Type="http://schemas.openxmlformats.org/officeDocument/2006/relationships/oleObject" Target="../embeddings/oleObject54.bin"/><Relationship Id="rId5" Type="http://schemas.openxmlformats.org/officeDocument/2006/relationships/oleObject" Target="../embeddings/oleObject51.bin"/><Relationship Id="rId15" Type="http://schemas.openxmlformats.org/officeDocument/2006/relationships/oleObject" Target="../embeddings/oleObject56.bin"/><Relationship Id="rId10" Type="http://schemas.openxmlformats.org/officeDocument/2006/relationships/image" Target="../media/image46.wmf"/><Relationship Id="rId4" Type="http://schemas.openxmlformats.org/officeDocument/2006/relationships/image" Target="../media/image43.wmf"/><Relationship Id="rId9" Type="http://schemas.openxmlformats.org/officeDocument/2006/relationships/oleObject" Target="../embeddings/oleObject53.bin"/><Relationship Id="rId14" Type="http://schemas.openxmlformats.org/officeDocument/2006/relationships/image" Target="../media/image48.wm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mlDrawing" Target="../drawings/vmlDrawing15.vml"/><Relationship Id="rId5" Type="http://schemas.openxmlformats.org/officeDocument/2006/relationships/image" Target="../media/image50.wmf"/><Relationship Id="rId4" Type="http://schemas.openxmlformats.org/officeDocument/2006/relationships/oleObject" Target="../embeddings/oleObject57.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53.wmf"/><Relationship Id="rId13" Type="http://schemas.openxmlformats.org/officeDocument/2006/relationships/oleObject" Target="../embeddings/oleObject63.bin"/><Relationship Id="rId3" Type="http://schemas.openxmlformats.org/officeDocument/2006/relationships/oleObject" Target="../embeddings/oleObject58.bin"/><Relationship Id="rId7" Type="http://schemas.openxmlformats.org/officeDocument/2006/relationships/oleObject" Target="../embeddings/oleObject60.bin"/><Relationship Id="rId12" Type="http://schemas.openxmlformats.org/officeDocument/2006/relationships/image" Target="../media/image55.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52.wmf"/><Relationship Id="rId11" Type="http://schemas.openxmlformats.org/officeDocument/2006/relationships/oleObject" Target="../embeddings/oleObject62.bin"/><Relationship Id="rId5" Type="http://schemas.openxmlformats.org/officeDocument/2006/relationships/oleObject" Target="../embeddings/oleObject59.bin"/><Relationship Id="rId10" Type="http://schemas.openxmlformats.org/officeDocument/2006/relationships/image" Target="../media/image54.wmf"/><Relationship Id="rId4" Type="http://schemas.openxmlformats.org/officeDocument/2006/relationships/image" Target="../media/image51.wmf"/><Relationship Id="rId9" Type="http://schemas.openxmlformats.org/officeDocument/2006/relationships/oleObject" Target="../embeddings/oleObject61.bin"/><Relationship Id="rId14" Type="http://schemas.openxmlformats.org/officeDocument/2006/relationships/image" Target="../media/image56.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66.bin"/><Relationship Id="rId13" Type="http://schemas.openxmlformats.org/officeDocument/2006/relationships/image" Target="../media/image61.wmf"/><Relationship Id="rId18" Type="http://schemas.openxmlformats.org/officeDocument/2006/relationships/oleObject" Target="../embeddings/oleObject71.bin"/><Relationship Id="rId26" Type="http://schemas.openxmlformats.org/officeDocument/2006/relationships/oleObject" Target="../embeddings/oleObject75.bin"/><Relationship Id="rId3" Type="http://schemas.openxmlformats.org/officeDocument/2006/relationships/notesSlide" Target="../notesSlides/notesSlide18.xml"/><Relationship Id="rId21" Type="http://schemas.openxmlformats.org/officeDocument/2006/relationships/image" Target="../media/image65.wmf"/><Relationship Id="rId7" Type="http://schemas.openxmlformats.org/officeDocument/2006/relationships/image" Target="../media/image58.wmf"/><Relationship Id="rId12" Type="http://schemas.openxmlformats.org/officeDocument/2006/relationships/oleObject" Target="../embeddings/oleObject68.bin"/><Relationship Id="rId17" Type="http://schemas.openxmlformats.org/officeDocument/2006/relationships/image" Target="../media/image63.wmf"/><Relationship Id="rId25" Type="http://schemas.openxmlformats.org/officeDocument/2006/relationships/image" Target="../media/image67.wmf"/><Relationship Id="rId2" Type="http://schemas.openxmlformats.org/officeDocument/2006/relationships/slideLayout" Target="../slideLayouts/slideLayout7.xml"/><Relationship Id="rId16" Type="http://schemas.openxmlformats.org/officeDocument/2006/relationships/oleObject" Target="../embeddings/oleObject70.bin"/><Relationship Id="rId20" Type="http://schemas.openxmlformats.org/officeDocument/2006/relationships/oleObject" Target="../embeddings/oleObject72.bin"/><Relationship Id="rId1" Type="http://schemas.openxmlformats.org/officeDocument/2006/relationships/vmlDrawing" Target="../drawings/vmlDrawing17.vml"/><Relationship Id="rId6" Type="http://schemas.openxmlformats.org/officeDocument/2006/relationships/oleObject" Target="../embeddings/oleObject65.bin"/><Relationship Id="rId11" Type="http://schemas.openxmlformats.org/officeDocument/2006/relationships/image" Target="../media/image60.wmf"/><Relationship Id="rId24" Type="http://schemas.openxmlformats.org/officeDocument/2006/relationships/oleObject" Target="../embeddings/oleObject74.bin"/><Relationship Id="rId5" Type="http://schemas.openxmlformats.org/officeDocument/2006/relationships/image" Target="../media/image57.wmf"/><Relationship Id="rId15" Type="http://schemas.openxmlformats.org/officeDocument/2006/relationships/image" Target="../media/image62.wmf"/><Relationship Id="rId23" Type="http://schemas.openxmlformats.org/officeDocument/2006/relationships/image" Target="../media/image66.wmf"/><Relationship Id="rId10" Type="http://schemas.openxmlformats.org/officeDocument/2006/relationships/oleObject" Target="../embeddings/oleObject67.bin"/><Relationship Id="rId19" Type="http://schemas.openxmlformats.org/officeDocument/2006/relationships/image" Target="../media/image64.wmf"/><Relationship Id="rId4" Type="http://schemas.openxmlformats.org/officeDocument/2006/relationships/oleObject" Target="../embeddings/oleObject64.bin"/><Relationship Id="rId9" Type="http://schemas.openxmlformats.org/officeDocument/2006/relationships/image" Target="../media/image59.wmf"/><Relationship Id="rId14" Type="http://schemas.openxmlformats.org/officeDocument/2006/relationships/oleObject" Target="../embeddings/oleObject69.bin"/><Relationship Id="rId22" Type="http://schemas.openxmlformats.org/officeDocument/2006/relationships/oleObject" Target="../embeddings/oleObject73.bin"/><Relationship Id="rId27" Type="http://schemas.openxmlformats.org/officeDocument/2006/relationships/image" Target="../media/image6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xmlns=""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2</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a16="http://schemas.microsoft.com/office/drawing/2014/main" xmlns="" id="{5441AE38-A11D-4793-BDA3-DCA36976B496}"/>
              </a:ext>
            </a:extLst>
          </p:cNvPr>
          <p:cNvSpPr/>
          <p:nvPr/>
        </p:nvSpPr>
        <p:spPr>
          <a:xfrm>
            <a:off x="3936558" y="2705900"/>
            <a:ext cx="9588706"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光电探测器理论基础</a:t>
            </a:r>
          </a:p>
        </p:txBody>
      </p:sp>
      <p:sp>
        <p:nvSpPr>
          <p:cNvPr id="5" name="矩形 4">
            <a:extLst>
              <a:ext uri="{FF2B5EF4-FFF2-40B4-BE49-F238E27FC236}">
                <a16:creationId xmlns:a16="http://schemas.microsoft.com/office/drawing/2014/main" xmlns=""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a16="http://schemas.microsoft.com/office/drawing/2014/main" xmlns=""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xmlns="" id="{1C44C9C7-7166-4DA9-8A1A-D2BB836F3F54}"/>
              </a:ext>
            </a:extLst>
          </p:cNvPr>
          <p:cNvSpPr/>
          <p:nvPr/>
        </p:nvSpPr>
        <p:spPr>
          <a:xfrm>
            <a:off x="1143000" y="4512279"/>
            <a:ext cx="7159528"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Theoretical Basis of Photodetectors</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xmlns=""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半导体物理基础</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半导体物理基础</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2.1</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晶体的能带</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晶体的能带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762615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晶体的能带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102" name="组合 101">
            <a:extLst>
              <a:ext uri="{FF2B5EF4-FFF2-40B4-BE49-F238E27FC236}">
                <a16:creationId xmlns:a16="http://schemas.microsoft.com/office/drawing/2014/main" xmlns="" id="{4D7294A9-8960-44FB-9781-01BF84EDC695}"/>
              </a:ext>
            </a:extLst>
          </p:cNvPr>
          <p:cNvGrpSpPr/>
          <p:nvPr/>
        </p:nvGrpSpPr>
        <p:grpSpPr>
          <a:xfrm>
            <a:off x="1288785" y="1873822"/>
            <a:ext cx="1900238" cy="2348188"/>
            <a:chOff x="1852307" y="2190685"/>
            <a:chExt cx="1900238" cy="2348188"/>
          </a:xfrm>
        </p:grpSpPr>
        <p:sp>
          <p:nvSpPr>
            <p:cNvPr id="103" name="Line 6">
              <a:extLst>
                <a:ext uri="{FF2B5EF4-FFF2-40B4-BE49-F238E27FC236}">
                  <a16:creationId xmlns:a16="http://schemas.microsoft.com/office/drawing/2014/main" xmlns="" id="{B1D69C82-738A-45AB-A1C3-FAE3742BAB98}"/>
                </a:ext>
              </a:extLst>
            </p:cNvPr>
            <p:cNvSpPr>
              <a:spLocks noChangeShapeType="1"/>
            </p:cNvSpPr>
            <p:nvPr/>
          </p:nvSpPr>
          <p:spPr bwMode="auto">
            <a:xfrm flipV="1">
              <a:off x="1854688" y="2908235"/>
              <a:ext cx="1576388" cy="7937"/>
            </a:xfrm>
            <a:prstGeom prst="line">
              <a:avLst/>
            </a:prstGeom>
            <a:noFill/>
            <a:ln w="31750">
              <a:solidFill>
                <a:schemeClr val="tx1"/>
              </a:solidFill>
              <a:round/>
              <a:headEnd/>
              <a:tailEnd type="stealth"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04" name="Line 7">
              <a:extLst>
                <a:ext uri="{FF2B5EF4-FFF2-40B4-BE49-F238E27FC236}">
                  <a16:creationId xmlns:a16="http://schemas.microsoft.com/office/drawing/2014/main" xmlns="" id="{D8A3085B-9E40-4137-B119-89144804CDAD}"/>
                </a:ext>
              </a:extLst>
            </p:cNvPr>
            <p:cNvSpPr>
              <a:spLocks noChangeShapeType="1"/>
            </p:cNvSpPr>
            <p:nvPr/>
          </p:nvSpPr>
          <p:spPr bwMode="auto">
            <a:xfrm flipV="1">
              <a:off x="2704001" y="2465322"/>
              <a:ext cx="0" cy="1406525"/>
            </a:xfrm>
            <a:prstGeom prst="line">
              <a:avLst/>
            </a:prstGeom>
            <a:noFill/>
            <a:ln w="31750">
              <a:solidFill>
                <a:schemeClr val="tx1"/>
              </a:solidFill>
              <a:round/>
              <a:headEnd/>
              <a:tailEnd type="stealth"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05" name="Oval 8">
              <a:extLst>
                <a:ext uri="{FF2B5EF4-FFF2-40B4-BE49-F238E27FC236}">
                  <a16:creationId xmlns:a16="http://schemas.microsoft.com/office/drawing/2014/main" xmlns="" id="{9323416D-D814-48BE-AD7C-F14A34F37E4E}"/>
                </a:ext>
              </a:extLst>
            </p:cNvPr>
            <p:cNvSpPr>
              <a:spLocks noChangeAspect="1" noChangeArrowheads="1"/>
            </p:cNvSpPr>
            <p:nvPr/>
          </p:nvSpPr>
          <p:spPr bwMode="auto">
            <a:xfrm>
              <a:off x="2651613" y="2855847"/>
              <a:ext cx="111125" cy="109538"/>
            </a:xfrm>
            <a:prstGeom prst="ellipse">
              <a:avLst/>
            </a:prstGeom>
            <a:solidFill>
              <a:srgbClr val="FF0000"/>
            </a:solidFill>
            <a:ln w="31750">
              <a:solidFill>
                <a:srgbClr val="FF0000"/>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06" name="Freeform 9">
              <a:extLst>
                <a:ext uri="{FF2B5EF4-FFF2-40B4-BE49-F238E27FC236}">
                  <a16:creationId xmlns:a16="http://schemas.microsoft.com/office/drawing/2014/main" xmlns="" id="{C00C3091-63AB-43EA-9DBD-6C058566A1F2}"/>
                </a:ext>
              </a:extLst>
            </p:cNvPr>
            <p:cNvSpPr>
              <a:spLocks/>
            </p:cNvSpPr>
            <p:nvPr/>
          </p:nvSpPr>
          <p:spPr bwMode="auto">
            <a:xfrm>
              <a:off x="1988038" y="3022535"/>
              <a:ext cx="628650" cy="690562"/>
            </a:xfrm>
            <a:custGeom>
              <a:avLst/>
              <a:gdLst>
                <a:gd name="T0" fmla="*/ 0 w 710"/>
                <a:gd name="T1" fmla="*/ 0 h 780"/>
                <a:gd name="T2" fmla="*/ 2147483647 w 710"/>
                <a:gd name="T3" fmla="*/ 2147483647 h 780"/>
                <a:gd name="T4" fmla="*/ 2147483647 w 710"/>
                <a:gd name="T5" fmla="*/ 2147483647 h 780"/>
                <a:gd name="T6" fmla="*/ 0 60000 65536"/>
                <a:gd name="T7" fmla="*/ 0 60000 65536"/>
                <a:gd name="T8" fmla="*/ 0 60000 65536"/>
                <a:gd name="T9" fmla="*/ 0 w 710"/>
                <a:gd name="T10" fmla="*/ 0 h 780"/>
                <a:gd name="T11" fmla="*/ 710 w 710"/>
                <a:gd name="T12" fmla="*/ 780 h 780"/>
              </a:gdLst>
              <a:ahLst/>
              <a:cxnLst>
                <a:cxn ang="T6">
                  <a:pos x="T0" y="T1"/>
                </a:cxn>
                <a:cxn ang="T7">
                  <a:pos x="T2" y="T3"/>
                </a:cxn>
                <a:cxn ang="T8">
                  <a:pos x="T4" y="T5"/>
                </a:cxn>
              </a:cxnLst>
              <a:rect l="T9" t="T10" r="T11" b="T12"/>
              <a:pathLst>
                <a:path w="710" h="780">
                  <a:moveTo>
                    <a:pt x="0" y="0"/>
                  </a:moveTo>
                  <a:cubicBezTo>
                    <a:pt x="206" y="10"/>
                    <a:pt x="412" y="20"/>
                    <a:pt x="530" y="150"/>
                  </a:cubicBezTo>
                  <a:cubicBezTo>
                    <a:pt x="648" y="280"/>
                    <a:pt x="679" y="530"/>
                    <a:pt x="710" y="780"/>
                  </a:cubicBezTo>
                </a:path>
              </a:pathLst>
            </a:custGeom>
            <a:no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07" name="Freeform 10">
              <a:extLst>
                <a:ext uri="{FF2B5EF4-FFF2-40B4-BE49-F238E27FC236}">
                  <a16:creationId xmlns:a16="http://schemas.microsoft.com/office/drawing/2014/main" xmlns="" id="{9DB8EBE2-424C-4CD8-910D-FA1B0ACF363E}"/>
                </a:ext>
              </a:extLst>
            </p:cNvPr>
            <p:cNvSpPr>
              <a:spLocks/>
            </p:cNvSpPr>
            <p:nvPr/>
          </p:nvSpPr>
          <p:spPr bwMode="auto">
            <a:xfrm>
              <a:off x="2802426" y="3049522"/>
              <a:ext cx="568325" cy="660400"/>
            </a:xfrm>
            <a:custGeom>
              <a:avLst/>
              <a:gdLst>
                <a:gd name="T0" fmla="*/ 0 w 642"/>
                <a:gd name="T1" fmla="*/ 2147483647 h 747"/>
                <a:gd name="T2" fmla="*/ 2147483647 w 642"/>
                <a:gd name="T3" fmla="*/ 2147483647 h 747"/>
                <a:gd name="T4" fmla="*/ 2147483647 w 642"/>
                <a:gd name="T5" fmla="*/ 2147483647 h 747"/>
                <a:gd name="T6" fmla="*/ 2147483647 w 642"/>
                <a:gd name="T7" fmla="*/ 2147483647 h 747"/>
                <a:gd name="T8" fmla="*/ 2147483647 w 642"/>
                <a:gd name="T9" fmla="*/ 0 h 747"/>
                <a:gd name="T10" fmla="*/ 0 60000 65536"/>
                <a:gd name="T11" fmla="*/ 0 60000 65536"/>
                <a:gd name="T12" fmla="*/ 0 60000 65536"/>
                <a:gd name="T13" fmla="*/ 0 60000 65536"/>
                <a:gd name="T14" fmla="*/ 0 60000 65536"/>
                <a:gd name="T15" fmla="*/ 0 w 642"/>
                <a:gd name="T16" fmla="*/ 0 h 747"/>
                <a:gd name="T17" fmla="*/ 642 w 642"/>
                <a:gd name="T18" fmla="*/ 747 h 747"/>
              </a:gdLst>
              <a:ahLst/>
              <a:cxnLst>
                <a:cxn ang="T10">
                  <a:pos x="T0" y="T1"/>
                </a:cxn>
                <a:cxn ang="T11">
                  <a:pos x="T2" y="T3"/>
                </a:cxn>
                <a:cxn ang="T12">
                  <a:pos x="T4" y="T5"/>
                </a:cxn>
                <a:cxn ang="T13">
                  <a:pos x="T6" y="T7"/>
                </a:cxn>
                <a:cxn ang="T14">
                  <a:pos x="T8" y="T9"/>
                </a:cxn>
              </a:cxnLst>
              <a:rect l="T15" t="T16" r="T17" b="T18"/>
              <a:pathLst>
                <a:path w="642" h="747">
                  <a:moveTo>
                    <a:pt x="0" y="747"/>
                  </a:moveTo>
                  <a:cubicBezTo>
                    <a:pt x="10" y="598"/>
                    <a:pt x="20" y="449"/>
                    <a:pt x="48" y="342"/>
                  </a:cubicBezTo>
                  <a:cubicBezTo>
                    <a:pt x="76" y="235"/>
                    <a:pt x="119" y="157"/>
                    <a:pt x="168" y="105"/>
                  </a:cubicBezTo>
                  <a:cubicBezTo>
                    <a:pt x="217" y="53"/>
                    <a:pt x="263" y="47"/>
                    <a:pt x="342" y="30"/>
                  </a:cubicBezTo>
                  <a:cubicBezTo>
                    <a:pt x="421" y="13"/>
                    <a:pt x="531" y="6"/>
                    <a:pt x="642" y="0"/>
                  </a:cubicBezTo>
                </a:path>
              </a:pathLst>
            </a:custGeom>
            <a:no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08" name="Text Box 11">
              <a:extLst>
                <a:ext uri="{FF2B5EF4-FFF2-40B4-BE49-F238E27FC236}">
                  <a16:creationId xmlns:a16="http://schemas.microsoft.com/office/drawing/2014/main" xmlns="" id="{2D45CAA8-054F-469F-BB02-F0B27F10D382}"/>
                </a:ext>
              </a:extLst>
            </p:cNvPr>
            <p:cNvSpPr txBox="1">
              <a:spLocks noChangeArrowheads="1"/>
            </p:cNvSpPr>
            <p:nvPr/>
          </p:nvSpPr>
          <p:spPr bwMode="auto">
            <a:xfrm>
              <a:off x="3302488" y="3109847"/>
              <a:ext cx="187325" cy="296863"/>
            </a:xfrm>
            <a:prstGeom prst="rect">
              <a:avLst/>
            </a:prstGeom>
            <a:solidFill>
              <a:srgbClr val="FFFFFF"/>
            </a:solidFill>
            <a:ln w="31750">
              <a:noFill/>
              <a:miter lim="800000"/>
              <a:headEnd/>
              <a:tailEnd/>
            </a:ln>
          </p:spPr>
          <p:txBody>
            <a:bodyPr lIns="0" tIns="0" rIns="0" bIns="0"/>
            <a:lstStyle/>
            <a:p>
              <a:pPr algn="just" defTabSz="914400"/>
              <a:r>
                <a:rPr lang="en-US" altLang="zh-CN" b="1">
                  <a:latin typeface="Times New Roman" panose="02020603050405020304" pitchFamily="18" charset="0"/>
                  <a:cs typeface="Times New Roman" panose="02020603050405020304" pitchFamily="18" charset="0"/>
                </a:rPr>
                <a:t>r</a:t>
              </a:r>
              <a:endParaRPr lang="en-US" altLang="zh-CN" sz="6600" b="1">
                <a:latin typeface="Times New Roman" panose="02020603050405020304" pitchFamily="18" charset="0"/>
                <a:ea typeface="楷体_GB2312" pitchFamily="49" charset="-122"/>
                <a:cs typeface="Times New Roman" panose="02020603050405020304" pitchFamily="18" charset="0"/>
              </a:endParaRPr>
            </a:p>
          </p:txBody>
        </p:sp>
        <p:sp>
          <p:nvSpPr>
            <p:cNvPr id="109" name="Text Box 12">
              <a:extLst>
                <a:ext uri="{FF2B5EF4-FFF2-40B4-BE49-F238E27FC236}">
                  <a16:creationId xmlns:a16="http://schemas.microsoft.com/office/drawing/2014/main" xmlns="" id="{8F60E1C6-084B-4E1A-B22E-78A2E90AECF5}"/>
                </a:ext>
              </a:extLst>
            </p:cNvPr>
            <p:cNvSpPr txBox="1">
              <a:spLocks noChangeArrowheads="1"/>
            </p:cNvSpPr>
            <p:nvPr/>
          </p:nvSpPr>
          <p:spPr bwMode="auto">
            <a:xfrm>
              <a:off x="2619863" y="2190685"/>
              <a:ext cx="349250" cy="317500"/>
            </a:xfrm>
            <a:prstGeom prst="rect">
              <a:avLst/>
            </a:prstGeom>
            <a:solidFill>
              <a:srgbClr val="FFFFFF"/>
            </a:solidFill>
            <a:ln w="31750">
              <a:noFill/>
              <a:miter lim="800000"/>
              <a:headEnd/>
              <a:tailEnd/>
            </a:ln>
          </p:spPr>
          <p:txBody>
            <a:bodyPr lIns="0" tIns="0" rIns="0" bIns="0"/>
            <a:lstStyle/>
            <a:p>
              <a:pPr algn="just" defTabSz="914400"/>
              <a:r>
                <a:rPr lang="en-US" altLang="zh-CN" sz="2400" b="1" dirty="0">
                  <a:solidFill>
                    <a:srgbClr val="0000CC"/>
                  </a:solidFill>
                  <a:latin typeface="Times New Roman" panose="02020603050405020304" pitchFamily="18" charset="0"/>
                  <a:ea typeface="黑体" pitchFamily="2" charset="-122"/>
                  <a:cs typeface="Times New Roman" panose="02020603050405020304" pitchFamily="18" charset="0"/>
                </a:rPr>
                <a:t>U</a:t>
              </a:r>
            </a:p>
          </p:txBody>
        </p:sp>
        <p:sp>
          <p:nvSpPr>
            <p:cNvPr id="110" name="Text Box 13">
              <a:extLst>
                <a:ext uri="{FF2B5EF4-FFF2-40B4-BE49-F238E27FC236}">
                  <a16:creationId xmlns:a16="http://schemas.microsoft.com/office/drawing/2014/main" xmlns="" id="{7F94325B-0757-472B-BAF9-2FB4B8EB61E6}"/>
                </a:ext>
              </a:extLst>
            </p:cNvPr>
            <p:cNvSpPr txBox="1">
              <a:spLocks noChangeArrowheads="1"/>
            </p:cNvSpPr>
            <p:nvPr/>
          </p:nvSpPr>
          <p:spPr bwMode="auto">
            <a:xfrm>
              <a:off x="1852307" y="4156286"/>
              <a:ext cx="1900238" cy="382587"/>
            </a:xfrm>
            <a:prstGeom prst="rect">
              <a:avLst/>
            </a:prstGeom>
            <a:solidFill>
              <a:srgbClr val="FFFFFF"/>
            </a:solidFill>
            <a:ln w="31750">
              <a:noFill/>
              <a:miter lim="800000"/>
              <a:headEnd/>
              <a:tailEnd/>
            </a:ln>
          </p:spPr>
          <p:txBody>
            <a:bodyPr lIns="0" tIns="0" rIns="0" bIns="0"/>
            <a:lstStyle/>
            <a:p>
              <a:pPr algn="just" defTabSz="914400"/>
              <a:r>
                <a:rPr lang="en-US" altLang="zh-CN" sz="2400" b="1" dirty="0">
                  <a:latin typeface="Times New Roman" pitchFamily="18" charset="0"/>
                  <a:ea typeface="黑体" pitchFamily="2" charset="-122"/>
                  <a:cs typeface="Times New Roman" pitchFamily="18" charset="0"/>
                </a:rPr>
                <a:t>(a) </a:t>
              </a:r>
              <a:r>
                <a:rPr lang="zh-CN" altLang="en-US" sz="2400" b="1" dirty="0">
                  <a:latin typeface="Times New Roman" panose="02020603050405020304" pitchFamily="18" charset="0"/>
                  <a:ea typeface="微软雅黑" pitchFamily="34" charset="-122"/>
                  <a:cs typeface="Times New Roman" panose="02020603050405020304" pitchFamily="18" charset="0"/>
                </a:rPr>
                <a:t>单个原子</a:t>
              </a:r>
            </a:p>
          </p:txBody>
        </p:sp>
      </p:grpSp>
      <p:grpSp>
        <p:nvGrpSpPr>
          <p:cNvPr id="111" name="组合 110">
            <a:extLst>
              <a:ext uri="{FF2B5EF4-FFF2-40B4-BE49-F238E27FC236}">
                <a16:creationId xmlns:a16="http://schemas.microsoft.com/office/drawing/2014/main" xmlns="" id="{54A2EF69-2792-44E2-983B-D8805C9DB8C9}"/>
              </a:ext>
            </a:extLst>
          </p:cNvPr>
          <p:cNvGrpSpPr/>
          <p:nvPr/>
        </p:nvGrpSpPr>
        <p:grpSpPr>
          <a:xfrm>
            <a:off x="4178361" y="1853184"/>
            <a:ext cx="2166448" cy="2391051"/>
            <a:chOff x="4741883" y="2170047"/>
            <a:chExt cx="2166448" cy="2391051"/>
          </a:xfrm>
        </p:grpSpPr>
        <p:sp>
          <p:nvSpPr>
            <p:cNvPr id="112" name="Line 14">
              <a:extLst>
                <a:ext uri="{FF2B5EF4-FFF2-40B4-BE49-F238E27FC236}">
                  <a16:creationId xmlns:a16="http://schemas.microsoft.com/office/drawing/2014/main" xmlns="" id="{7E922B2E-2CAD-479F-A16A-CE86E5965105}"/>
                </a:ext>
              </a:extLst>
            </p:cNvPr>
            <p:cNvSpPr>
              <a:spLocks noChangeShapeType="1"/>
            </p:cNvSpPr>
            <p:nvPr/>
          </p:nvSpPr>
          <p:spPr bwMode="auto">
            <a:xfrm>
              <a:off x="4741883" y="2916172"/>
              <a:ext cx="2106613" cy="3175"/>
            </a:xfrm>
            <a:prstGeom prst="line">
              <a:avLst/>
            </a:prstGeom>
            <a:noFill/>
            <a:ln w="31750">
              <a:solidFill>
                <a:schemeClr val="tx1"/>
              </a:solidFill>
              <a:round/>
              <a:headEnd/>
              <a:tailEnd type="stealth"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13" name="Line 15">
              <a:extLst>
                <a:ext uri="{FF2B5EF4-FFF2-40B4-BE49-F238E27FC236}">
                  <a16:creationId xmlns:a16="http://schemas.microsoft.com/office/drawing/2014/main" xmlns="" id="{B55AFF0E-A8D5-49DA-A593-3C3D0E3CE93D}"/>
                </a:ext>
              </a:extLst>
            </p:cNvPr>
            <p:cNvSpPr>
              <a:spLocks noChangeShapeType="1"/>
            </p:cNvSpPr>
            <p:nvPr/>
          </p:nvSpPr>
          <p:spPr bwMode="auto">
            <a:xfrm flipV="1">
              <a:off x="5459433" y="2465322"/>
              <a:ext cx="1588" cy="1406525"/>
            </a:xfrm>
            <a:prstGeom prst="line">
              <a:avLst/>
            </a:prstGeom>
            <a:noFill/>
            <a:ln w="31750">
              <a:solidFill>
                <a:schemeClr val="tx1"/>
              </a:solidFill>
              <a:prstDash val="dash"/>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14" name="Oval 16">
              <a:extLst>
                <a:ext uri="{FF2B5EF4-FFF2-40B4-BE49-F238E27FC236}">
                  <a16:creationId xmlns:a16="http://schemas.microsoft.com/office/drawing/2014/main" xmlns="" id="{D39DBFAA-0BBB-4D7E-BE6C-82356E71674E}"/>
                </a:ext>
              </a:extLst>
            </p:cNvPr>
            <p:cNvSpPr>
              <a:spLocks noChangeAspect="1" noChangeArrowheads="1"/>
            </p:cNvSpPr>
            <p:nvPr/>
          </p:nvSpPr>
          <p:spPr bwMode="auto">
            <a:xfrm>
              <a:off x="5405458" y="2855847"/>
              <a:ext cx="112713" cy="109538"/>
            </a:xfrm>
            <a:prstGeom prst="ellipse">
              <a:avLst/>
            </a:prstGeom>
            <a:solidFill>
              <a:srgbClr val="000000"/>
            </a:solid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15" name="Freeform 17">
              <a:extLst>
                <a:ext uri="{FF2B5EF4-FFF2-40B4-BE49-F238E27FC236}">
                  <a16:creationId xmlns:a16="http://schemas.microsoft.com/office/drawing/2014/main" xmlns="" id="{A8BBFD2A-4D44-4057-B8F3-0B9F5EC87F9D}"/>
                </a:ext>
              </a:extLst>
            </p:cNvPr>
            <p:cNvSpPr>
              <a:spLocks/>
            </p:cNvSpPr>
            <p:nvPr/>
          </p:nvSpPr>
          <p:spPr bwMode="auto">
            <a:xfrm>
              <a:off x="4741883" y="3022535"/>
              <a:ext cx="628650" cy="690562"/>
            </a:xfrm>
            <a:custGeom>
              <a:avLst/>
              <a:gdLst>
                <a:gd name="T0" fmla="*/ 0 w 710"/>
                <a:gd name="T1" fmla="*/ 0 h 780"/>
                <a:gd name="T2" fmla="*/ 2147483647 w 710"/>
                <a:gd name="T3" fmla="*/ 2147483647 h 780"/>
                <a:gd name="T4" fmla="*/ 2147483647 w 710"/>
                <a:gd name="T5" fmla="*/ 2147483647 h 780"/>
                <a:gd name="T6" fmla="*/ 0 60000 65536"/>
                <a:gd name="T7" fmla="*/ 0 60000 65536"/>
                <a:gd name="T8" fmla="*/ 0 60000 65536"/>
                <a:gd name="T9" fmla="*/ 0 w 710"/>
                <a:gd name="T10" fmla="*/ 0 h 780"/>
                <a:gd name="T11" fmla="*/ 710 w 710"/>
                <a:gd name="T12" fmla="*/ 780 h 780"/>
              </a:gdLst>
              <a:ahLst/>
              <a:cxnLst>
                <a:cxn ang="T6">
                  <a:pos x="T0" y="T1"/>
                </a:cxn>
                <a:cxn ang="T7">
                  <a:pos x="T2" y="T3"/>
                </a:cxn>
                <a:cxn ang="T8">
                  <a:pos x="T4" y="T5"/>
                </a:cxn>
              </a:cxnLst>
              <a:rect l="T9" t="T10" r="T11" b="T12"/>
              <a:pathLst>
                <a:path w="710" h="780">
                  <a:moveTo>
                    <a:pt x="0" y="0"/>
                  </a:moveTo>
                  <a:cubicBezTo>
                    <a:pt x="206" y="10"/>
                    <a:pt x="412" y="20"/>
                    <a:pt x="530" y="150"/>
                  </a:cubicBezTo>
                  <a:cubicBezTo>
                    <a:pt x="648" y="280"/>
                    <a:pt x="679" y="530"/>
                    <a:pt x="710" y="780"/>
                  </a:cubicBezTo>
                </a:path>
              </a:pathLst>
            </a:custGeom>
            <a:no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16" name="Freeform 18">
              <a:extLst>
                <a:ext uri="{FF2B5EF4-FFF2-40B4-BE49-F238E27FC236}">
                  <a16:creationId xmlns:a16="http://schemas.microsoft.com/office/drawing/2014/main" xmlns="" id="{992910E5-1E70-4986-AF09-774DB37C5BDA}"/>
                </a:ext>
              </a:extLst>
            </p:cNvPr>
            <p:cNvSpPr>
              <a:spLocks/>
            </p:cNvSpPr>
            <p:nvPr/>
          </p:nvSpPr>
          <p:spPr bwMode="auto">
            <a:xfrm>
              <a:off x="6264296" y="3039997"/>
              <a:ext cx="569912" cy="661988"/>
            </a:xfrm>
            <a:custGeom>
              <a:avLst/>
              <a:gdLst>
                <a:gd name="T0" fmla="*/ 0 w 642"/>
                <a:gd name="T1" fmla="*/ 2147483647 h 747"/>
                <a:gd name="T2" fmla="*/ 2147483647 w 642"/>
                <a:gd name="T3" fmla="*/ 2147483647 h 747"/>
                <a:gd name="T4" fmla="*/ 2147483647 w 642"/>
                <a:gd name="T5" fmla="*/ 2147483647 h 747"/>
                <a:gd name="T6" fmla="*/ 2147483647 w 642"/>
                <a:gd name="T7" fmla="*/ 2147483647 h 747"/>
                <a:gd name="T8" fmla="*/ 2147483647 w 642"/>
                <a:gd name="T9" fmla="*/ 0 h 747"/>
                <a:gd name="T10" fmla="*/ 0 60000 65536"/>
                <a:gd name="T11" fmla="*/ 0 60000 65536"/>
                <a:gd name="T12" fmla="*/ 0 60000 65536"/>
                <a:gd name="T13" fmla="*/ 0 60000 65536"/>
                <a:gd name="T14" fmla="*/ 0 60000 65536"/>
                <a:gd name="T15" fmla="*/ 0 w 642"/>
                <a:gd name="T16" fmla="*/ 0 h 747"/>
                <a:gd name="T17" fmla="*/ 642 w 642"/>
                <a:gd name="T18" fmla="*/ 747 h 747"/>
              </a:gdLst>
              <a:ahLst/>
              <a:cxnLst>
                <a:cxn ang="T10">
                  <a:pos x="T0" y="T1"/>
                </a:cxn>
                <a:cxn ang="T11">
                  <a:pos x="T2" y="T3"/>
                </a:cxn>
                <a:cxn ang="T12">
                  <a:pos x="T4" y="T5"/>
                </a:cxn>
                <a:cxn ang="T13">
                  <a:pos x="T6" y="T7"/>
                </a:cxn>
                <a:cxn ang="T14">
                  <a:pos x="T8" y="T9"/>
                </a:cxn>
              </a:cxnLst>
              <a:rect l="T15" t="T16" r="T17" b="T18"/>
              <a:pathLst>
                <a:path w="642" h="747">
                  <a:moveTo>
                    <a:pt x="0" y="747"/>
                  </a:moveTo>
                  <a:cubicBezTo>
                    <a:pt x="10" y="598"/>
                    <a:pt x="20" y="449"/>
                    <a:pt x="48" y="342"/>
                  </a:cubicBezTo>
                  <a:cubicBezTo>
                    <a:pt x="76" y="235"/>
                    <a:pt x="119" y="157"/>
                    <a:pt x="168" y="105"/>
                  </a:cubicBezTo>
                  <a:cubicBezTo>
                    <a:pt x="217" y="53"/>
                    <a:pt x="263" y="47"/>
                    <a:pt x="342" y="30"/>
                  </a:cubicBezTo>
                  <a:cubicBezTo>
                    <a:pt x="421" y="13"/>
                    <a:pt x="531" y="6"/>
                    <a:pt x="642" y="0"/>
                  </a:cubicBezTo>
                </a:path>
              </a:pathLst>
            </a:custGeom>
            <a:no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17" name="Text Box 19">
              <a:extLst>
                <a:ext uri="{FF2B5EF4-FFF2-40B4-BE49-F238E27FC236}">
                  <a16:creationId xmlns:a16="http://schemas.microsoft.com/office/drawing/2014/main" xmlns="" id="{7503C55C-E82E-4964-849A-2C8F2DEF19D4}"/>
                </a:ext>
              </a:extLst>
            </p:cNvPr>
            <p:cNvSpPr txBox="1">
              <a:spLocks noChangeArrowheads="1"/>
            </p:cNvSpPr>
            <p:nvPr/>
          </p:nvSpPr>
          <p:spPr bwMode="auto">
            <a:xfrm>
              <a:off x="6721006" y="3050943"/>
              <a:ext cx="187325" cy="322263"/>
            </a:xfrm>
            <a:prstGeom prst="rect">
              <a:avLst/>
            </a:prstGeom>
            <a:solidFill>
              <a:srgbClr val="FFFFFF"/>
            </a:solidFill>
            <a:ln w="31750">
              <a:noFill/>
              <a:miter lim="800000"/>
              <a:headEnd/>
              <a:tailEnd/>
            </a:ln>
          </p:spPr>
          <p:txBody>
            <a:bodyPr lIns="0" tIns="0" rIns="0" bIns="0"/>
            <a:lstStyle/>
            <a:p>
              <a:pPr algn="just" defTabSz="914400"/>
              <a:r>
                <a:rPr lang="en-US" altLang="zh-CN" sz="2800" dirty="0">
                  <a:latin typeface="Times New Roman" panose="02020603050405020304" pitchFamily="18" charset="0"/>
                  <a:cs typeface="Times New Roman" panose="02020603050405020304" pitchFamily="18" charset="0"/>
                </a:rPr>
                <a:t>r</a:t>
              </a:r>
              <a:endParaRPr lang="en-US" altLang="zh-CN" sz="2800" b="1" dirty="0">
                <a:latin typeface="Times New Roman" panose="02020603050405020304" pitchFamily="18" charset="0"/>
                <a:ea typeface="楷体_GB2312" pitchFamily="49" charset="-122"/>
                <a:cs typeface="Times New Roman" panose="02020603050405020304" pitchFamily="18" charset="0"/>
              </a:endParaRPr>
            </a:p>
          </p:txBody>
        </p:sp>
        <p:sp>
          <p:nvSpPr>
            <p:cNvPr id="118" name="Text Box 20">
              <a:extLst>
                <a:ext uri="{FF2B5EF4-FFF2-40B4-BE49-F238E27FC236}">
                  <a16:creationId xmlns:a16="http://schemas.microsoft.com/office/drawing/2014/main" xmlns="" id="{DDD55BAB-5521-4E5E-87D8-C03CB8ACEE5E}"/>
                </a:ext>
              </a:extLst>
            </p:cNvPr>
            <p:cNvSpPr txBox="1">
              <a:spLocks noChangeArrowheads="1"/>
            </p:cNvSpPr>
            <p:nvPr/>
          </p:nvSpPr>
          <p:spPr bwMode="auto">
            <a:xfrm>
              <a:off x="5748358" y="2170047"/>
              <a:ext cx="285750" cy="290513"/>
            </a:xfrm>
            <a:prstGeom prst="rect">
              <a:avLst/>
            </a:prstGeom>
            <a:solidFill>
              <a:srgbClr val="FFFFFF"/>
            </a:solidFill>
            <a:ln w="31750">
              <a:noFill/>
              <a:miter lim="800000"/>
              <a:headEnd/>
              <a:tailEnd/>
            </a:ln>
          </p:spPr>
          <p:txBody>
            <a:bodyPr lIns="0" tIns="0" rIns="0" bIns="0"/>
            <a:lstStyle/>
            <a:p>
              <a:pPr algn="just" defTabSz="914400"/>
              <a:r>
                <a:rPr lang="en-US" altLang="zh-CN" sz="2400" b="1">
                  <a:latin typeface="Times New Roman" panose="02020603050405020304" pitchFamily="18" charset="0"/>
                  <a:ea typeface="黑体" pitchFamily="2" charset="-122"/>
                  <a:cs typeface="Times New Roman" panose="02020603050405020304" pitchFamily="18" charset="0"/>
                </a:rPr>
                <a:t>U</a:t>
              </a:r>
            </a:p>
          </p:txBody>
        </p:sp>
        <p:sp>
          <p:nvSpPr>
            <p:cNvPr id="119" name="Text Box 21">
              <a:extLst>
                <a:ext uri="{FF2B5EF4-FFF2-40B4-BE49-F238E27FC236}">
                  <a16:creationId xmlns:a16="http://schemas.microsoft.com/office/drawing/2014/main" xmlns="" id="{CA22D94C-2684-4012-AC55-E71CCF447745}"/>
                </a:ext>
              </a:extLst>
            </p:cNvPr>
            <p:cNvSpPr txBox="1">
              <a:spLocks noChangeArrowheads="1"/>
            </p:cNvSpPr>
            <p:nvPr/>
          </p:nvSpPr>
          <p:spPr bwMode="auto">
            <a:xfrm>
              <a:off x="4881583" y="4156286"/>
              <a:ext cx="1790700" cy="404812"/>
            </a:xfrm>
            <a:prstGeom prst="rect">
              <a:avLst/>
            </a:prstGeom>
            <a:solidFill>
              <a:srgbClr val="FFFFFF"/>
            </a:solidFill>
            <a:ln w="31750">
              <a:noFill/>
              <a:miter lim="800000"/>
              <a:headEnd/>
              <a:tailEnd/>
            </a:ln>
          </p:spPr>
          <p:txBody>
            <a:bodyPr lIns="0" tIns="0" rIns="0" bIns="0"/>
            <a:lstStyle/>
            <a:p>
              <a:pPr algn="just" defTabSz="914400"/>
              <a:r>
                <a:rPr lang="en-US" altLang="zh-CN" sz="2400" b="1" dirty="0">
                  <a:latin typeface="Times New Roman" panose="02020603050405020304" pitchFamily="18" charset="0"/>
                  <a:ea typeface="微软雅黑" pitchFamily="34" charset="-122"/>
                  <a:cs typeface="Times New Roman" panose="02020603050405020304" pitchFamily="18" charset="0"/>
                </a:rPr>
                <a:t>(b) </a:t>
              </a:r>
              <a:r>
                <a:rPr lang="zh-CN" altLang="en-US" sz="2400" b="1" dirty="0">
                  <a:latin typeface="Times New Roman" panose="02020603050405020304" pitchFamily="18" charset="0"/>
                  <a:ea typeface="微软雅黑" pitchFamily="34" charset="-122"/>
                  <a:cs typeface="Times New Roman" panose="02020603050405020304" pitchFamily="18" charset="0"/>
                </a:rPr>
                <a:t>两个原子</a:t>
              </a:r>
            </a:p>
          </p:txBody>
        </p:sp>
        <p:sp>
          <p:nvSpPr>
            <p:cNvPr id="120" name="Line 22">
              <a:extLst>
                <a:ext uri="{FF2B5EF4-FFF2-40B4-BE49-F238E27FC236}">
                  <a16:creationId xmlns:a16="http://schemas.microsoft.com/office/drawing/2014/main" xmlns="" id="{8979E0AC-E7BB-4265-8DF4-0AE3158EF358}"/>
                </a:ext>
              </a:extLst>
            </p:cNvPr>
            <p:cNvSpPr>
              <a:spLocks noChangeShapeType="1"/>
            </p:cNvSpPr>
            <p:nvPr/>
          </p:nvSpPr>
          <p:spPr bwMode="auto">
            <a:xfrm flipV="1">
              <a:off x="6105546" y="2481197"/>
              <a:ext cx="0" cy="1406525"/>
            </a:xfrm>
            <a:prstGeom prst="line">
              <a:avLst/>
            </a:prstGeom>
            <a:noFill/>
            <a:ln w="31750">
              <a:solidFill>
                <a:schemeClr val="tx1"/>
              </a:solidFill>
              <a:prstDash val="dash"/>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21" name="Oval 23">
              <a:extLst>
                <a:ext uri="{FF2B5EF4-FFF2-40B4-BE49-F238E27FC236}">
                  <a16:creationId xmlns:a16="http://schemas.microsoft.com/office/drawing/2014/main" xmlns="" id="{764DADCB-4EC1-4FB5-81C2-9A3890C48F77}"/>
                </a:ext>
              </a:extLst>
            </p:cNvPr>
            <p:cNvSpPr>
              <a:spLocks noChangeAspect="1" noChangeArrowheads="1"/>
            </p:cNvSpPr>
            <p:nvPr/>
          </p:nvSpPr>
          <p:spPr bwMode="auto">
            <a:xfrm>
              <a:off x="6053158" y="2870135"/>
              <a:ext cx="111125" cy="111125"/>
            </a:xfrm>
            <a:prstGeom prst="ellipse">
              <a:avLst/>
            </a:prstGeom>
            <a:solidFill>
              <a:srgbClr val="000000"/>
            </a:solid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22" name="Line 25">
              <a:extLst>
                <a:ext uri="{FF2B5EF4-FFF2-40B4-BE49-F238E27FC236}">
                  <a16:creationId xmlns:a16="http://schemas.microsoft.com/office/drawing/2014/main" xmlns="" id="{4D9CC9B8-1189-4B90-AD7E-AC28B2C65BF2}"/>
                </a:ext>
              </a:extLst>
            </p:cNvPr>
            <p:cNvSpPr>
              <a:spLocks noChangeShapeType="1"/>
            </p:cNvSpPr>
            <p:nvPr/>
          </p:nvSpPr>
          <p:spPr bwMode="auto">
            <a:xfrm flipV="1">
              <a:off x="5776933" y="2481197"/>
              <a:ext cx="1588" cy="1406525"/>
            </a:xfrm>
            <a:prstGeom prst="line">
              <a:avLst/>
            </a:prstGeom>
            <a:noFill/>
            <a:ln w="31750">
              <a:solidFill>
                <a:schemeClr val="tx1"/>
              </a:solidFill>
              <a:round/>
              <a:headEnd/>
              <a:tailEnd type="stealth"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23" name="Freeform 26">
              <a:extLst>
                <a:ext uri="{FF2B5EF4-FFF2-40B4-BE49-F238E27FC236}">
                  <a16:creationId xmlns:a16="http://schemas.microsoft.com/office/drawing/2014/main" xmlns="" id="{20B9B880-4A65-492B-93C2-70CDA11A8D82}"/>
                </a:ext>
              </a:extLst>
            </p:cNvPr>
            <p:cNvSpPr>
              <a:spLocks/>
            </p:cNvSpPr>
            <p:nvPr/>
          </p:nvSpPr>
          <p:spPr bwMode="auto">
            <a:xfrm>
              <a:off x="5538808" y="3146360"/>
              <a:ext cx="504825" cy="549275"/>
            </a:xfrm>
            <a:custGeom>
              <a:avLst/>
              <a:gdLst>
                <a:gd name="T0" fmla="*/ 0 w 570"/>
                <a:gd name="T1" fmla="*/ 2147483647 h 622"/>
                <a:gd name="T2" fmla="*/ 2147483647 w 570"/>
                <a:gd name="T3" fmla="*/ 2147483647 h 622"/>
                <a:gd name="T4" fmla="*/ 2147483647 w 570"/>
                <a:gd name="T5" fmla="*/ 2147483647 h 622"/>
                <a:gd name="T6" fmla="*/ 2147483647 w 570"/>
                <a:gd name="T7" fmla="*/ 2147483647 h 622"/>
                <a:gd name="T8" fmla="*/ 2147483647 w 570"/>
                <a:gd name="T9" fmla="*/ 2147483647 h 622"/>
                <a:gd name="T10" fmla="*/ 2147483647 w 570"/>
                <a:gd name="T11" fmla="*/ 2147483647 h 622"/>
                <a:gd name="T12" fmla="*/ 0 60000 65536"/>
                <a:gd name="T13" fmla="*/ 0 60000 65536"/>
                <a:gd name="T14" fmla="*/ 0 60000 65536"/>
                <a:gd name="T15" fmla="*/ 0 60000 65536"/>
                <a:gd name="T16" fmla="*/ 0 60000 65536"/>
                <a:gd name="T17" fmla="*/ 0 60000 65536"/>
                <a:gd name="T18" fmla="*/ 0 w 570"/>
                <a:gd name="T19" fmla="*/ 0 h 622"/>
                <a:gd name="T20" fmla="*/ 570 w 570"/>
                <a:gd name="T21" fmla="*/ 622 h 622"/>
              </a:gdLst>
              <a:ahLst/>
              <a:cxnLst>
                <a:cxn ang="T12">
                  <a:pos x="T0" y="T1"/>
                </a:cxn>
                <a:cxn ang="T13">
                  <a:pos x="T2" y="T3"/>
                </a:cxn>
                <a:cxn ang="T14">
                  <a:pos x="T4" y="T5"/>
                </a:cxn>
                <a:cxn ang="T15">
                  <a:pos x="T6" y="T7"/>
                </a:cxn>
                <a:cxn ang="T16">
                  <a:pos x="T8" y="T9"/>
                </a:cxn>
                <a:cxn ang="T17">
                  <a:pos x="T10" y="T11"/>
                </a:cxn>
              </a:cxnLst>
              <a:rect l="T18" t="T19" r="T20" b="T21"/>
              <a:pathLst>
                <a:path w="570" h="622">
                  <a:moveTo>
                    <a:pt x="0" y="622"/>
                  </a:moveTo>
                  <a:cubicBezTo>
                    <a:pt x="33" y="457"/>
                    <a:pt x="67" y="292"/>
                    <a:pt x="110" y="190"/>
                  </a:cubicBezTo>
                  <a:cubicBezTo>
                    <a:pt x="153" y="88"/>
                    <a:pt x="212" y="20"/>
                    <a:pt x="260" y="10"/>
                  </a:cubicBezTo>
                  <a:cubicBezTo>
                    <a:pt x="308" y="0"/>
                    <a:pt x="363" y="80"/>
                    <a:pt x="400" y="130"/>
                  </a:cubicBezTo>
                  <a:cubicBezTo>
                    <a:pt x="437" y="180"/>
                    <a:pt x="452" y="231"/>
                    <a:pt x="480" y="310"/>
                  </a:cubicBezTo>
                  <a:cubicBezTo>
                    <a:pt x="508" y="389"/>
                    <a:pt x="539" y="495"/>
                    <a:pt x="570" y="601"/>
                  </a:cubicBezTo>
                </a:path>
              </a:pathLst>
            </a:custGeom>
            <a:noFill/>
            <a:ln w="31750">
              <a:solidFill>
                <a:srgbClr val="0000CC"/>
              </a:solidFill>
              <a:round/>
              <a:headEnd/>
              <a:tailEnd/>
            </a:ln>
          </p:spPr>
          <p:txBody>
            <a:bodyPr/>
            <a:lstStyle/>
            <a:p>
              <a:pPr defTabSz="914400"/>
              <a:endParaRPr lang="zh-CN" altLang="en-US" sz="2800" b="1">
                <a:solidFill>
                  <a:srgbClr val="0000CC"/>
                </a:solidFill>
                <a:latin typeface="Times New Roman" panose="02020603050405020304" pitchFamily="18" charset="0"/>
                <a:ea typeface="楷体_GB2312" pitchFamily="49" charset="-122"/>
                <a:cs typeface="Times New Roman" panose="02020603050405020304" pitchFamily="18" charset="0"/>
              </a:endParaRPr>
            </a:p>
          </p:txBody>
        </p:sp>
      </p:grpSp>
      <p:sp>
        <p:nvSpPr>
          <p:cNvPr id="124" name="Text Box 24">
            <a:extLst>
              <a:ext uri="{FF2B5EF4-FFF2-40B4-BE49-F238E27FC236}">
                <a16:creationId xmlns:a16="http://schemas.microsoft.com/office/drawing/2014/main" xmlns="" id="{37809E30-5046-4B5C-80B2-354BD474147D}"/>
              </a:ext>
            </a:extLst>
          </p:cNvPr>
          <p:cNvSpPr txBox="1">
            <a:spLocks noChangeArrowheads="1"/>
          </p:cNvSpPr>
          <p:nvPr/>
        </p:nvSpPr>
        <p:spPr bwMode="auto">
          <a:xfrm>
            <a:off x="11247956" y="3097861"/>
            <a:ext cx="433387" cy="427037"/>
          </a:xfrm>
          <a:prstGeom prst="rect">
            <a:avLst/>
          </a:prstGeom>
          <a:solidFill>
            <a:srgbClr val="FFFFFF"/>
          </a:solidFill>
          <a:ln w="31750">
            <a:noFill/>
            <a:miter lim="800000"/>
            <a:headEnd/>
            <a:tailEnd/>
          </a:ln>
        </p:spPr>
        <p:txBody>
          <a:bodyPr lIns="0" tIns="0" rIns="0" bIns="0">
            <a:spAutoFit/>
          </a:bodyPr>
          <a:lstStyle/>
          <a:p>
            <a:pPr algn="just" defTabSz="914400"/>
            <a:r>
              <a:rPr lang="en-US" altLang="zh-CN" sz="2800" b="1" dirty="0">
                <a:solidFill>
                  <a:srgbClr val="00B050"/>
                </a:solidFill>
                <a:latin typeface="Times New Roman" panose="02020603050405020304" pitchFamily="18" charset="0"/>
                <a:ea typeface="黑体" pitchFamily="2" charset="-122"/>
                <a:cs typeface="Times New Roman" pitchFamily="18" charset="0"/>
              </a:rPr>
              <a:t>E</a:t>
            </a:r>
            <a:r>
              <a:rPr lang="en-US" altLang="zh-CN" sz="2800" b="1" baseline="-25000" dirty="0">
                <a:solidFill>
                  <a:srgbClr val="00B050"/>
                </a:solidFill>
                <a:latin typeface="Times New Roman" pitchFamily="18" charset="0"/>
                <a:ea typeface="黑体" pitchFamily="2" charset="-122"/>
                <a:cs typeface="Times New Roman" pitchFamily="18" charset="0"/>
              </a:rPr>
              <a:t>1</a:t>
            </a:r>
            <a:endParaRPr lang="en-US" altLang="zh-CN" sz="2800" b="1" dirty="0">
              <a:solidFill>
                <a:srgbClr val="00B050"/>
              </a:solidFill>
              <a:latin typeface="Times New Roman" pitchFamily="18" charset="0"/>
              <a:ea typeface="黑体" pitchFamily="2" charset="-122"/>
              <a:cs typeface="Times New Roman" pitchFamily="18" charset="0"/>
            </a:endParaRPr>
          </a:p>
        </p:txBody>
      </p:sp>
      <p:sp>
        <p:nvSpPr>
          <p:cNvPr id="125" name="Line 45">
            <a:extLst>
              <a:ext uri="{FF2B5EF4-FFF2-40B4-BE49-F238E27FC236}">
                <a16:creationId xmlns:a16="http://schemas.microsoft.com/office/drawing/2014/main" xmlns="" id="{31A2381B-CC1C-4733-9774-006CE26BFB2A}"/>
              </a:ext>
            </a:extLst>
          </p:cNvPr>
          <p:cNvSpPr>
            <a:spLocks noChangeShapeType="1"/>
          </p:cNvSpPr>
          <p:nvPr/>
        </p:nvSpPr>
        <p:spPr bwMode="auto">
          <a:xfrm flipV="1">
            <a:off x="7081154" y="3288388"/>
            <a:ext cx="4135438" cy="31750"/>
          </a:xfrm>
          <a:prstGeom prst="line">
            <a:avLst/>
          </a:prstGeom>
          <a:noFill/>
          <a:ln w="38100">
            <a:solidFill>
              <a:srgbClr val="00B050"/>
            </a:solidFill>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26" name="Line 46">
            <a:extLst>
              <a:ext uri="{FF2B5EF4-FFF2-40B4-BE49-F238E27FC236}">
                <a16:creationId xmlns:a16="http://schemas.microsoft.com/office/drawing/2014/main" xmlns="" id="{0B320C4B-0064-477B-AC1A-B9B9AA19B3BD}"/>
              </a:ext>
            </a:extLst>
          </p:cNvPr>
          <p:cNvSpPr>
            <a:spLocks noChangeShapeType="1"/>
          </p:cNvSpPr>
          <p:nvPr/>
        </p:nvSpPr>
        <p:spPr bwMode="auto">
          <a:xfrm flipV="1">
            <a:off x="7085748" y="2858348"/>
            <a:ext cx="4135437" cy="31750"/>
          </a:xfrm>
          <a:prstGeom prst="line">
            <a:avLst/>
          </a:prstGeom>
          <a:noFill/>
          <a:ln w="38100">
            <a:solidFill>
              <a:srgbClr val="C00000"/>
            </a:solidFill>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27" name="Text Box 50">
            <a:extLst>
              <a:ext uri="{FF2B5EF4-FFF2-40B4-BE49-F238E27FC236}">
                <a16:creationId xmlns:a16="http://schemas.microsoft.com/office/drawing/2014/main" xmlns="" id="{CD15CF1F-8909-492D-B88B-FBACA664F469}"/>
              </a:ext>
            </a:extLst>
          </p:cNvPr>
          <p:cNvSpPr txBox="1">
            <a:spLocks noChangeArrowheads="1"/>
          </p:cNvSpPr>
          <p:nvPr/>
        </p:nvSpPr>
        <p:spPr bwMode="auto">
          <a:xfrm>
            <a:off x="11263254" y="2641001"/>
            <a:ext cx="449262" cy="427038"/>
          </a:xfrm>
          <a:prstGeom prst="rect">
            <a:avLst/>
          </a:prstGeom>
          <a:solidFill>
            <a:srgbClr val="FFFFFF"/>
          </a:solidFill>
          <a:ln w="31750">
            <a:noFill/>
            <a:miter lim="800000"/>
            <a:headEnd/>
            <a:tailEnd/>
          </a:ln>
        </p:spPr>
        <p:txBody>
          <a:bodyPr lIns="0" tIns="0" rIns="0" bIns="0">
            <a:spAutoFit/>
          </a:bodyPr>
          <a:lstStyle/>
          <a:p>
            <a:pPr algn="just" defTabSz="914400"/>
            <a:r>
              <a:rPr lang="en-US" altLang="zh-CN" sz="2800" b="1" dirty="0">
                <a:solidFill>
                  <a:srgbClr val="FF0000"/>
                </a:solidFill>
                <a:latin typeface="Times New Roman" panose="02020603050405020304" pitchFamily="18" charset="0"/>
                <a:ea typeface="黑体" pitchFamily="2" charset="-122"/>
                <a:cs typeface="Times New Roman" pitchFamily="18" charset="0"/>
              </a:rPr>
              <a:t>E</a:t>
            </a:r>
            <a:r>
              <a:rPr lang="en-US" altLang="zh-CN" sz="2800" b="1" baseline="-25000" dirty="0">
                <a:solidFill>
                  <a:srgbClr val="FF0000"/>
                </a:solidFill>
                <a:latin typeface="Times New Roman" pitchFamily="18" charset="0"/>
                <a:ea typeface="黑体" pitchFamily="2" charset="-122"/>
                <a:cs typeface="Times New Roman" pitchFamily="18" charset="0"/>
              </a:rPr>
              <a:t>2</a:t>
            </a:r>
            <a:endParaRPr lang="en-US" altLang="zh-CN" sz="2800" b="1" dirty="0">
              <a:solidFill>
                <a:srgbClr val="FF0000"/>
              </a:solidFill>
              <a:latin typeface="Times New Roman" pitchFamily="18" charset="0"/>
              <a:ea typeface="黑体" pitchFamily="2" charset="-122"/>
              <a:cs typeface="Times New Roman" pitchFamily="18" charset="0"/>
            </a:endParaRPr>
          </a:p>
        </p:txBody>
      </p:sp>
      <p:sp>
        <p:nvSpPr>
          <p:cNvPr id="128" name="Text Box 54">
            <a:extLst>
              <a:ext uri="{FF2B5EF4-FFF2-40B4-BE49-F238E27FC236}">
                <a16:creationId xmlns:a16="http://schemas.microsoft.com/office/drawing/2014/main" xmlns="" id="{02FD81D9-D8D5-49CE-9750-D78778A46C4A}"/>
              </a:ext>
            </a:extLst>
          </p:cNvPr>
          <p:cNvSpPr txBox="1">
            <a:spLocks noChangeArrowheads="1"/>
          </p:cNvSpPr>
          <p:nvPr/>
        </p:nvSpPr>
        <p:spPr bwMode="auto">
          <a:xfrm>
            <a:off x="5096612" y="6754055"/>
            <a:ext cx="3914775" cy="455613"/>
          </a:xfrm>
          <a:prstGeom prst="rect">
            <a:avLst/>
          </a:prstGeom>
          <a:solidFill>
            <a:schemeClr val="accent2">
              <a:lumMod val="40000"/>
              <a:lumOff val="60000"/>
            </a:schemeClr>
          </a:solidFill>
          <a:ln w="31750">
            <a:noFill/>
            <a:miter lim="800000"/>
            <a:headEnd/>
            <a:tailEnd/>
          </a:ln>
        </p:spPr>
        <p:txBody>
          <a:bodyPr lIns="0" tIns="0" rIns="0" bIns="0"/>
          <a:lstStyle/>
          <a:p>
            <a:pPr algn="ctr" defTabSz="914400"/>
            <a:r>
              <a:rPr lang="zh-CN" altLang="en-US" sz="2800" b="1" dirty="0">
                <a:latin typeface="微软雅黑" pitchFamily="34" charset="-122"/>
                <a:ea typeface="微软雅黑" pitchFamily="34" charset="-122"/>
              </a:rPr>
              <a:t>原子和晶体的势能曲线</a:t>
            </a:r>
          </a:p>
        </p:txBody>
      </p:sp>
      <p:sp>
        <p:nvSpPr>
          <p:cNvPr id="129" name="Text Box 56">
            <a:extLst>
              <a:ext uri="{FF2B5EF4-FFF2-40B4-BE49-F238E27FC236}">
                <a16:creationId xmlns:a16="http://schemas.microsoft.com/office/drawing/2014/main" xmlns="" id="{B876F58A-DD44-42F9-B333-BF92164A1C20}"/>
              </a:ext>
            </a:extLst>
          </p:cNvPr>
          <p:cNvSpPr txBox="1">
            <a:spLocks noChangeArrowheads="1"/>
          </p:cNvSpPr>
          <p:nvPr/>
        </p:nvSpPr>
        <p:spPr bwMode="auto">
          <a:xfrm>
            <a:off x="3840686" y="898656"/>
            <a:ext cx="5008245" cy="707886"/>
          </a:xfrm>
          <a:prstGeom prst="rect">
            <a:avLst/>
          </a:prstGeom>
          <a:noFill/>
          <a:ln w="31750">
            <a:noFill/>
            <a:miter lim="800000"/>
            <a:headEnd/>
            <a:tailEnd/>
          </a:ln>
        </p:spPr>
        <p:txBody>
          <a:bodyPr wrap="square">
            <a:spAutoFit/>
          </a:bodyPr>
          <a:lstStyle/>
          <a:p>
            <a:pPr algn="ctr" defTabSz="914400">
              <a:spcBef>
                <a:spcPct val="50000"/>
              </a:spcBef>
            </a:pPr>
            <a:r>
              <a:rPr lang="en-US" altLang="zh-CN" sz="4000" b="1" dirty="0">
                <a:solidFill>
                  <a:srgbClr val="0000CC"/>
                </a:solidFill>
                <a:latin typeface="Times New Roman" pitchFamily="18" charset="0"/>
                <a:ea typeface="黑体" pitchFamily="2" charset="-122"/>
                <a:cs typeface="Times New Roman" pitchFamily="18" charset="0"/>
              </a:rPr>
              <a:t>1.</a:t>
            </a:r>
            <a:r>
              <a:rPr lang="zh-CN" altLang="en-US" sz="4000" b="1" dirty="0">
                <a:solidFill>
                  <a:srgbClr val="0000CC"/>
                </a:solidFill>
                <a:latin typeface="微软雅黑" pitchFamily="34" charset="-122"/>
                <a:ea typeface="微软雅黑" pitchFamily="34" charset="-122"/>
                <a:cs typeface="Times New Roman" pitchFamily="18" charset="0"/>
              </a:rPr>
              <a:t>电子共有化</a:t>
            </a:r>
          </a:p>
        </p:txBody>
      </p:sp>
      <p:grpSp>
        <p:nvGrpSpPr>
          <p:cNvPr id="130" name="组合 129">
            <a:extLst>
              <a:ext uri="{FF2B5EF4-FFF2-40B4-BE49-F238E27FC236}">
                <a16:creationId xmlns:a16="http://schemas.microsoft.com/office/drawing/2014/main" xmlns="" id="{CDF11480-DD9C-4FEA-9043-FC481DE4589C}"/>
              </a:ext>
            </a:extLst>
          </p:cNvPr>
          <p:cNvGrpSpPr/>
          <p:nvPr/>
        </p:nvGrpSpPr>
        <p:grpSpPr>
          <a:xfrm>
            <a:off x="1854872" y="5031796"/>
            <a:ext cx="490268" cy="483063"/>
            <a:chOff x="2178922" y="5597627"/>
            <a:chExt cx="490268" cy="483063"/>
          </a:xfrm>
        </p:grpSpPr>
        <p:sp>
          <p:nvSpPr>
            <p:cNvPr id="131" name="椭圆 130">
              <a:extLst>
                <a:ext uri="{FF2B5EF4-FFF2-40B4-BE49-F238E27FC236}">
                  <a16:creationId xmlns:a16="http://schemas.microsoft.com/office/drawing/2014/main" xmlns="" id="{56E24055-2A83-44E5-ABEA-79324373E042}"/>
                </a:ext>
              </a:extLst>
            </p:cNvPr>
            <p:cNvSpPr/>
            <p:nvPr/>
          </p:nvSpPr>
          <p:spPr>
            <a:xfrm rot="1080000">
              <a:off x="2417190" y="5828690"/>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a:extLst>
                <a:ext uri="{FF2B5EF4-FFF2-40B4-BE49-F238E27FC236}">
                  <a16:creationId xmlns:a16="http://schemas.microsoft.com/office/drawing/2014/main" xmlns="" id="{358A0E3B-E987-460A-ABB9-8BA09553B2AF}"/>
                </a:ext>
              </a:extLst>
            </p:cNvPr>
            <p:cNvSpPr/>
            <p:nvPr/>
          </p:nvSpPr>
          <p:spPr>
            <a:xfrm>
              <a:off x="2178922" y="5597627"/>
              <a:ext cx="108000" cy="108000"/>
            </a:xfrm>
            <a:prstGeom prst="ellipse">
              <a:avLst/>
            </a:prstGeom>
            <a:solidFill>
              <a:srgbClr val="0000CC"/>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3" name="组合 132">
            <a:extLst>
              <a:ext uri="{FF2B5EF4-FFF2-40B4-BE49-F238E27FC236}">
                <a16:creationId xmlns:a16="http://schemas.microsoft.com/office/drawing/2014/main" xmlns="" id="{2A3C337E-5957-4C4F-94FA-C03BE4022A3A}"/>
              </a:ext>
            </a:extLst>
          </p:cNvPr>
          <p:cNvGrpSpPr/>
          <p:nvPr/>
        </p:nvGrpSpPr>
        <p:grpSpPr>
          <a:xfrm>
            <a:off x="4584271" y="5076662"/>
            <a:ext cx="990394" cy="511156"/>
            <a:chOff x="5251650" y="5537826"/>
            <a:chExt cx="990394" cy="511156"/>
          </a:xfrm>
        </p:grpSpPr>
        <p:sp>
          <p:nvSpPr>
            <p:cNvPr id="134" name="椭圆 133">
              <a:extLst>
                <a:ext uri="{FF2B5EF4-FFF2-40B4-BE49-F238E27FC236}">
                  <a16:creationId xmlns:a16="http://schemas.microsoft.com/office/drawing/2014/main" xmlns="" id="{EF58C3C7-4811-4FAC-90B7-65BD22A0FE36}"/>
                </a:ext>
              </a:extLst>
            </p:cNvPr>
            <p:cNvSpPr/>
            <p:nvPr/>
          </p:nvSpPr>
          <p:spPr>
            <a:xfrm rot="1080000">
              <a:off x="5251650" y="5796982"/>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a:extLst>
                <a:ext uri="{FF2B5EF4-FFF2-40B4-BE49-F238E27FC236}">
                  <a16:creationId xmlns:a16="http://schemas.microsoft.com/office/drawing/2014/main" xmlns="" id="{9BA0085F-8B88-4A90-BAE0-AB3A4AEAD099}"/>
                </a:ext>
              </a:extLst>
            </p:cNvPr>
            <p:cNvSpPr/>
            <p:nvPr/>
          </p:nvSpPr>
          <p:spPr>
            <a:xfrm rot="1080000">
              <a:off x="5990044" y="5792766"/>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a:extLst>
                <a:ext uri="{FF2B5EF4-FFF2-40B4-BE49-F238E27FC236}">
                  <a16:creationId xmlns:a16="http://schemas.microsoft.com/office/drawing/2014/main" xmlns="" id="{D9A1D761-65FC-422B-A1CF-06B405182F82}"/>
                </a:ext>
              </a:extLst>
            </p:cNvPr>
            <p:cNvSpPr/>
            <p:nvPr/>
          </p:nvSpPr>
          <p:spPr>
            <a:xfrm>
              <a:off x="5676871" y="5537826"/>
              <a:ext cx="108000" cy="108000"/>
            </a:xfrm>
            <a:prstGeom prst="ellipse">
              <a:avLst/>
            </a:prstGeom>
            <a:solidFill>
              <a:srgbClr val="0000CC"/>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7" name="椭圆 136">
            <a:extLst>
              <a:ext uri="{FF2B5EF4-FFF2-40B4-BE49-F238E27FC236}">
                <a16:creationId xmlns:a16="http://schemas.microsoft.com/office/drawing/2014/main" xmlns="" id="{3052CA01-3F44-4140-A17C-9921F0412C10}"/>
              </a:ext>
            </a:extLst>
          </p:cNvPr>
          <p:cNvSpPr/>
          <p:nvPr/>
        </p:nvSpPr>
        <p:spPr>
          <a:xfrm>
            <a:off x="9568289" y="4991145"/>
            <a:ext cx="108000" cy="108000"/>
          </a:xfrm>
          <a:prstGeom prst="ellipse">
            <a:avLst/>
          </a:prstGeom>
          <a:solidFill>
            <a:srgbClr val="0000CC"/>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8" name="组合 137">
            <a:extLst>
              <a:ext uri="{FF2B5EF4-FFF2-40B4-BE49-F238E27FC236}">
                <a16:creationId xmlns:a16="http://schemas.microsoft.com/office/drawing/2014/main" xmlns="" id="{5CC70AAB-10ED-493E-9083-89757DE1BF55}"/>
              </a:ext>
            </a:extLst>
          </p:cNvPr>
          <p:cNvGrpSpPr/>
          <p:nvPr/>
        </p:nvGrpSpPr>
        <p:grpSpPr>
          <a:xfrm>
            <a:off x="7553620" y="5185413"/>
            <a:ext cx="4127723" cy="296916"/>
            <a:chOff x="7553620" y="5520397"/>
            <a:chExt cx="4127723" cy="296916"/>
          </a:xfrm>
        </p:grpSpPr>
        <p:sp>
          <p:nvSpPr>
            <p:cNvPr id="139" name="椭圆 138">
              <a:extLst>
                <a:ext uri="{FF2B5EF4-FFF2-40B4-BE49-F238E27FC236}">
                  <a16:creationId xmlns:a16="http://schemas.microsoft.com/office/drawing/2014/main" xmlns="" id="{66518B53-AECD-4042-AA09-69F3CC58A320}"/>
                </a:ext>
              </a:extLst>
            </p:cNvPr>
            <p:cNvSpPr/>
            <p:nvPr/>
          </p:nvSpPr>
          <p:spPr>
            <a:xfrm rot="1080000">
              <a:off x="7553620" y="5565313"/>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a:extLst>
                <a:ext uri="{FF2B5EF4-FFF2-40B4-BE49-F238E27FC236}">
                  <a16:creationId xmlns:a16="http://schemas.microsoft.com/office/drawing/2014/main" xmlns="" id="{AC9D90BE-B6A3-4AF3-973B-7EAF7A404D5E}"/>
                </a:ext>
              </a:extLst>
            </p:cNvPr>
            <p:cNvSpPr/>
            <p:nvPr/>
          </p:nvSpPr>
          <p:spPr>
            <a:xfrm rot="1080000">
              <a:off x="8168021" y="5556661"/>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a:extLst>
                <a:ext uri="{FF2B5EF4-FFF2-40B4-BE49-F238E27FC236}">
                  <a16:creationId xmlns:a16="http://schemas.microsoft.com/office/drawing/2014/main" xmlns="" id="{61173703-B470-4636-8DCC-CD1D5EB258D0}"/>
                </a:ext>
              </a:extLst>
            </p:cNvPr>
            <p:cNvSpPr/>
            <p:nvPr/>
          </p:nvSpPr>
          <p:spPr>
            <a:xfrm rot="1080000">
              <a:off x="8750060" y="5543964"/>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a:extLst>
                <a:ext uri="{FF2B5EF4-FFF2-40B4-BE49-F238E27FC236}">
                  <a16:creationId xmlns:a16="http://schemas.microsoft.com/office/drawing/2014/main" xmlns="" id="{9D789F95-843D-49E8-95A9-909628CF73C7}"/>
                </a:ext>
              </a:extLst>
            </p:cNvPr>
            <p:cNvSpPr/>
            <p:nvPr/>
          </p:nvSpPr>
          <p:spPr>
            <a:xfrm rot="1080000">
              <a:off x="9278023" y="5543963"/>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椭圆 142">
              <a:extLst>
                <a:ext uri="{FF2B5EF4-FFF2-40B4-BE49-F238E27FC236}">
                  <a16:creationId xmlns:a16="http://schemas.microsoft.com/office/drawing/2014/main" xmlns="" id="{10A7A8A3-269D-4A4E-9FDD-4481E4C59190}"/>
                </a:ext>
              </a:extLst>
            </p:cNvPr>
            <p:cNvSpPr/>
            <p:nvPr/>
          </p:nvSpPr>
          <p:spPr>
            <a:xfrm rot="1080000">
              <a:off x="9806638" y="5541490"/>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a:extLst>
                <a:ext uri="{FF2B5EF4-FFF2-40B4-BE49-F238E27FC236}">
                  <a16:creationId xmlns:a16="http://schemas.microsoft.com/office/drawing/2014/main" xmlns="" id="{2372BC11-9E63-41BB-BD2B-6A7C110D3984}"/>
                </a:ext>
              </a:extLst>
            </p:cNvPr>
            <p:cNvSpPr/>
            <p:nvPr/>
          </p:nvSpPr>
          <p:spPr>
            <a:xfrm rot="1080000">
              <a:off x="10373417" y="5530378"/>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5" name="椭圆 144">
              <a:extLst>
                <a:ext uri="{FF2B5EF4-FFF2-40B4-BE49-F238E27FC236}">
                  <a16:creationId xmlns:a16="http://schemas.microsoft.com/office/drawing/2014/main" xmlns="" id="{0FD7C55A-8AA4-4023-AC58-1DCFA9B63331}"/>
                </a:ext>
              </a:extLst>
            </p:cNvPr>
            <p:cNvSpPr/>
            <p:nvPr/>
          </p:nvSpPr>
          <p:spPr>
            <a:xfrm rot="1080000">
              <a:off x="10901380" y="5526263"/>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a:extLst>
                <a:ext uri="{FF2B5EF4-FFF2-40B4-BE49-F238E27FC236}">
                  <a16:creationId xmlns:a16="http://schemas.microsoft.com/office/drawing/2014/main" xmlns="" id="{DFE67EBD-B978-4A7D-BBDF-9299E75FD7C5}"/>
                </a:ext>
              </a:extLst>
            </p:cNvPr>
            <p:cNvSpPr/>
            <p:nvPr/>
          </p:nvSpPr>
          <p:spPr>
            <a:xfrm rot="1080000">
              <a:off x="11429343" y="5520397"/>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7" name="组合 146">
            <a:extLst>
              <a:ext uri="{FF2B5EF4-FFF2-40B4-BE49-F238E27FC236}">
                <a16:creationId xmlns:a16="http://schemas.microsoft.com/office/drawing/2014/main" xmlns="" id="{63FC295C-5B75-4CE0-9860-979B67036B39}"/>
              </a:ext>
            </a:extLst>
          </p:cNvPr>
          <p:cNvGrpSpPr/>
          <p:nvPr/>
        </p:nvGrpSpPr>
        <p:grpSpPr>
          <a:xfrm>
            <a:off x="1773333" y="6498070"/>
            <a:ext cx="998932" cy="382587"/>
            <a:chOff x="1763806" y="6820031"/>
            <a:chExt cx="998932" cy="382587"/>
          </a:xfrm>
        </p:grpSpPr>
        <p:sp>
          <p:nvSpPr>
            <p:cNvPr id="148" name="Text Box 13">
              <a:extLst>
                <a:ext uri="{FF2B5EF4-FFF2-40B4-BE49-F238E27FC236}">
                  <a16:creationId xmlns:a16="http://schemas.microsoft.com/office/drawing/2014/main" xmlns="" id="{053A11BA-DCE6-4A95-8122-0B7301F1B4FD}"/>
                </a:ext>
              </a:extLst>
            </p:cNvPr>
            <p:cNvSpPr txBox="1">
              <a:spLocks noChangeArrowheads="1"/>
            </p:cNvSpPr>
            <p:nvPr/>
          </p:nvSpPr>
          <p:spPr bwMode="auto">
            <a:xfrm>
              <a:off x="1763806" y="6820031"/>
              <a:ext cx="998932" cy="382587"/>
            </a:xfrm>
            <a:prstGeom prst="rect">
              <a:avLst/>
            </a:prstGeom>
            <a:solidFill>
              <a:srgbClr val="FFFFFF"/>
            </a:solidFill>
            <a:ln w="31750">
              <a:noFill/>
              <a:miter lim="800000"/>
              <a:headEnd/>
              <a:tailEnd/>
            </a:ln>
          </p:spPr>
          <p:txBody>
            <a:bodyPr lIns="0" tIns="0" rIns="0" bIns="0"/>
            <a:lstStyle/>
            <a:p>
              <a:pPr algn="just" defTabSz="914400"/>
              <a:r>
                <a:rPr lang="zh-CN" altLang="en-US" sz="2400" b="1" dirty="0">
                  <a:latin typeface="微软雅黑" panose="020B0503020204020204" pitchFamily="34" charset="-122"/>
                  <a:ea typeface="微软雅黑" panose="020B0503020204020204" pitchFamily="34" charset="-122"/>
                  <a:cs typeface="Times New Roman" pitchFamily="18" charset="0"/>
                </a:rPr>
                <a:t>离子</a:t>
              </a:r>
            </a:p>
          </p:txBody>
        </p:sp>
        <p:sp>
          <p:nvSpPr>
            <p:cNvPr id="149" name="椭圆 148">
              <a:extLst>
                <a:ext uri="{FF2B5EF4-FFF2-40B4-BE49-F238E27FC236}">
                  <a16:creationId xmlns:a16="http://schemas.microsoft.com/office/drawing/2014/main" xmlns="" id="{E030B7E8-5C75-43DE-95F4-A83CCCAD8F42}"/>
                </a:ext>
              </a:extLst>
            </p:cNvPr>
            <p:cNvSpPr/>
            <p:nvPr/>
          </p:nvSpPr>
          <p:spPr>
            <a:xfrm rot="1080000">
              <a:off x="2425846" y="6881162"/>
              <a:ext cx="252000" cy="252000"/>
            </a:xfrm>
            <a:prstGeom prst="ellipse">
              <a:avLst/>
            </a:prstGeom>
            <a:solidFill>
              <a:srgbClr val="FF00FF"/>
            </a:solidFill>
            <a:ln>
              <a:noFill/>
            </a:ln>
            <a:scene3d>
              <a:camera prst="orthographicFront">
                <a:rot lat="0" lon="0" rev="0"/>
              </a:camera>
              <a:lightRig rig="sunrise" dir="t"/>
            </a:scene3d>
            <a:sp3d prstMaterial="plastic">
              <a:bevelT w="152400" h="152400"/>
              <a:bevelB w="152400" h="1524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0" name="组合 149">
            <a:extLst>
              <a:ext uri="{FF2B5EF4-FFF2-40B4-BE49-F238E27FC236}">
                <a16:creationId xmlns:a16="http://schemas.microsoft.com/office/drawing/2014/main" xmlns="" id="{892F62A7-75BB-4BA3-9C59-4CF83556F33E}"/>
              </a:ext>
            </a:extLst>
          </p:cNvPr>
          <p:cNvGrpSpPr/>
          <p:nvPr/>
        </p:nvGrpSpPr>
        <p:grpSpPr>
          <a:xfrm>
            <a:off x="804741" y="6484467"/>
            <a:ext cx="998932" cy="382587"/>
            <a:chOff x="1495912" y="6360861"/>
            <a:chExt cx="998932" cy="382587"/>
          </a:xfrm>
        </p:grpSpPr>
        <p:sp>
          <p:nvSpPr>
            <p:cNvPr id="151" name="Text Box 13">
              <a:extLst>
                <a:ext uri="{FF2B5EF4-FFF2-40B4-BE49-F238E27FC236}">
                  <a16:creationId xmlns:a16="http://schemas.microsoft.com/office/drawing/2014/main" xmlns="" id="{4D5C7568-CF5F-426F-8580-DC81749183CA}"/>
                </a:ext>
              </a:extLst>
            </p:cNvPr>
            <p:cNvSpPr txBox="1">
              <a:spLocks noChangeArrowheads="1"/>
            </p:cNvSpPr>
            <p:nvPr/>
          </p:nvSpPr>
          <p:spPr bwMode="auto">
            <a:xfrm>
              <a:off x="1495912" y="6360861"/>
              <a:ext cx="998932" cy="382587"/>
            </a:xfrm>
            <a:prstGeom prst="rect">
              <a:avLst/>
            </a:prstGeom>
            <a:solidFill>
              <a:srgbClr val="FFFFFF"/>
            </a:solidFill>
            <a:ln w="31750">
              <a:noFill/>
              <a:miter lim="800000"/>
              <a:headEnd/>
              <a:tailEnd/>
            </a:ln>
          </p:spPr>
          <p:txBody>
            <a:bodyPr lIns="0" tIns="0" rIns="0" bIns="0"/>
            <a:lstStyle/>
            <a:p>
              <a:pPr algn="just" defTabSz="914400"/>
              <a:r>
                <a:rPr lang="zh-CN" altLang="en-US" sz="2400" b="1" dirty="0">
                  <a:latin typeface="微软雅黑" panose="020B0503020204020204" pitchFamily="34" charset="-122"/>
                  <a:ea typeface="微软雅黑" panose="020B0503020204020204" pitchFamily="34" charset="-122"/>
                  <a:cs typeface="Times New Roman" pitchFamily="18" charset="0"/>
                </a:rPr>
                <a:t>电子</a:t>
              </a:r>
            </a:p>
          </p:txBody>
        </p:sp>
        <p:sp>
          <p:nvSpPr>
            <p:cNvPr id="152" name="椭圆 151">
              <a:extLst>
                <a:ext uri="{FF2B5EF4-FFF2-40B4-BE49-F238E27FC236}">
                  <a16:creationId xmlns:a16="http://schemas.microsoft.com/office/drawing/2014/main" xmlns="" id="{173732BA-C5B5-42F4-915E-DFCCC3E34872}"/>
                </a:ext>
              </a:extLst>
            </p:cNvPr>
            <p:cNvSpPr/>
            <p:nvPr/>
          </p:nvSpPr>
          <p:spPr>
            <a:xfrm>
              <a:off x="2209394" y="6480141"/>
              <a:ext cx="108000" cy="108000"/>
            </a:xfrm>
            <a:prstGeom prst="ellipse">
              <a:avLst/>
            </a:prstGeom>
            <a:solidFill>
              <a:srgbClr val="0000CC"/>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3" name="组合 152">
            <a:extLst>
              <a:ext uri="{FF2B5EF4-FFF2-40B4-BE49-F238E27FC236}">
                <a16:creationId xmlns:a16="http://schemas.microsoft.com/office/drawing/2014/main" xmlns="" id="{CBDB5599-C693-471E-8F21-58E4D22FF21E}"/>
              </a:ext>
            </a:extLst>
          </p:cNvPr>
          <p:cNvGrpSpPr/>
          <p:nvPr/>
        </p:nvGrpSpPr>
        <p:grpSpPr>
          <a:xfrm>
            <a:off x="7098269" y="1798850"/>
            <a:ext cx="4453435" cy="2442210"/>
            <a:chOff x="7661791" y="2115713"/>
            <a:chExt cx="4468812" cy="2442210"/>
          </a:xfrm>
        </p:grpSpPr>
        <p:sp>
          <p:nvSpPr>
            <p:cNvPr id="154" name="Line 27">
              <a:extLst>
                <a:ext uri="{FF2B5EF4-FFF2-40B4-BE49-F238E27FC236}">
                  <a16:creationId xmlns:a16="http://schemas.microsoft.com/office/drawing/2014/main" xmlns="" id="{0F400599-1F54-4667-847A-9DB89C44CB7E}"/>
                </a:ext>
              </a:extLst>
            </p:cNvPr>
            <p:cNvSpPr>
              <a:spLocks noChangeShapeType="1"/>
            </p:cNvSpPr>
            <p:nvPr/>
          </p:nvSpPr>
          <p:spPr bwMode="auto">
            <a:xfrm>
              <a:off x="7661791" y="2903748"/>
              <a:ext cx="4398962" cy="3175"/>
            </a:xfrm>
            <a:prstGeom prst="line">
              <a:avLst/>
            </a:prstGeom>
            <a:noFill/>
            <a:ln w="31750">
              <a:solidFill>
                <a:schemeClr val="tx1"/>
              </a:solidFill>
              <a:round/>
              <a:headEnd/>
              <a:tailEnd type="stealth"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55" name="Line 28">
              <a:extLst>
                <a:ext uri="{FF2B5EF4-FFF2-40B4-BE49-F238E27FC236}">
                  <a16:creationId xmlns:a16="http://schemas.microsoft.com/office/drawing/2014/main" xmlns="" id="{5F40D5E0-4A38-4321-91DF-094B63FC0C05}"/>
                </a:ext>
              </a:extLst>
            </p:cNvPr>
            <p:cNvSpPr>
              <a:spLocks noChangeShapeType="1"/>
            </p:cNvSpPr>
            <p:nvPr/>
          </p:nvSpPr>
          <p:spPr bwMode="auto">
            <a:xfrm flipV="1">
              <a:off x="8493641" y="2462423"/>
              <a:ext cx="1587" cy="1408113"/>
            </a:xfrm>
            <a:prstGeom prst="line">
              <a:avLst/>
            </a:prstGeom>
            <a:noFill/>
            <a:ln w="31750">
              <a:solidFill>
                <a:schemeClr val="tx1"/>
              </a:solidFill>
              <a:prstDash val="dash"/>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56" name="Oval 29">
              <a:extLst>
                <a:ext uri="{FF2B5EF4-FFF2-40B4-BE49-F238E27FC236}">
                  <a16:creationId xmlns:a16="http://schemas.microsoft.com/office/drawing/2014/main" xmlns="" id="{5AF4EB49-6B65-4A15-87DA-9FC9399BA5BD}"/>
                </a:ext>
              </a:extLst>
            </p:cNvPr>
            <p:cNvSpPr>
              <a:spLocks noChangeAspect="1" noChangeArrowheads="1"/>
            </p:cNvSpPr>
            <p:nvPr/>
          </p:nvSpPr>
          <p:spPr bwMode="auto">
            <a:xfrm>
              <a:off x="8439666" y="2854536"/>
              <a:ext cx="112712" cy="107950"/>
            </a:xfrm>
            <a:prstGeom prst="ellipse">
              <a:avLst/>
            </a:prstGeom>
            <a:solidFill>
              <a:srgbClr val="000000"/>
            </a:solid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57" name="Text Box 30">
              <a:extLst>
                <a:ext uri="{FF2B5EF4-FFF2-40B4-BE49-F238E27FC236}">
                  <a16:creationId xmlns:a16="http://schemas.microsoft.com/office/drawing/2014/main" xmlns="" id="{F7E0718A-1D63-4444-8278-5566205A985A}"/>
                </a:ext>
              </a:extLst>
            </p:cNvPr>
            <p:cNvSpPr txBox="1">
              <a:spLocks noChangeArrowheads="1"/>
            </p:cNvSpPr>
            <p:nvPr/>
          </p:nvSpPr>
          <p:spPr bwMode="auto">
            <a:xfrm>
              <a:off x="11908353" y="2416386"/>
              <a:ext cx="222250" cy="355600"/>
            </a:xfrm>
            <a:prstGeom prst="rect">
              <a:avLst/>
            </a:prstGeom>
            <a:solidFill>
              <a:srgbClr val="FFFFFF"/>
            </a:solidFill>
            <a:ln w="31750">
              <a:noFill/>
              <a:miter lim="800000"/>
              <a:headEnd/>
              <a:tailEnd/>
            </a:ln>
          </p:spPr>
          <p:txBody>
            <a:bodyPr lIns="0" tIns="0" rIns="0" bIns="0"/>
            <a:lstStyle/>
            <a:p>
              <a:pPr algn="just" defTabSz="914400"/>
              <a:r>
                <a:rPr lang="en-US" altLang="zh-CN" sz="2400" b="1">
                  <a:latin typeface="Times New Roman" panose="02020603050405020304" pitchFamily="18" charset="0"/>
                  <a:cs typeface="Times New Roman" panose="02020603050405020304" pitchFamily="18" charset="0"/>
                </a:rPr>
                <a:t>r</a:t>
              </a:r>
              <a:endParaRPr lang="en-US" altLang="zh-CN" sz="2400" b="1">
                <a:latin typeface="Times New Roman" panose="02020603050405020304" pitchFamily="18" charset="0"/>
                <a:ea typeface="楷体_GB2312" pitchFamily="49" charset="-122"/>
                <a:cs typeface="Times New Roman" panose="02020603050405020304" pitchFamily="18" charset="0"/>
              </a:endParaRPr>
            </a:p>
          </p:txBody>
        </p:sp>
        <p:sp>
          <p:nvSpPr>
            <p:cNvPr id="158" name="Text Box 31">
              <a:extLst>
                <a:ext uri="{FF2B5EF4-FFF2-40B4-BE49-F238E27FC236}">
                  <a16:creationId xmlns:a16="http://schemas.microsoft.com/office/drawing/2014/main" xmlns="" id="{C1756652-958C-4BAF-A58F-66653273899C}"/>
                </a:ext>
              </a:extLst>
            </p:cNvPr>
            <p:cNvSpPr txBox="1">
              <a:spLocks noChangeArrowheads="1"/>
            </p:cNvSpPr>
            <p:nvPr/>
          </p:nvSpPr>
          <p:spPr bwMode="auto">
            <a:xfrm>
              <a:off x="9651881" y="2115713"/>
              <a:ext cx="317500" cy="314325"/>
            </a:xfrm>
            <a:prstGeom prst="rect">
              <a:avLst/>
            </a:prstGeom>
            <a:solidFill>
              <a:srgbClr val="FFFFFF"/>
            </a:solidFill>
            <a:ln w="31750">
              <a:noFill/>
              <a:miter lim="800000"/>
              <a:headEnd/>
              <a:tailEnd/>
            </a:ln>
          </p:spPr>
          <p:txBody>
            <a:bodyPr lIns="0" tIns="0" rIns="0" bIns="0"/>
            <a:lstStyle/>
            <a:p>
              <a:pPr algn="just" defTabSz="914400"/>
              <a:r>
                <a:rPr lang="en-US" altLang="zh-CN" sz="2400" b="1" dirty="0">
                  <a:latin typeface="Times New Roman" panose="02020603050405020304" pitchFamily="18" charset="0"/>
                  <a:ea typeface="黑体" pitchFamily="2" charset="-122"/>
                  <a:cs typeface="Times New Roman" panose="02020603050405020304" pitchFamily="18" charset="0"/>
                </a:rPr>
                <a:t>U</a:t>
              </a:r>
            </a:p>
          </p:txBody>
        </p:sp>
        <p:sp>
          <p:nvSpPr>
            <p:cNvPr id="159" name="Text Box 32">
              <a:extLst>
                <a:ext uri="{FF2B5EF4-FFF2-40B4-BE49-F238E27FC236}">
                  <a16:creationId xmlns:a16="http://schemas.microsoft.com/office/drawing/2014/main" xmlns="" id="{FF2A7772-9F93-4A45-AAB9-E357E78171FF}"/>
                </a:ext>
              </a:extLst>
            </p:cNvPr>
            <p:cNvSpPr txBox="1">
              <a:spLocks noChangeArrowheads="1"/>
            </p:cNvSpPr>
            <p:nvPr/>
          </p:nvSpPr>
          <p:spPr bwMode="auto">
            <a:xfrm>
              <a:off x="8827016" y="4156286"/>
              <a:ext cx="2924175" cy="401637"/>
            </a:xfrm>
            <a:prstGeom prst="rect">
              <a:avLst/>
            </a:prstGeom>
            <a:solidFill>
              <a:srgbClr val="FFFFFF"/>
            </a:solidFill>
            <a:ln w="31750">
              <a:noFill/>
              <a:miter lim="800000"/>
              <a:headEnd/>
              <a:tailEnd/>
            </a:ln>
          </p:spPr>
          <p:txBody>
            <a:bodyPr lIns="0" tIns="0" rIns="0" bIns="0"/>
            <a:lstStyle/>
            <a:p>
              <a:pPr algn="just" defTabSz="914400"/>
              <a:r>
                <a:rPr lang="en-US" altLang="zh-CN" sz="2400" b="1" dirty="0">
                  <a:latin typeface="Times New Roman" pitchFamily="18" charset="0"/>
                  <a:ea typeface="黑体" pitchFamily="2" charset="-122"/>
                  <a:cs typeface="Times New Roman" pitchFamily="18" charset="0"/>
                </a:rPr>
                <a:t>(</a:t>
              </a:r>
              <a:r>
                <a:rPr lang="en-US" altLang="zh-CN" sz="2400" b="1" dirty="0">
                  <a:latin typeface="Times New Roman" panose="02020603050405020304" pitchFamily="18" charset="0"/>
                  <a:ea typeface="微软雅黑" pitchFamily="34" charset="-122"/>
                  <a:cs typeface="Times New Roman" panose="02020603050405020304" pitchFamily="18" charset="0"/>
                </a:rPr>
                <a:t>c) </a:t>
              </a:r>
              <a:r>
                <a:rPr lang="zh-CN" altLang="en-US" sz="2400" b="1" dirty="0">
                  <a:latin typeface="Times New Roman" panose="02020603050405020304" pitchFamily="18" charset="0"/>
                  <a:ea typeface="微软雅黑" pitchFamily="34" charset="-122"/>
                  <a:cs typeface="Times New Roman" panose="02020603050405020304" pitchFamily="18" charset="0"/>
                </a:rPr>
                <a:t>晶体中周期性势场</a:t>
              </a:r>
            </a:p>
          </p:txBody>
        </p:sp>
        <p:sp>
          <p:nvSpPr>
            <p:cNvPr id="160" name="Line 33">
              <a:extLst>
                <a:ext uri="{FF2B5EF4-FFF2-40B4-BE49-F238E27FC236}">
                  <a16:creationId xmlns:a16="http://schemas.microsoft.com/office/drawing/2014/main" xmlns="" id="{4D1D4579-CB22-47D2-95DD-3B25D7EA4270}"/>
                </a:ext>
              </a:extLst>
            </p:cNvPr>
            <p:cNvSpPr>
              <a:spLocks noChangeShapeType="1"/>
            </p:cNvSpPr>
            <p:nvPr/>
          </p:nvSpPr>
          <p:spPr bwMode="auto">
            <a:xfrm flipV="1">
              <a:off x="9139753" y="2479886"/>
              <a:ext cx="1588" cy="1406525"/>
            </a:xfrm>
            <a:prstGeom prst="line">
              <a:avLst/>
            </a:prstGeom>
            <a:noFill/>
            <a:ln w="31750">
              <a:solidFill>
                <a:schemeClr val="tx1"/>
              </a:solidFill>
              <a:prstDash val="dash"/>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61" name="Oval 34">
              <a:extLst>
                <a:ext uri="{FF2B5EF4-FFF2-40B4-BE49-F238E27FC236}">
                  <a16:creationId xmlns:a16="http://schemas.microsoft.com/office/drawing/2014/main" xmlns="" id="{B9CEF8D5-4F0E-4D13-856F-9996DBAFBA58}"/>
                </a:ext>
              </a:extLst>
            </p:cNvPr>
            <p:cNvSpPr>
              <a:spLocks noChangeAspect="1" noChangeArrowheads="1"/>
            </p:cNvSpPr>
            <p:nvPr/>
          </p:nvSpPr>
          <p:spPr bwMode="auto">
            <a:xfrm>
              <a:off x="9085778" y="2848186"/>
              <a:ext cx="112713" cy="109537"/>
            </a:xfrm>
            <a:prstGeom prst="ellipse">
              <a:avLst/>
            </a:prstGeom>
            <a:solidFill>
              <a:srgbClr val="000000"/>
            </a:solid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62" name="Line 35">
              <a:extLst>
                <a:ext uri="{FF2B5EF4-FFF2-40B4-BE49-F238E27FC236}">
                  <a16:creationId xmlns:a16="http://schemas.microsoft.com/office/drawing/2014/main" xmlns="" id="{454D0F01-EE0F-4C6E-BD3E-D51EF9EFCB18}"/>
                </a:ext>
              </a:extLst>
            </p:cNvPr>
            <p:cNvSpPr>
              <a:spLocks noChangeShapeType="1"/>
            </p:cNvSpPr>
            <p:nvPr/>
          </p:nvSpPr>
          <p:spPr bwMode="auto">
            <a:xfrm flipV="1">
              <a:off x="9750941" y="2452898"/>
              <a:ext cx="1587" cy="1406525"/>
            </a:xfrm>
            <a:prstGeom prst="line">
              <a:avLst/>
            </a:prstGeom>
            <a:noFill/>
            <a:ln w="31750">
              <a:solidFill>
                <a:schemeClr val="tx1"/>
              </a:solidFill>
              <a:round/>
              <a:headEnd/>
              <a:tailEnd type="stealth"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63" name="Freeform 36">
              <a:extLst>
                <a:ext uri="{FF2B5EF4-FFF2-40B4-BE49-F238E27FC236}">
                  <a16:creationId xmlns:a16="http://schemas.microsoft.com/office/drawing/2014/main" xmlns="" id="{64C5C9B6-AF87-4354-8BD3-8EE2A57574AD}"/>
                </a:ext>
              </a:extLst>
            </p:cNvPr>
            <p:cNvSpPr>
              <a:spLocks/>
            </p:cNvSpPr>
            <p:nvPr/>
          </p:nvSpPr>
          <p:spPr bwMode="auto">
            <a:xfrm>
              <a:off x="8573016" y="3370473"/>
              <a:ext cx="504825" cy="549275"/>
            </a:xfrm>
            <a:custGeom>
              <a:avLst/>
              <a:gdLst>
                <a:gd name="T0" fmla="*/ 0 w 570"/>
                <a:gd name="T1" fmla="*/ 2147483647 h 622"/>
                <a:gd name="T2" fmla="*/ 2147483647 w 570"/>
                <a:gd name="T3" fmla="*/ 2147483647 h 622"/>
                <a:gd name="T4" fmla="*/ 2147483647 w 570"/>
                <a:gd name="T5" fmla="*/ 2147483647 h 622"/>
                <a:gd name="T6" fmla="*/ 2147483647 w 570"/>
                <a:gd name="T7" fmla="*/ 2147483647 h 622"/>
                <a:gd name="T8" fmla="*/ 2147483647 w 570"/>
                <a:gd name="T9" fmla="*/ 2147483647 h 622"/>
                <a:gd name="T10" fmla="*/ 2147483647 w 570"/>
                <a:gd name="T11" fmla="*/ 2147483647 h 622"/>
                <a:gd name="T12" fmla="*/ 0 60000 65536"/>
                <a:gd name="T13" fmla="*/ 0 60000 65536"/>
                <a:gd name="T14" fmla="*/ 0 60000 65536"/>
                <a:gd name="T15" fmla="*/ 0 60000 65536"/>
                <a:gd name="T16" fmla="*/ 0 60000 65536"/>
                <a:gd name="T17" fmla="*/ 0 60000 65536"/>
                <a:gd name="T18" fmla="*/ 0 w 570"/>
                <a:gd name="T19" fmla="*/ 0 h 622"/>
                <a:gd name="T20" fmla="*/ 570 w 570"/>
                <a:gd name="T21" fmla="*/ 622 h 622"/>
              </a:gdLst>
              <a:ahLst/>
              <a:cxnLst>
                <a:cxn ang="T12">
                  <a:pos x="T0" y="T1"/>
                </a:cxn>
                <a:cxn ang="T13">
                  <a:pos x="T2" y="T3"/>
                </a:cxn>
                <a:cxn ang="T14">
                  <a:pos x="T4" y="T5"/>
                </a:cxn>
                <a:cxn ang="T15">
                  <a:pos x="T6" y="T7"/>
                </a:cxn>
                <a:cxn ang="T16">
                  <a:pos x="T8" y="T9"/>
                </a:cxn>
                <a:cxn ang="T17">
                  <a:pos x="T10" y="T11"/>
                </a:cxn>
              </a:cxnLst>
              <a:rect l="T18" t="T19" r="T20" b="T21"/>
              <a:pathLst>
                <a:path w="570" h="622">
                  <a:moveTo>
                    <a:pt x="0" y="622"/>
                  </a:moveTo>
                  <a:cubicBezTo>
                    <a:pt x="33" y="457"/>
                    <a:pt x="67" y="292"/>
                    <a:pt x="110" y="190"/>
                  </a:cubicBezTo>
                  <a:cubicBezTo>
                    <a:pt x="153" y="88"/>
                    <a:pt x="212" y="20"/>
                    <a:pt x="260" y="10"/>
                  </a:cubicBezTo>
                  <a:cubicBezTo>
                    <a:pt x="308" y="0"/>
                    <a:pt x="363" y="80"/>
                    <a:pt x="400" y="130"/>
                  </a:cubicBezTo>
                  <a:cubicBezTo>
                    <a:pt x="437" y="180"/>
                    <a:pt x="452" y="231"/>
                    <a:pt x="480" y="310"/>
                  </a:cubicBezTo>
                  <a:cubicBezTo>
                    <a:pt x="508" y="389"/>
                    <a:pt x="539" y="495"/>
                    <a:pt x="570" y="601"/>
                  </a:cubicBezTo>
                </a:path>
              </a:pathLst>
            </a:custGeom>
            <a:no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64" name="Oval 37">
              <a:extLst>
                <a:ext uri="{FF2B5EF4-FFF2-40B4-BE49-F238E27FC236}">
                  <a16:creationId xmlns:a16="http://schemas.microsoft.com/office/drawing/2014/main" xmlns="" id="{292528D9-7807-44F7-8AB9-BBA374431E33}"/>
                </a:ext>
              </a:extLst>
            </p:cNvPr>
            <p:cNvSpPr>
              <a:spLocks noChangeAspect="1" noChangeArrowheads="1"/>
            </p:cNvSpPr>
            <p:nvPr/>
          </p:nvSpPr>
          <p:spPr bwMode="auto">
            <a:xfrm>
              <a:off x="9687441" y="2833898"/>
              <a:ext cx="111125" cy="111125"/>
            </a:xfrm>
            <a:prstGeom prst="ellipse">
              <a:avLst/>
            </a:prstGeom>
            <a:solidFill>
              <a:srgbClr val="000000"/>
            </a:solid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65" name="Line 38">
              <a:extLst>
                <a:ext uri="{FF2B5EF4-FFF2-40B4-BE49-F238E27FC236}">
                  <a16:creationId xmlns:a16="http://schemas.microsoft.com/office/drawing/2014/main" xmlns="" id="{C515396C-49DA-412A-A593-8D0287BD356E}"/>
                </a:ext>
              </a:extLst>
            </p:cNvPr>
            <p:cNvSpPr>
              <a:spLocks noChangeShapeType="1"/>
            </p:cNvSpPr>
            <p:nvPr/>
          </p:nvSpPr>
          <p:spPr bwMode="auto">
            <a:xfrm flipV="1">
              <a:off x="10371653" y="2460836"/>
              <a:ext cx="0" cy="1406525"/>
            </a:xfrm>
            <a:prstGeom prst="line">
              <a:avLst/>
            </a:prstGeom>
            <a:noFill/>
            <a:ln w="31750">
              <a:solidFill>
                <a:schemeClr val="tx1"/>
              </a:solidFill>
              <a:prstDash val="dash"/>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66" name="Oval 39">
              <a:extLst>
                <a:ext uri="{FF2B5EF4-FFF2-40B4-BE49-F238E27FC236}">
                  <a16:creationId xmlns:a16="http://schemas.microsoft.com/office/drawing/2014/main" xmlns="" id="{39A3CCE2-D0BA-4423-A9AB-53A9B7A67859}"/>
                </a:ext>
              </a:extLst>
            </p:cNvPr>
            <p:cNvSpPr>
              <a:spLocks noChangeAspect="1" noChangeArrowheads="1"/>
            </p:cNvSpPr>
            <p:nvPr/>
          </p:nvSpPr>
          <p:spPr bwMode="auto">
            <a:xfrm>
              <a:off x="10317678" y="2851361"/>
              <a:ext cx="111125" cy="109537"/>
            </a:xfrm>
            <a:prstGeom prst="ellipse">
              <a:avLst/>
            </a:prstGeom>
            <a:solidFill>
              <a:srgbClr val="000000"/>
            </a:solid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67" name="Freeform 40">
              <a:extLst>
                <a:ext uri="{FF2B5EF4-FFF2-40B4-BE49-F238E27FC236}">
                  <a16:creationId xmlns:a16="http://schemas.microsoft.com/office/drawing/2014/main" xmlns="" id="{3BC51707-C5EF-4C8E-AB6D-324A7F0DAE2A}"/>
                </a:ext>
              </a:extLst>
            </p:cNvPr>
            <p:cNvSpPr>
              <a:spLocks/>
            </p:cNvSpPr>
            <p:nvPr/>
          </p:nvSpPr>
          <p:spPr bwMode="auto">
            <a:xfrm>
              <a:off x="9804916" y="3349836"/>
              <a:ext cx="504825" cy="549275"/>
            </a:xfrm>
            <a:custGeom>
              <a:avLst/>
              <a:gdLst>
                <a:gd name="T0" fmla="*/ 0 w 570"/>
                <a:gd name="T1" fmla="*/ 2147483647 h 622"/>
                <a:gd name="T2" fmla="*/ 2147483647 w 570"/>
                <a:gd name="T3" fmla="*/ 2147483647 h 622"/>
                <a:gd name="T4" fmla="*/ 2147483647 w 570"/>
                <a:gd name="T5" fmla="*/ 2147483647 h 622"/>
                <a:gd name="T6" fmla="*/ 2147483647 w 570"/>
                <a:gd name="T7" fmla="*/ 2147483647 h 622"/>
                <a:gd name="T8" fmla="*/ 2147483647 w 570"/>
                <a:gd name="T9" fmla="*/ 2147483647 h 622"/>
                <a:gd name="T10" fmla="*/ 2147483647 w 570"/>
                <a:gd name="T11" fmla="*/ 2147483647 h 622"/>
                <a:gd name="T12" fmla="*/ 0 60000 65536"/>
                <a:gd name="T13" fmla="*/ 0 60000 65536"/>
                <a:gd name="T14" fmla="*/ 0 60000 65536"/>
                <a:gd name="T15" fmla="*/ 0 60000 65536"/>
                <a:gd name="T16" fmla="*/ 0 60000 65536"/>
                <a:gd name="T17" fmla="*/ 0 60000 65536"/>
                <a:gd name="T18" fmla="*/ 0 w 570"/>
                <a:gd name="T19" fmla="*/ 0 h 622"/>
                <a:gd name="T20" fmla="*/ 570 w 570"/>
                <a:gd name="T21" fmla="*/ 622 h 622"/>
              </a:gdLst>
              <a:ahLst/>
              <a:cxnLst>
                <a:cxn ang="T12">
                  <a:pos x="T0" y="T1"/>
                </a:cxn>
                <a:cxn ang="T13">
                  <a:pos x="T2" y="T3"/>
                </a:cxn>
                <a:cxn ang="T14">
                  <a:pos x="T4" y="T5"/>
                </a:cxn>
                <a:cxn ang="T15">
                  <a:pos x="T6" y="T7"/>
                </a:cxn>
                <a:cxn ang="T16">
                  <a:pos x="T8" y="T9"/>
                </a:cxn>
                <a:cxn ang="T17">
                  <a:pos x="T10" y="T11"/>
                </a:cxn>
              </a:cxnLst>
              <a:rect l="T18" t="T19" r="T20" b="T21"/>
              <a:pathLst>
                <a:path w="570" h="622">
                  <a:moveTo>
                    <a:pt x="0" y="622"/>
                  </a:moveTo>
                  <a:cubicBezTo>
                    <a:pt x="33" y="457"/>
                    <a:pt x="67" y="292"/>
                    <a:pt x="110" y="190"/>
                  </a:cubicBezTo>
                  <a:cubicBezTo>
                    <a:pt x="153" y="88"/>
                    <a:pt x="212" y="20"/>
                    <a:pt x="260" y="10"/>
                  </a:cubicBezTo>
                  <a:cubicBezTo>
                    <a:pt x="308" y="0"/>
                    <a:pt x="363" y="80"/>
                    <a:pt x="400" y="130"/>
                  </a:cubicBezTo>
                  <a:cubicBezTo>
                    <a:pt x="437" y="180"/>
                    <a:pt x="452" y="231"/>
                    <a:pt x="480" y="310"/>
                  </a:cubicBezTo>
                  <a:cubicBezTo>
                    <a:pt x="508" y="389"/>
                    <a:pt x="539" y="495"/>
                    <a:pt x="570" y="601"/>
                  </a:cubicBezTo>
                </a:path>
              </a:pathLst>
            </a:custGeom>
            <a:no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68" name="Freeform 41">
              <a:extLst>
                <a:ext uri="{FF2B5EF4-FFF2-40B4-BE49-F238E27FC236}">
                  <a16:creationId xmlns:a16="http://schemas.microsoft.com/office/drawing/2014/main" xmlns="" id="{4E4FFFE9-8525-4B19-B118-51DCCF8A8C01}"/>
                </a:ext>
              </a:extLst>
            </p:cNvPr>
            <p:cNvSpPr>
              <a:spLocks/>
            </p:cNvSpPr>
            <p:nvPr/>
          </p:nvSpPr>
          <p:spPr bwMode="auto">
            <a:xfrm>
              <a:off x="9193728" y="3341898"/>
              <a:ext cx="504825" cy="550863"/>
            </a:xfrm>
            <a:custGeom>
              <a:avLst/>
              <a:gdLst>
                <a:gd name="T0" fmla="*/ 0 w 570"/>
                <a:gd name="T1" fmla="*/ 2147483647 h 622"/>
                <a:gd name="T2" fmla="*/ 2147483647 w 570"/>
                <a:gd name="T3" fmla="*/ 2147483647 h 622"/>
                <a:gd name="T4" fmla="*/ 2147483647 w 570"/>
                <a:gd name="T5" fmla="*/ 2147483647 h 622"/>
                <a:gd name="T6" fmla="*/ 2147483647 w 570"/>
                <a:gd name="T7" fmla="*/ 2147483647 h 622"/>
                <a:gd name="T8" fmla="*/ 2147483647 w 570"/>
                <a:gd name="T9" fmla="*/ 2147483647 h 622"/>
                <a:gd name="T10" fmla="*/ 2147483647 w 570"/>
                <a:gd name="T11" fmla="*/ 2147483647 h 622"/>
                <a:gd name="T12" fmla="*/ 0 60000 65536"/>
                <a:gd name="T13" fmla="*/ 0 60000 65536"/>
                <a:gd name="T14" fmla="*/ 0 60000 65536"/>
                <a:gd name="T15" fmla="*/ 0 60000 65536"/>
                <a:gd name="T16" fmla="*/ 0 60000 65536"/>
                <a:gd name="T17" fmla="*/ 0 60000 65536"/>
                <a:gd name="T18" fmla="*/ 0 w 570"/>
                <a:gd name="T19" fmla="*/ 0 h 622"/>
                <a:gd name="T20" fmla="*/ 570 w 570"/>
                <a:gd name="T21" fmla="*/ 622 h 622"/>
              </a:gdLst>
              <a:ahLst/>
              <a:cxnLst>
                <a:cxn ang="T12">
                  <a:pos x="T0" y="T1"/>
                </a:cxn>
                <a:cxn ang="T13">
                  <a:pos x="T2" y="T3"/>
                </a:cxn>
                <a:cxn ang="T14">
                  <a:pos x="T4" y="T5"/>
                </a:cxn>
                <a:cxn ang="T15">
                  <a:pos x="T6" y="T7"/>
                </a:cxn>
                <a:cxn ang="T16">
                  <a:pos x="T8" y="T9"/>
                </a:cxn>
                <a:cxn ang="T17">
                  <a:pos x="T10" y="T11"/>
                </a:cxn>
              </a:cxnLst>
              <a:rect l="T18" t="T19" r="T20" b="T21"/>
              <a:pathLst>
                <a:path w="570" h="622">
                  <a:moveTo>
                    <a:pt x="0" y="622"/>
                  </a:moveTo>
                  <a:cubicBezTo>
                    <a:pt x="33" y="457"/>
                    <a:pt x="67" y="292"/>
                    <a:pt x="110" y="190"/>
                  </a:cubicBezTo>
                  <a:cubicBezTo>
                    <a:pt x="153" y="88"/>
                    <a:pt x="212" y="20"/>
                    <a:pt x="260" y="10"/>
                  </a:cubicBezTo>
                  <a:cubicBezTo>
                    <a:pt x="308" y="0"/>
                    <a:pt x="363" y="80"/>
                    <a:pt x="400" y="130"/>
                  </a:cubicBezTo>
                  <a:cubicBezTo>
                    <a:pt x="437" y="180"/>
                    <a:pt x="452" y="231"/>
                    <a:pt x="480" y="310"/>
                  </a:cubicBezTo>
                  <a:cubicBezTo>
                    <a:pt x="508" y="389"/>
                    <a:pt x="539" y="495"/>
                    <a:pt x="570" y="601"/>
                  </a:cubicBezTo>
                </a:path>
              </a:pathLst>
            </a:custGeom>
            <a:no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69" name="Freeform 42">
              <a:extLst>
                <a:ext uri="{FF2B5EF4-FFF2-40B4-BE49-F238E27FC236}">
                  <a16:creationId xmlns:a16="http://schemas.microsoft.com/office/drawing/2014/main" xmlns="" id="{3499D5A6-D059-4637-9147-E18596FFF568}"/>
                </a:ext>
              </a:extLst>
            </p:cNvPr>
            <p:cNvSpPr>
              <a:spLocks/>
            </p:cNvSpPr>
            <p:nvPr/>
          </p:nvSpPr>
          <p:spPr bwMode="auto">
            <a:xfrm>
              <a:off x="10476428" y="3295861"/>
              <a:ext cx="504825" cy="550862"/>
            </a:xfrm>
            <a:custGeom>
              <a:avLst/>
              <a:gdLst>
                <a:gd name="T0" fmla="*/ 0 w 570"/>
                <a:gd name="T1" fmla="*/ 2147483647 h 622"/>
                <a:gd name="T2" fmla="*/ 2147483647 w 570"/>
                <a:gd name="T3" fmla="*/ 2147483647 h 622"/>
                <a:gd name="T4" fmla="*/ 2147483647 w 570"/>
                <a:gd name="T5" fmla="*/ 2147483647 h 622"/>
                <a:gd name="T6" fmla="*/ 2147483647 w 570"/>
                <a:gd name="T7" fmla="*/ 2147483647 h 622"/>
                <a:gd name="T8" fmla="*/ 2147483647 w 570"/>
                <a:gd name="T9" fmla="*/ 2147483647 h 622"/>
                <a:gd name="T10" fmla="*/ 2147483647 w 570"/>
                <a:gd name="T11" fmla="*/ 2147483647 h 622"/>
                <a:gd name="T12" fmla="*/ 0 60000 65536"/>
                <a:gd name="T13" fmla="*/ 0 60000 65536"/>
                <a:gd name="T14" fmla="*/ 0 60000 65536"/>
                <a:gd name="T15" fmla="*/ 0 60000 65536"/>
                <a:gd name="T16" fmla="*/ 0 60000 65536"/>
                <a:gd name="T17" fmla="*/ 0 60000 65536"/>
                <a:gd name="T18" fmla="*/ 0 w 570"/>
                <a:gd name="T19" fmla="*/ 0 h 622"/>
                <a:gd name="T20" fmla="*/ 570 w 570"/>
                <a:gd name="T21" fmla="*/ 622 h 622"/>
              </a:gdLst>
              <a:ahLst/>
              <a:cxnLst>
                <a:cxn ang="T12">
                  <a:pos x="T0" y="T1"/>
                </a:cxn>
                <a:cxn ang="T13">
                  <a:pos x="T2" y="T3"/>
                </a:cxn>
                <a:cxn ang="T14">
                  <a:pos x="T4" y="T5"/>
                </a:cxn>
                <a:cxn ang="T15">
                  <a:pos x="T6" y="T7"/>
                </a:cxn>
                <a:cxn ang="T16">
                  <a:pos x="T8" y="T9"/>
                </a:cxn>
                <a:cxn ang="T17">
                  <a:pos x="T10" y="T11"/>
                </a:cxn>
              </a:cxnLst>
              <a:rect l="T18" t="T19" r="T20" b="T21"/>
              <a:pathLst>
                <a:path w="570" h="622">
                  <a:moveTo>
                    <a:pt x="0" y="622"/>
                  </a:moveTo>
                  <a:cubicBezTo>
                    <a:pt x="33" y="457"/>
                    <a:pt x="67" y="292"/>
                    <a:pt x="110" y="190"/>
                  </a:cubicBezTo>
                  <a:cubicBezTo>
                    <a:pt x="153" y="88"/>
                    <a:pt x="212" y="20"/>
                    <a:pt x="260" y="10"/>
                  </a:cubicBezTo>
                  <a:cubicBezTo>
                    <a:pt x="308" y="0"/>
                    <a:pt x="363" y="80"/>
                    <a:pt x="400" y="130"/>
                  </a:cubicBezTo>
                  <a:cubicBezTo>
                    <a:pt x="437" y="180"/>
                    <a:pt x="452" y="231"/>
                    <a:pt x="480" y="310"/>
                  </a:cubicBezTo>
                  <a:cubicBezTo>
                    <a:pt x="508" y="389"/>
                    <a:pt x="539" y="495"/>
                    <a:pt x="570" y="601"/>
                  </a:cubicBezTo>
                </a:path>
              </a:pathLst>
            </a:custGeom>
            <a:no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70" name="Freeform 43">
              <a:extLst>
                <a:ext uri="{FF2B5EF4-FFF2-40B4-BE49-F238E27FC236}">
                  <a16:creationId xmlns:a16="http://schemas.microsoft.com/office/drawing/2014/main" xmlns="" id="{129819FE-9B1C-4809-8D60-FAC8F974B8AA}"/>
                </a:ext>
              </a:extLst>
            </p:cNvPr>
            <p:cNvSpPr>
              <a:spLocks/>
            </p:cNvSpPr>
            <p:nvPr/>
          </p:nvSpPr>
          <p:spPr bwMode="auto">
            <a:xfrm>
              <a:off x="7874516" y="3368886"/>
              <a:ext cx="504825" cy="549275"/>
            </a:xfrm>
            <a:custGeom>
              <a:avLst/>
              <a:gdLst>
                <a:gd name="T0" fmla="*/ 0 w 570"/>
                <a:gd name="T1" fmla="*/ 2147483647 h 622"/>
                <a:gd name="T2" fmla="*/ 2147483647 w 570"/>
                <a:gd name="T3" fmla="*/ 2147483647 h 622"/>
                <a:gd name="T4" fmla="*/ 2147483647 w 570"/>
                <a:gd name="T5" fmla="*/ 2147483647 h 622"/>
                <a:gd name="T6" fmla="*/ 2147483647 w 570"/>
                <a:gd name="T7" fmla="*/ 2147483647 h 622"/>
                <a:gd name="T8" fmla="*/ 2147483647 w 570"/>
                <a:gd name="T9" fmla="*/ 2147483647 h 622"/>
                <a:gd name="T10" fmla="*/ 2147483647 w 570"/>
                <a:gd name="T11" fmla="*/ 2147483647 h 622"/>
                <a:gd name="T12" fmla="*/ 0 60000 65536"/>
                <a:gd name="T13" fmla="*/ 0 60000 65536"/>
                <a:gd name="T14" fmla="*/ 0 60000 65536"/>
                <a:gd name="T15" fmla="*/ 0 60000 65536"/>
                <a:gd name="T16" fmla="*/ 0 60000 65536"/>
                <a:gd name="T17" fmla="*/ 0 60000 65536"/>
                <a:gd name="T18" fmla="*/ 0 w 570"/>
                <a:gd name="T19" fmla="*/ 0 h 622"/>
                <a:gd name="T20" fmla="*/ 570 w 570"/>
                <a:gd name="T21" fmla="*/ 622 h 622"/>
              </a:gdLst>
              <a:ahLst/>
              <a:cxnLst>
                <a:cxn ang="T12">
                  <a:pos x="T0" y="T1"/>
                </a:cxn>
                <a:cxn ang="T13">
                  <a:pos x="T2" y="T3"/>
                </a:cxn>
                <a:cxn ang="T14">
                  <a:pos x="T4" y="T5"/>
                </a:cxn>
                <a:cxn ang="T15">
                  <a:pos x="T6" y="T7"/>
                </a:cxn>
                <a:cxn ang="T16">
                  <a:pos x="T8" y="T9"/>
                </a:cxn>
                <a:cxn ang="T17">
                  <a:pos x="T10" y="T11"/>
                </a:cxn>
              </a:cxnLst>
              <a:rect l="T18" t="T19" r="T20" b="T21"/>
              <a:pathLst>
                <a:path w="570" h="622">
                  <a:moveTo>
                    <a:pt x="0" y="622"/>
                  </a:moveTo>
                  <a:cubicBezTo>
                    <a:pt x="33" y="457"/>
                    <a:pt x="67" y="292"/>
                    <a:pt x="110" y="190"/>
                  </a:cubicBezTo>
                  <a:cubicBezTo>
                    <a:pt x="153" y="88"/>
                    <a:pt x="212" y="20"/>
                    <a:pt x="260" y="10"/>
                  </a:cubicBezTo>
                  <a:cubicBezTo>
                    <a:pt x="308" y="0"/>
                    <a:pt x="363" y="80"/>
                    <a:pt x="400" y="130"/>
                  </a:cubicBezTo>
                  <a:cubicBezTo>
                    <a:pt x="437" y="180"/>
                    <a:pt x="452" y="231"/>
                    <a:pt x="480" y="310"/>
                  </a:cubicBezTo>
                  <a:cubicBezTo>
                    <a:pt x="508" y="389"/>
                    <a:pt x="539" y="495"/>
                    <a:pt x="570" y="601"/>
                  </a:cubicBezTo>
                </a:path>
              </a:pathLst>
            </a:custGeom>
            <a:no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71" name="Freeform 44">
              <a:extLst>
                <a:ext uri="{FF2B5EF4-FFF2-40B4-BE49-F238E27FC236}">
                  <a16:creationId xmlns:a16="http://schemas.microsoft.com/office/drawing/2014/main" xmlns="" id="{FB9E5562-7E7D-4428-9F5C-ACC80C9AF2F6}"/>
                </a:ext>
              </a:extLst>
            </p:cNvPr>
            <p:cNvSpPr>
              <a:spLocks/>
            </p:cNvSpPr>
            <p:nvPr/>
          </p:nvSpPr>
          <p:spPr bwMode="auto">
            <a:xfrm>
              <a:off x="11105078" y="3270461"/>
              <a:ext cx="504825" cy="549275"/>
            </a:xfrm>
            <a:custGeom>
              <a:avLst/>
              <a:gdLst>
                <a:gd name="T0" fmla="*/ 0 w 570"/>
                <a:gd name="T1" fmla="*/ 2147483647 h 622"/>
                <a:gd name="T2" fmla="*/ 2147483647 w 570"/>
                <a:gd name="T3" fmla="*/ 2147483647 h 622"/>
                <a:gd name="T4" fmla="*/ 2147483647 w 570"/>
                <a:gd name="T5" fmla="*/ 2147483647 h 622"/>
                <a:gd name="T6" fmla="*/ 2147483647 w 570"/>
                <a:gd name="T7" fmla="*/ 2147483647 h 622"/>
                <a:gd name="T8" fmla="*/ 2147483647 w 570"/>
                <a:gd name="T9" fmla="*/ 2147483647 h 622"/>
                <a:gd name="T10" fmla="*/ 2147483647 w 570"/>
                <a:gd name="T11" fmla="*/ 2147483647 h 622"/>
                <a:gd name="T12" fmla="*/ 0 60000 65536"/>
                <a:gd name="T13" fmla="*/ 0 60000 65536"/>
                <a:gd name="T14" fmla="*/ 0 60000 65536"/>
                <a:gd name="T15" fmla="*/ 0 60000 65536"/>
                <a:gd name="T16" fmla="*/ 0 60000 65536"/>
                <a:gd name="T17" fmla="*/ 0 60000 65536"/>
                <a:gd name="T18" fmla="*/ 0 w 570"/>
                <a:gd name="T19" fmla="*/ 0 h 622"/>
                <a:gd name="T20" fmla="*/ 570 w 570"/>
                <a:gd name="T21" fmla="*/ 622 h 622"/>
              </a:gdLst>
              <a:ahLst/>
              <a:cxnLst>
                <a:cxn ang="T12">
                  <a:pos x="T0" y="T1"/>
                </a:cxn>
                <a:cxn ang="T13">
                  <a:pos x="T2" y="T3"/>
                </a:cxn>
                <a:cxn ang="T14">
                  <a:pos x="T4" y="T5"/>
                </a:cxn>
                <a:cxn ang="T15">
                  <a:pos x="T6" y="T7"/>
                </a:cxn>
                <a:cxn ang="T16">
                  <a:pos x="T8" y="T9"/>
                </a:cxn>
                <a:cxn ang="T17">
                  <a:pos x="T10" y="T11"/>
                </a:cxn>
              </a:cxnLst>
              <a:rect l="T18" t="T19" r="T20" b="T21"/>
              <a:pathLst>
                <a:path w="570" h="622">
                  <a:moveTo>
                    <a:pt x="0" y="622"/>
                  </a:moveTo>
                  <a:cubicBezTo>
                    <a:pt x="33" y="457"/>
                    <a:pt x="67" y="292"/>
                    <a:pt x="110" y="190"/>
                  </a:cubicBezTo>
                  <a:cubicBezTo>
                    <a:pt x="153" y="88"/>
                    <a:pt x="212" y="20"/>
                    <a:pt x="260" y="10"/>
                  </a:cubicBezTo>
                  <a:cubicBezTo>
                    <a:pt x="308" y="0"/>
                    <a:pt x="363" y="80"/>
                    <a:pt x="400" y="130"/>
                  </a:cubicBezTo>
                  <a:cubicBezTo>
                    <a:pt x="437" y="180"/>
                    <a:pt x="452" y="231"/>
                    <a:pt x="480" y="310"/>
                  </a:cubicBezTo>
                  <a:cubicBezTo>
                    <a:pt x="508" y="389"/>
                    <a:pt x="539" y="495"/>
                    <a:pt x="570" y="601"/>
                  </a:cubicBezTo>
                </a:path>
              </a:pathLst>
            </a:custGeom>
            <a:noFill/>
            <a:ln w="31750">
              <a:solidFill>
                <a:srgbClr val="0000CC"/>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72" name="Oval 47">
              <a:extLst>
                <a:ext uri="{FF2B5EF4-FFF2-40B4-BE49-F238E27FC236}">
                  <a16:creationId xmlns:a16="http://schemas.microsoft.com/office/drawing/2014/main" xmlns="" id="{CA9E985A-EAFC-4653-9236-EB281EBCD6A9}"/>
                </a:ext>
              </a:extLst>
            </p:cNvPr>
            <p:cNvSpPr>
              <a:spLocks noChangeAspect="1" noChangeArrowheads="1"/>
            </p:cNvSpPr>
            <p:nvPr/>
          </p:nvSpPr>
          <p:spPr bwMode="auto">
            <a:xfrm>
              <a:off x="10990778" y="2840248"/>
              <a:ext cx="111125" cy="109538"/>
            </a:xfrm>
            <a:prstGeom prst="ellipse">
              <a:avLst/>
            </a:prstGeom>
            <a:solidFill>
              <a:srgbClr val="000000"/>
            </a:solid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73" name="Oval 48">
              <a:extLst>
                <a:ext uri="{FF2B5EF4-FFF2-40B4-BE49-F238E27FC236}">
                  <a16:creationId xmlns:a16="http://schemas.microsoft.com/office/drawing/2014/main" xmlns="" id="{9DA10688-4A3D-4AFE-9A69-A7DE2EC0E5BB}"/>
                </a:ext>
              </a:extLst>
            </p:cNvPr>
            <p:cNvSpPr>
              <a:spLocks noChangeAspect="1" noChangeArrowheads="1"/>
            </p:cNvSpPr>
            <p:nvPr/>
          </p:nvSpPr>
          <p:spPr bwMode="auto">
            <a:xfrm>
              <a:off x="11627366" y="2832311"/>
              <a:ext cx="112712" cy="109537"/>
            </a:xfrm>
            <a:prstGeom prst="ellipse">
              <a:avLst/>
            </a:prstGeom>
            <a:solidFill>
              <a:srgbClr val="000000"/>
            </a:solid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74" name="Oval 49">
              <a:extLst>
                <a:ext uri="{FF2B5EF4-FFF2-40B4-BE49-F238E27FC236}">
                  <a16:creationId xmlns:a16="http://schemas.microsoft.com/office/drawing/2014/main" xmlns="" id="{75A7FF66-4B75-4D91-A16C-7E54A3A0B0C9}"/>
                </a:ext>
              </a:extLst>
            </p:cNvPr>
            <p:cNvSpPr>
              <a:spLocks noChangeAspect="1" noChangeArrowheads="1"/>
            </p:cNvSpPr>
            <p:nvPr/>
          </p:nvSpPr>
          <p:spPr bwMode="auto">
            <a:xfrm>
              <a:off x="7758628" y="2851361"/>
              <a:ext cx="111125" cy="109537"/>
            </a:xfrm>
            <a:prstGeom prst="ellipse">
              <a:avLst/>
            </a:prstGeom>
            <a:solidFill>
              <a:srgbClr val="000000"/>
            </a:solidFill>
            <a:ln w="31750">
              <a:solidFill>
                <a:schemeClr val="tx1"/>
              </a:solidFill>
              <a:round/>
              <a:headEnd/>
              <a:tailEnd/>
            </a:ln>
          </p:spPr>
          <p:txBody>
            <a:bodyPr/>
            <a:lstStyle/>
            <a:p>
              <a:pPr defTabSz="914400"/>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sp>
          <p:nvSpPr>
            <p:cNvPr id="175" name="Line 51">
              <a:extLst>
                <a:ext uri="{FF2B5EF4-FFF2-40B4-BE49-F238E27FC236}">
                  <a16:creationId xmlns:a16="http://schemas.microsoft.com/office/drawing/2014/main" xmlns="" id="{D11B37C8-F2EE-4767-94F3-30810D03EB14}"/>
                </a:ext>
              </a:extLst>
            </p:cNvPr>
            <p:cNvSpPr>
              <a:spLocks noChangeShapeType="1"/>
            </p:cNvSpPr>
            <p:nvPr/>
          </p:nvSpPr>
          <p:spPr bwMode="auto">
            <a:xfrm flipV="1">
              <a:off x="11043166" y="2460836"/>
              <a:ext cx="1587" cy="1406525"/>
            </a:xfrm>
            <a:prstGeom prst="line">
              <a:avLst/>
            </a:prstGeom>
            <a:noFill/>
            <a:ln w="31750">
              <a:solidFill>
                <a:schemeClr val="tx1"/>
              </a:solidFill>
              <a:prstDash val="dash"/>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76" name="Line 52">
              <a:extLst>
                <a:ext uri="{FF2B5EF4-FFF2-40B4-BE49-F238E27FC236}">
                  <a16:creationId xmlns:a16="http://schemas.microsoft.com/office/drawing/2014/main" xmlns="" id="{61E5076C-2A99-4A00-ACA9-0206C51349F4}"/>
                </a:ext>
              </a:extLst>
            </p:cNvPr>
            <p:cNvSpPr>
              <a:spLocks noChangeShapeType="1"/>
            </p:cNvSpPr>
            <p:nvPr/>
          </p:nvSpPr>
          <p:spPr bwMode="auto">
            <a:xfrm flipV="1">
              <a:off x="11689278" y="2468773"/>
              <a:ext cx="1588" cy="1406525"/>
            </a:xfrm>
            <a:prstGeom prst="line">
              <a:avLst/>
            </a:prstGeom>
            <a:noFill/>
            <a:ln w="31750">
              <a:solidFill>
                <a:schemeClr val="tx1"/>
              </a:solidFill>
              <a:prstDash val="dash"/>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sp>
          <p:nvSpPr>
            <p:cNvPr id="177" name="Line 53">
              <a:extLst>
                <a:ext uri="{FF2B5EF4-FFF2-40B4-BE49-F238E27FC236}">
                  <a16:creationId xmlns:a16="http://schemas.microsoft.com/office/drawing/2014/main" xmlns="" id="{E0271D9F-DEAC-4A86-9ED3-E2E5203CFA19}"/>
                </a:ext>
              </a:extLst>
            </p:cNvPr>
            <p:cNvSpPr>
              <a:spLocks noChangeShapeType="1"/>
            </p:cNvSpPr>
            <p:nvPr/>
          </p:nvSpPr>
          <p:spPr bwMode="auto">
            <a:xfrm flipV="1">
              <a:off x="7812603" y="2444961"/>
              <a:ext cx="0" cy="1406525"/>
            </a:xfrm>
            <a:prstGeom prst="line">
              <a:avLst/>
            </a:prstGeom>
            <a:noFill/>
            <a:ln w="31750">
              <a:solidFill>
                <a:schemeClr val="tx1"/>
              </a:solidFill>
              <a:prstDash val="dash"/>
              <a:round/>
              <a:headEnd/>
              <a:tailEnd type="none" w="sm" len="lg"/>
            </a:ln>
          </p:spPr>
          <p:txBody>
            <a:bodyPr/>
            <a:lstStyle/>
            <a:p>
              <a:endParaRPr lang="zh-CN" altLang="en-US">
                <a:latin typeface="Times New Roman" panose="02020603050405020304" pitchFamily="18" charset="0"/>
                <a:cs typeface="Times New Roman" panose="02020603050405020304" pitchFamily="18" charset="0"/>
              </a:endParaRPr>
            </a:p>
          </p:txBody>
        </p:sp>
      </p:grpSp>
      <p:grpSp>
        <p:nvGrpSpPr>
          <p:cNvPr id="178" name="组合 177">
            <a:extLst>
              <a:ext uri="{FF2B5EF4-FFF2-40B4-BE49-F238E27FC236}">
                <a16:creationId xmlns:a16="http://schemas.microsoft.com/office/drawing/2014/main" xmlns="" id="{AEB1F4CB-BF2C-4D74-B09B-E246B2B2938A}"/>
              </a:ext>
            </a:extLst>
          </p:cNvPr>
          <p:cNvGrpSpPr/>
          <p:nvPr/>
        </p:nvGrpSpPr>
        <p:grpSpPr>
          <a:xfrm>
            <a:off x="10931361" y="2777246"/>
            <a:ext cx="2115239" cy="523220"/>
            <a:chOff x="10931361" y="3094109"/>
            <a:chExt cx="2115239" cy="523220"/>
          </a:xfrm>
        </p:grpSpPr>
        <p:sp>
          <p:nvSpPr>
            <p:cNvPr id="179" name="文本框 178">
              <a:extLst>
                <a:ext uri="{FF2B5EF4-FFF2-40B4-BE49-F238E27FC236}">
                  <a16:creationId xmlns:a16="http://schemas.microsoft.com/office/drawing/2014/main" xmlns="" id="{53857763-5534-4205-A100-017BAC027E6C}"/>
                </a:ext>
              </a:extLst>
            </p:cNvPr>
            <p:cNvSpPr txBox="1"/>
            <p:nvPr/>
          </p:nvSpPr>
          <p:spPr>
            <a:xfrm>
              <a:off x="12146265" y="3094109"/>
              <a:ext cx="900335" cy="523220"/>
            </a:xfrm>
            <a:prstGeom prst="rect">
              <a:avLst/>
            </a:prstGeom>
            <a:noFill/>
          </p:spPr>
          <p:txBody>
            <a:bodyPr wrap="square" rtlCol="0">
              <a:spAutoFit/>
            </a:bodyPr>
            <a:lstStyle/>
            <a:p>
              <a:r>
                <a:rPr lang="zh-CN" altLang="en-US" sz="2800" b="1" dirty="0">
                  <a:solidFill>
                    <a:srgbClr val="0000CC"/>
                  </a:solidFill>
                  <a:latin typeface="微软雅黑" panose="020B0503020204020204" pitchFamily="34" charset="-122"/>
                  <a:ea typeface="微软雅黑" panose="020B0503020204020204" pitchFamily="34" charset="-122"/>
                </a:rPr>
                <a:t>势垒</a:t>
              </a:r>
            </a:p>
          </p:txBody>
        </p:sp>
        <p:cxnSp>
          <p:nvCxnSpPr>
            <p:cNvPr id="180" name="直接箭头连接符 179">
              <a:extLst>
                <a:ext uri="{FF2B5EF4-FFF2-40B4-BE49-F238E27FC236}">
                  <a16:creationId xmlns:a16="http://schemas.microsoft.com/office/drawing/2014/main" xmlns="" id="{5A9AD478-3C85-49BC-BE65-31334A2AD917}"/>
                </a:ext>
              </a:extLst>
            </p:cNvPr>
            <p:cNvCxnSpPr/>
            <p:nvPr/>
          </p:nvCxnSpPr>
          <p:spPr>
            <a:xfrm flipH="1">
              <a:off x="10931361" y="3389129"/>
              <a:ext cx="1289027" cy="17581"/>
            </a:xfrm>
            <a:prstGeom prst="straightConnector1">
              <a:avLst/>
            </a:prstGeom>
            <a:ln w="31750">
              <a:solidFill>
                <a:srgbClr val="0000CC"/>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181" name="文本框 180">
            <a:extLst>
              <a:ext uri="{FF2B5EF4-FFF2-40B4-BE49-F238E27FC236}">
                <a16:creationId xmlns:a16="http://schemas.microsoft.com/office/drawing/2014/main" xmlns="" id="{E927ED91-09B9-4991-BC57-71CB564D410B}"/>
              </a:ext>
            </a:extLst>
          </p:cNvPr>
          <p:cNvSpPr txBox="1"/>
          <p:nvPr/>
        </p:nvSpPr>
        <p:spPr bwMode="auto">
          <a:xfrm>
            <a:off x="2491171" y="5247040"/>
            <a:ext cx="1141186" cy="738664"/>
          </a:xfrm>
          <a:prstGeom prst="rect">
            <a:avLst/>
          </a:prstGeom>
          <a:solidFill>
            <a:schemeClr val="accent4">
              <a:lumMod val="20000"/>
              <a:lumOff val="80000"/>
            </a:schemeClr>
          </a:solidFill>
          <a:ln w="9525">
            <a:noFill/>
            <a:miter lim="800000"/>
            <a:headEnd/>
            <a:tailEnd/>
          </a:ln>
        </p:spPr>
        <p:txBody>
          <a:bodyPr wrap="square" rtlCol="0">
            <a:spAutoFit/>
          </a:bodyPr>
          <a:lstStyle/>
          <a:p>
            <a:pPr defTabSz="914400">
              <a:lnSpc>
                <a:spcPct val="150000"/>
              </a:lnSpc>
              <a:spcBef>
                <a:spcPts val="0"/>
              </a:spcBef>
            </a:pPr>
            <a:r>
              <a:rPr lang="zh-CN" altLang="zh-CN" sz="1400" b="1" dirty="0">
                <a:latin typeface="微软雅黑" panose="020B0503020204020204" pitchFamily="34" charset="-122"/>
                <a:ea typeface="微软雅黑" panose="020B0503020204020204" pitchFamily="34" charset="-122"/>
              </a:rPr>
              <a:t>电子在离子电场中运动</a:t>
            </a:r>
            <a:endParaRPr kumimoji="1" lang="zh-CN" altLang="en-US" sz="1400" b="1" dirty="0">
              <a:latin typeface="微软雅黑" pitchFamily="34" charset="-122"/>
              <a:ea typeface="微软雅黑" pitchFamily="34" charset="-122"/>
            </a:endParaRPr>
          </a:p>
        </p:txBody>
      </p:sp>
      <p:sp>
        <p:nvSpPr>
          <p:cNvPr id="182" name="文本框 181">
            <a:extLst>
              <a:ext uri="{FF2B5EF4-FFF2-40B4-BE49-F238E27FC236}">
                <a16:creationId xmlns:a16="http://schemas.microsoft.com/office/drawing/2014/main" xmlns="" id="{2CEDED44-6BE1-4D6A-B778-C3C7A99433D1}"/>
              </a:ext>
            </a:extLst>
          </p:cNvPr>
          <p:cNvSpPr txBox="1"/>
          <p:nvPr/>
        </p:nvSpPr>
        <p:spPr bwMode="auto">
          <a:xfrm>
            <a:off x="5684718" y="4583216"/>
            <a:ext cx="1692392" cy="1384995"/>
          </a:xfrm>
          <a:prstGeom prst="rect">
            <a:avLst/>
          </a:prstGeom>
          <a:solidFill>
            <a:schemeClr val="accent4">
              <a:lumMod val="20000"/>
              <a:lumOff val="80000"/>
            </a:schemeClr>
          </a:solidFill>
          <a:ln w="9525">
            <a:noFill/>
            <a:miter lim="800000"/>
            <a:headEnd/>
            <a:tailEnd/>
          </a:ln>
        </p:spPr>
        <p:txBody>
          <a:bodyPr wrap="square" rtlCol="0">
            <a:spAutoFit/>
          </a:bodyPr>
          <a:lstStyle/>
          <a:p>
            <a:pPr defTabSz="914400">
              <a:lnSpc>
                <a:spcPct val="150000"/>
              </a:lnSpc>
              <a:spcBef>
                <a:spcPts val="0"/>
              </a:spcBef>
            </a:pPr>
            <a:r>
              <a:rPr lang="zh-CN" altLang="en-US" sz="1400" b="1" dirty="0">
                <a:latin typeface="微软雅黑" panose="020B0503020204020204" pitchFamily="34" charset="-122"/>
                <a:ea typeface="微软雅黑" panose="020B0503020204020204" pitchFamily="34" charset="-122"/>
              </a:rPr>
              <a:t>当两个原子靠的很近时，每个价电子将同时受到两个离子电场的作用</a:t>
            </a:r>
            <a:endParaRPr kumimoji="1" lang="zh-CN" altLang="en-US" sz="1400" b="1" dirty="0">
              <a:latin typeface="微软雅黑" pitchFamily="34" charset="-122"/>
              <a:ea typeface="微软雅黑" pitchFamily="34" charset="-122"/>
            </a:endParaRPr>
          </a:p>
        </p:txBody>
      </p:sp>
      <p:sp>
        <p:nvSpPr>
          <p:cNvPr id="183" name="文本框 182">
            <a:extLst>
              <a:ext uri="{FF2B5EF4-FFF2-40B4-BE49-F238E27FC236}">
                <a16:creationId xmlns:a16="http://schemas.microsoft.com/office/drawing/2014/main" xmlns="" id="{EF2753E2-A1B0-48A7-8F59-DD1EC373F7C6}"/>
              </a:ext>
            </a:extLst>
          </p:cNvPr>
          <p:cNvSpPr txBox="1"/>
          <p:nvPr/>
        </p:nvSpPr>
        <p:spPr bwMode="auto">
          <a:xfrm>
            <a:off x="9185905" y="5606822"/>
            <a:ext cx="3809096" cy="738664"/>
          </a:xfrm>
          <a:prstGeom prst="rect">
            <a:avLst/>
          </a:prstGeom>
          <a:solidFill>
            <a:schemeClr val="accent4">
              <a:lumMod val="20000"/>
              <a:lumOff val="80000"/>
            </a:schemeClr>
          </a:solidFill>
          <a:ln w="9525">
            <a:noFill/>
            <a:miter lim="800000"/>
            <a:headEnd/>
            <a:tailEnd/>
          </a:ln>
        </p:spPr>
        <p:txBody>
          <a:bodyPr wrap="square" rtlCol="0">
            <a:spAutoFit/>
          </a:bodyPr>
          <a:lstStyle/>
          <a:p>
            <a:pPr defTabSz="914400">
              <a:lnSpc>
                <a:spcPct val="150000"/>
              </a:lnSpc>
              <a:spcBef>
                <a:spcPts val="0"/>
              </a:spcBef>
            </a:pPr>
            <a:r>
              <a:rPr lang="zh-CN" altLang="en-US" sz="1400" b="1" dirty="0">
                <a:latin typeface="微软雅黑" panose="020B0503020204020204" pitchFamily="34" charset="-122"/>
                <a:ea typeface="微软雅黑" panose="020B0503020204020204" pitchFamily="34" charset="-122"/>
              </a:rPr>
              <a:t>晶体中原子的周期性排列而使价电子不再为单个原子所独有的现象，称为电子的共有化运动</a:t>
            </a:r>
            <a:endParaRPr kumimoji="1" lang="zh-CN" altLang="en-US" sz="1400" b="1" dirty="0">
              <a:latin typeface="微软雅黑" pitchFamily="34" charset="-122"/>
              <a:ea typeface="微软雅黑" pitchFamily="34" charset="-122"/>
            </a:endParaRPr>
          </a:p>
        </p:txBody>
      </p:sp>
    </p:spTree>
    <p:extLst>
      <p:ext uri="{BB962C8B-B14F-4D97-AF65-F5344CB8AC3E}">
        <p14:creationId xmlns:p14="http://schemas.microsoft.com/office/powerpoint/2010/main" val="1391725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8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8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178"/>
                                        </p:tgtEl>
                                        <p:attrNameLst>
                                          <p:attrName>style.visibility</p:attrName>
                                        </p:attrNameLst>
                                      </p:cBhvr>
                                      <p:to>
                                        <p:strVal val="visible"/>
                                      </p:to>
                                    </p:set>
                                    <p:anim calcmode="lin" valueType="num">
                                      <p:cBhvr additive="base">
                                        <p:cTn id="49" dur="500" fill="hold"/>
                                        <p:tgtEl>
                                          <p:spTgt spid="178"/>
                                        </p:tgtEl>
                                        <p:attrNameLst>
                                          <p:attrName>ppt_x</p:attrName>
                                        </p:attrNameLst>
                                      </p:cBhvr>
                                      <p:tavLst>
                                        <p:tav tm="0">
                                          <p:val>
                                            <p:strVal val="1+#ppt_w/2"/>
                                          </p:val>
                                        </p:tav>
                                        <p:tav tm="100000">
                                          <p:val>
                                            <p:strVal val="#ppt_x"/>
                                          </p:val>
                                        </p:tav>
                                      </p:tavLst>
                                    </p:anim>
                                    <p:anim calcmode="lin" valueType="num">
                                      <p:cBhvr additive="base">
                                        <p:cTn id="50" dur="500" fill="hold"/>
                                        <p:tgtEl>
                                          <p:spTgt spid="17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grpId="0" nodeType="clickEffect">
                                  <p:stCondLst>
                                    <p:cond delay="0"/>
                                  </p:stCondLst>
                                  <p:childTnLst>
                                    <p:set>
                                      <p:cBhvr>
                                        <p:cTn id="58" dur="1" fill="hold">
                                          <p:stCondLst>
                                            <p:cond delay="0"/>
                                          </p:stCondLst>
                                        </p:cTn>
                                        <p:tgtEl>
                                          <p:spTgt spid="124"/>
                                        </p:tgtEl>
                                        <p:attrNameLst>
                                          <p:attrName>style.visibility</p:attrName>
                                        </p:attrNameLst>
                                      </p:cBhvr>
                                      <p:to>
                                        <p:strVal val="visible"/>
                                      </p:to>
                                    </p:set>
                                    <p:anim calcmode="lin" valueType="num">
                                      <p:cBhvr additive="base">
                                        <p:cTn id="59" dur="500" fill="hold"/>
                                        <p:tgtEl>
                                          <p:spTgt spid="124"/>
                                        </p:tgtEl>
                                        <p:attrNameLst>
                                          <p:attrName>ppt_x</p:attrName>
                                        </p:attrNameLst>
                                      </p:cBhvr>
                                      <p:tavLst>
                                        <p:tav tm="0">
                                          <p:val>
                                            <p:strVal val="1+#ppt_w/2"/>
                                          </p:val>
                                        </p:tav>
                                        <p:tav tm="100000">
                                          <p:val>
                                            <p:strVal val="#ppt_x"/>
                                          </p:val>
                                        </p:tav>
                                      </p:tavLst>
                                    </p:anim>
                                    <p:anim calcmode="lin" valueType="num">
                                      <p:cBhvr additive="base">
                                        <p:cTn id="60" dur="500" fill="hold"/>
                                        <p:tgtEl>
                                          <p:spTgt spid="124"/>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2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 presetClass="entr" presetSubtype="2" fill="hold" grpId="0" nodeType="clickEffect">
                                  <p:stCondLst>
                                    <p:cond delay="0"/>
                                  </p:stCondLst>
                                  <p:childTnLst>
                                    <p:set>
                                      <p:cBhvr>
                                        <p:cTn id="68" dur="1" fill="hold">
                                          <p:stCondLst>
                                            <p:cond delay="0"/>
                                          </p:stCondLst>
                                        </p:cTn>
                                        <p:tgtEl>
                                          <p:spTgt spid="127"/>
                                        </p:tgtEl>
                                        <p:attrNameLst>
                                          <p:attrName>style.visibility</p:attrName>
                                        </p:attrNameLst>
                                      </p:cBhvr>
                                      <p:to>
                                        <p:strVal val="visible"/>
                                      </p:to>
                                    </p:set>
                                    <p:anim calcmode="lin" valueType="num">
                                      <p:cBhvr additive="base">
                                        <p:cTn id="69" dur="500" fill="hold"/>
                                        <p:tgtEl>
                                          <p:spTgt spid="127"/>
                                        </p:tgtEl>
                                        <p:attrNameLst>
                                          <p:attrName>ppt_x</p:attrName>
                                        </p:attrNameLst>
                                      </p:cBhvr>
                                      <p:tavLst>
                                        <p:tav tm="0">
                                          <p:val>
                                            <p:strVal val="1+#ppt_w/2"/>
                                          </p:val>
                                        </p:tav>
                                        <p:tav tm="100000">
                                          <p:val>
                                            <p:strVal val="#ppt_x"/>
                                          </p:val>
                                        </p:tav>
                                      </p:tavLst>
                                    </p:anim>
                                    <p:anim calcmode="lin" valueType="num">
                                      <p:cBhvr additive="base">
                                        <p:cTn id="70" dur="500" fill="hold"/>
                                        <p:tgtEl>
                                          <p:spTgt spid="127"/>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47" presetClass="entr" presetSubtype="0" fill="hold" grpId="0" nodeType="clickEffect">
                                  <p:stCondLst>
                                    <p:cond delay="0"/>
                                  </p:stCondLst>
                                  <p:childTnLst>
                                    <p:set>
                                      <p:cBhvr>
                                        <p:cTn id="78" dur="1" fill="hold">
                                          <p:stCondLst>
                                            <p:cond delay="0"/>
                                          </p:stCondLst>
                                        </p:cTn>
                                        <p:tgtEl>
                                          <p:spTgt spid="137"/>
                                        </p:tgtEl>
                                        <p:attrNameLst>
                                          <p:attrName>style.visibility</p:attrName>
                                        </p:attrNameLst>
                                      </p:cBhvr>
                                      <p:to>
                                        <p:strVal val="visible"/>
                                      </p:to>
                                    </p:set>
                                    <p:animEffect transition="in" filter="fade">
                                      <p:cBhvr>
                                        <p:cTn id="79" dur="1000"/>
                                        <p:tgtEl>
                                          <p:spTgt spid="137"/>
                                        </p:tgtEl>
                                      </p:cBhvr>
                                    </p:animEffect>
                                    <p:anim calcmode="lin" valueType="num">
                                      <p:cBhvr>
                                        <p:cTn id="80" dur="1000" fill="hold"/>
                                        <p:tgtEl>
                                          <p:spTgt spid="137"/>
                                        </p:tgtEl>
                                        <p:attrNameLst>
                                          <p:attrName>ppt_x</p:attrName>
                                        </p:attrNameLst>
                                      </p:cBhvr>
                                      <p:tavLst>
                                        <p:tav tm="0">
                                          <p:val>
                                            <p:strVal val="#ppt_x"/>
                                          </p:val>
                                        </p:tav>
                                        <p:tav tm="100000">
                                          <p:val>
                                            <p:strVal val="#ppt_x"/>
                                          </p:val>
                                        </p:tav>
                                      </p:tavLst>
                                    </p:anim>
                                    <p:anim calcmode="lin" valueType="num">
                                      <p:cBhvr>
                                        <p:cTn id="81" dur="1000" fill="hold"/>
                                        <p:tgtEl>
                                          <p:spTgt spid="137"/>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P spid="125" grpId="0" animBg="1"/>
      <p:bldP spid="126" grpId="0" animBg="1"/>
      <p:bldP spid="127" grpId="0" animBg="1"/>
      <p:bldP spid="128" grpId="0" animBg="1"/>
      <p:bldP spid="129" grpId="0"/>
      <p:bldP spid="137" grpId="0" animBg="1"/>
      <p:bldP spid="181" grpId="0" animBg="1"/>
      <p:bldP spid="182" grpId="0" animBg="1"/>
      <p:bldP spid="1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晶体的能带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72" name="圆角矩形 19">
            <a:extLst>
              <a:ext uri="{FF2B5EF4-FFF2-40B4-BE49-F238E27FC236}">
                <a16:creationId xmlns:a16="http://schemas.microsoft.com/office/drawing/2014/main" xmlns="" id="{B497A74B-3089-4A03-ADFE-6F24C632E495}"/>
              </a:ext>
            </a:extLst>
          </p:cNvPr>
          <p:cNvSpPr/>
          <p:nvPr/>
        </p:nvSpPr>
        <p:spPr>
          <a:xfrm>
            <a:off x="9729294" y="1176509"/>
            <a:ext cx="3338118" cy="6042998"/>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a:extLst>
              <a:ext uri="{FF2B5EF4-FFF2-40B4-BE49-F238E27FC236}">
                <a16:creationId xmlns:a16="http://schemas.microsoft.com/office/drawing/2014/main" xmlns="" id="{9003A512-61DF-4C09-BDB3-551ECAF1A0EF}"/>
              </a:ext>
            </a:extLst>
          </p:cNvPr>
          <p:cNvGrpSpPr/>
          <p:nvPr/>
        </p:nvGrpSpPr>
        <p:grpSpPr>
          <a:xfrm>
            <a:off x="641338" y="3246951"/>
            <a:ext cx="1414463" cy="1416050"/>
            <a:chOff x="2470150" y="3257584"/>
            <a:chExt cx="1414463" cy="1416050"/>
          </a:xfrm>
        </p:grpSpPr>
        <p:sp>
          <p:nvSpPr>
            <p:cNvPr id="74" name="Oval 6">
              <a:extLst>
                <a:ext uri="{FF2B5EF4-FFF2-40B4-BE49-F238E27FC236}">
                  <a16:creationId xmlns:a16="http://schemas.microsoft.com/office/drawing/2014/main" xmlns="" id="{EF46041B-8FEE-4567-A5B4-8C5064C71171}"/>
                </a:ext>
              </a:extLst>
            </p:cNvPr>
            <p:cNvSpPr>
              <a:spLocks noChangeArrowheads="1"/>
            </p:cNvSpPr>
            <p:nvPr/>
          </p:nvSpPr>
          <p:spPr bwMode="auto">
            <a:xfrm>
              <a:off x="2470150" y="3257584"/>
              <a:ext cx="1414463" cy="1416050"/>
            </a:xfrm>
            <a:prstGeom prst="ellipse">
              <a:avLst/>
            </a:prstGeom>
            <a:solidFill>
              <a:srgbClr val="FFFFFF"/>
            </a:solidFill>
            <a:ln w="31750">
              <a:solidFill>
                <a:srgbClr val="0000CC"/>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75" name="Oval 7">
              <a:extLst>
                <a:ext uri="{FF2B5EF4-FFF2-40B4-BE49-F238E27FC236}">
                  <a16:creationId xmlns:a16="http://schemas.microsoft.com/office/drawing/2014/main" xmlns="" id="{561E32B8-83F6-40DC-A5B7-98F84C96CB46}"/>
                </a:ext>
              </a:extLst>
            </p:cNvPr>
            <p:cNvSpPr>
              <a:spLocks noChangeAspect="1" noChangeArrowheads="1"/>
            </p:cNvSpPr>
            <p:nvPr/>
          </p:nvSpPr>
          <p:spPr bwMode="auto">
            <a:xfrm>
              <a:off x="2735263" y="3505234"/>
              <a:ext cx="892175" cy="893763"/>
            </a:xfrm>
            <a:prstGeom prst="ellipse">
              <a:avLst/>
            </a:prstGeom>
            <a:solidFill>
              <a:srgbClr val="FFFFFF"/>
            </a:solidFill>
            <a:ln w="31750">
              <a:solidFill>
                <a:srgbClr val="FF00FF"/>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76" name="Oval 8">
              <a:extLst>
                <a:ext uri="{FF2B5EF4-FFF2-40B4-BE49-F238E27FC236}">
                  <a16:creationId xmlns:a16="http://schemas.microsoft.com/office/drawing/2014/main" xmlns="" id="{1E70C218-81EF-440F-9D60-020E73F6F845}"/>
                </a:ext>
              </a:extLst>
            </p:cNvPr>
            <p:cNvSpPr>
              <a:spLocks noChangeAspect="1" noChangeArrowheads="1"/>
            </p:cNvSpPr>
            <p:nvPr/>
          </p:nvSpPr>
          <p:spPr bwMode="auto">
            <a:xfrm>
              <a:off x="2955925" y="3700497"/>
              <a:ext cx="457200" cy="458787"/>
            </a:xfrm>
            <a:prstGeom prst="ellipse">
              <a:avLst/>
            </a:prstGeom>
            <a:solidFill>
              <a:srgbClr val="FFFFFF"/>
            </a:solidFill>
            <a:ln w="31750">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77" name="Oval 9">
              <a:extLst>
                <a:ext uri="{FF2B5EF4-FFF2-40B4-BE49-F238E27FC236}">
                  <a16:creationId xmlns:a16="http://schemas.microsoft.com/office/drawing/2014/main" xmlns="" id="{7CEC8B8A-609A-4FDA-9A4F-C6A4CEFCE7BA}"/>
                </a:ext>
              </a:extLst>
            </p:cNvPr>
            <p:cNvSpPr>
              <a:spLocks noChangeAspect="1" noChangeArrowheads="1"/>
            </p:cNvSpPr>
            <p:nvPr/>
          </p:nvSpPr>
          <p:spPr bwMode="auto">
            <a:xfrm>
              <a:off x="3151188" y="3905284"/>
              <a:ext cx="66675" cy="68263"/>
            </a:xfrm>
            <a:prstGeom prst="ellipse">
              <a:avLst/>
            </a:prstGeom>
            <a:solidFill>
              <a:srgbClr val="000000"/>
            </a:solidFill>
            <a:ln w="15875">
              <a:solidFill>
                <a:srgbClr val="000000"/>
              </a:solidFill>
              <a:round/>
              <a:headEnd/>
              <a:tailEnd/>
            </a:ln>
          </p:spPr>
          <p:txBody>
            <a:bodyPr/>
            <a:lstStyle/>
            <a:p>
              <a:pPr defTabSz="914400"/>
              <a:endParaRPr lang="zh-CN" altLang="en-US" sz="2800" b="1">
                <a:latin typeface="微软雅黑" pitchFamily="34" charset="-122"/>
                <a:ea typeface="微软雅黑" pitchFamily="34" charset="-122"/>
              </a:endParaRPr>
            </a:p>
          </p:txBody>
        </p:sp>
      </p:grpSp>
      <p:sp>
        <p:nvSpPr>
          <p:cNvPr id="78" name="Line 24">
            <a:extLst>
              <a:ext uri="{FF2B5EF4-FFF2-40B4-BE49-F238E27FC236}">
                <a16:creationId xmlns:a16="http://schemas.microsoft.com/office/drawing/2014/main" xmlns="" id="{5F250198-A9CD-4F63-AD68-263B61B15D78}"/>
              </a:ext>
            </a:extLst>
          </p:cNvPr>
          <p:cNvSpPr>
            <a:spLocks noChangeShapeType="1"/>
          </p:cNvSpPr>
          <p:nvPr/>
        </p:nvSpPr>
        <p:spPr bwMode="auto">
          <a:xfrm flipV="1">
            <a:off x="1730418" y="3062116"/>
            <a:ext cx="746965" cy="284536"/>
          </a:xfrm>
          <a:prstGeom prst="line">
            <a:avLst/>
          </a:prstGeom>
          <a:noFill/>
          <a:ln w="31750">
            <a:solidFill>
              <a:srgbClr val="000000"/>
            </a:solidFill>
            <a:round/>
            <a:headEnd/>
            <a:tailEnd type="stealth" w="sm" len="lg"/>
          </a:ln>
        </p:spPr>
        <p:txBody>
          <a:bodyPr/>
          <a:lstStyle/>
          <a:p>
            <a:endParaRPr lang="zh-CN" altLang="en-US">
              <a:latin typeface="微软雅黑" pitchFamily="34" charset="-122"/>
              <a:ea typeface="微软雅黑" pitchFamily="34" charset="-122"/>
            </a:endParaRPr>
          </a:p>
        </p:txBody>
      </p:sp>
      <p:sp>
        <p:nvSpPr>
          <p:cNvPr id="79" name="Line 32">
            <a:extLst>
              <a:ext uri="{FF2B5EF4-FFF2-40B4-BE49-F238E27FC236}">
                <a16:creationId xmlns:a16="http://schemas.microsoft.com/office/drawing/2014/main" xmlns="" id="{4A63301A-1DE2-4850-885D-AA9BC23AC2A3}"/>
              </a:ext>
            </a:extLst>
          </p:cNvPr>
          <p:cNvSpPr>
            <a:spLocks noChangeShapeType="1"/>
          </p:cNvSpPr>
          <p:nvPr/>
        </p:nvSpPr>
        <p:spPr bwMode="auto">
          <a:xfrm>
            <a:off x="1450665" y="4148651"/>
            <a:ext cx="1106658" cy="719562"/>
          </a:xfrm>
          <a:prstGeom prst="line">
            <a:avLst/>
          </a:prstGeom>
          <a:noFill/>
          <a:ln w="31750">
            <a:solidFill>
              <a:schemeClr val="tx1"/>
            </a:solidFill>
            <a:round/>
            <a:headEnd/>
            <a:tailEnd type="stealth" w="sm" len="lg"/>
          </a:ln>
        </p:spPr>
        <p:txBody>
          <a:bodyPr/>
          <a:lstStyle/>
          <a:p>
            <a:endParaRPr lang="zh-CN" altLang="en-US"/>
          </a:p>
        </p:txBody>
      </p:sp>
      <p:sp>
        <p:nvSpPr>
          <p:cNvPr id="80" name="Line 33">
            <a:extLst>
              <a:ext uri="{FF2B5EF4-FFF2-40B4-BE49-F238E27FC236}">
                <a16:creationId xmlns:a16="http://schemas.microsoft.com/office/drawing/2014/main" xmlns="" id="{5E581605-A2F1-44CF-9462-64B109F56F6F}"/>
              </a:ext>
            </a:extLst>
          </p:cNvPr>
          <p:cNvSpPr>
            <a:spLocks noChangeShapeType="1"/>
          </p:cNvSpPr>
          <p:nvPr/>
        </p:nvSpPr>
        <p:spPr bwMode="auto">
          <a:xfrm flipV="1">
            <a:off x="1821662" y="3942776"/>
            <a:ext cx="699729" cy="0"/>
          </a:xfrm>
          <a:prstGeom prst="line">
            <a:avLst/>
          </a:prstGeom>
          <a:noFill/>
          <a:ln w="31750">
            <a:solidFill>
              <a:schemeClr val="tx1"/>
            </a:solidFill>
            <a:round/>
            <a:headEnd/>
            <a:tailEnd type="stealth" w="sm" len="lg"/>
          </a:ln>
        </p:spPr>
        <p:txBody>
          <a:bodyPr/>
          <a:lstStyle/>
          <a:p>
            <a:endParaRPr lang="zh-CN" altLang="en-US">
              <a:latin typeface="微软雅黑" pitchFamily="34" charset="-122"/>
              <a:ea typeface="微软雅黑" pitchFamily="34" charset="-122"/>
            </a:endParaRPr>
          </a:p>
        </p:txBody>
      </p:sp>
      <p:sp>
        <p:nvSpPr>
          <p:cNvPr id="81" name="Text Box 35">
            <a:extLst>
              <a:ext uri="{FF2B5EF4-FFF2-40B4-BE49-F238E27FC236}">
                <a16:creationId xmlns:a16="http://schemas.microsoft.com/office/drawing/2014/main" xmlns="" id="{CCE81637-1BFF-411D-B123-44F964EF7A33}"/>
              </a:ext>
            </a:extLst>
          </p:cNvPr>
          <p:cNvSpPr txBox="1">
            <a:spLocks noChangeArrowheads="1"/>
          </p:cNvSpPr>
          <p:nvPr/>
        </p:nvSpPr>
        <p:spPr bwMode="auto">
          <a:xfrm>
            <a:off x="673552" y="5429714"/>
            <a:ext cx="1489075" cy="431477"/>
          </a:xfrm>
          <a:prstGeom prst="rect">
            <a:avLst/>
          </a:prstGeom>
          <a:solidFill>
            <a:srgbClr val="FFFFFF"/>
          </a:solidFill>
          <a:ln w="9525">
            <a:noFill/>
            <a:miter lim="800000"/>
            <a:headEnd/>
            <a:tailEnd/>
          </a:ln>
        </p:spPr>
        <p:txBody>
          <a:bodyPr lIns="0" tIns="0" rIns="0" bIns="0"/>
          <a:lstStyle/>
          <a:p>
            <a:pPr algn="ctr" defTabSz="914400"/>
            <a:r>
              <a:rPr lang="zh-CN" altLang="en-US" sz="2400" b="1" dirty="0">
                <a:latin typeface="微软雅黑" pitchFamily="34" charset="-122"/>
                <a:ea typeface="微软雅黑" pitchFamily="34" charset="-122"/>
              </a:rPr>
              <a:t>原子轨道</a:t>
            </a:r>
          </a:p>
        </p:txBody>
      </p:sp>
      <p:sp>
        <p:nvSpPr>
          <p:cNvPr id="82" name="Line 29">
            <a:extLst>
              <a:ext uri="{FF2B5EF4-FFF2-40B4-BE49-F238E27FC236}">
                <a16:creationId xmlns:a16="http://schemas.microsoft.com/office/drawing/2014/main" xmlns="" id="{EFFBCE1B-DCDB-4754-B96D-10F7367F6972}"/>
              </a:ext>
            </a:extLst>
          </p:cNvPr>
          <p:cNvSpPr>
            <a:spLocks noChangeShapeType="1"/>
          </p:cNvSpPr>
          <p:nvPr/>
        </p:nvSpPr>
        <p:spPr bwMode="auto">
          <a:xfrm flipV="1">
            <a:off x="2477383" y="3062116"/>
            <a:ext cx="2248980" cy="17447"/>
          </a:xfrm>
          <a:prstGeom prst="line">
            <a:avLst/>
          </a:prstGeom>
          <a:noFill/>
          <a:ln w="31750">
            <a:solidFill>
              <a:srgbClr val="0000FF"/>
            </a:solidFill>
            <a:round/>
            <a:headEnd/>
            <a:tailEnd/>
          </a:ln>
        </p:spPr>
        <p:txBody>
          <a:bodyPr/>
          <a:lstStyle/>
          <a:p>
            <a:endParaRPr lang="zh-CN" altLang="en-US">
              <a:latin typeface="微软雅黑" pitchFamily="34" charset="-122"/>
              <a:ea typeface="微软雅黑" pitchFamily="34" charset="-122"/>
            </a:endParaRPr>
          </a:p>
        </p:txBody>
      </p:sp>
      <p:sp>
        <p:nvSpPr>
          <p:cNvPr id="83" name="Line 30">
            <a:extLst>
              <a:ext uri="{FF2B5EF4-FFF2-40B4-BE49-F238E27FC236}">
                <a16:creationId xmlns:a16="http://schemas.microsoft.com/office/drawing/2014/main" xmlns="" id="{8FE0038C-3B98-4147-819C-92E621A79751}"/>
              </a:ext>
            </a:extLst>
          </p:cNvPr>
          <p:cNvSpPr>
            <a:spLocks noChangeShapeType="1"/>
          </p:cNvSpPr>
          <p:nvPr/>
        </p:nvSpPr>
        <p:spPr bwMode="auto">
          <a:xfrm flipV="1">
            <a:off x="2521391" y="3894650"/>
            <a:ext cx="2204972" cy="49577"/>
          </a:xfrm>
          <a:prstGeom prst="line">
            <a:avLst/>
          </a:prstGeom>
          <a:noFill/>
          <a:ln w="31750">
            <a:solidFill>
              <a:srgbClr val="FF00FF"/>
            </a:solidFill>
            <a:round/>
            <a:headEnd/>
            <a:tailEnd/>
          </a:ln>
        </p:spPr>
        <p:txBody>
          <a:bodyPr/>
          <a:lstStyle/>
          <a:p>
            <a:endParaRPr lang="zh-CN" altLang="en-US">
              <a:latin typeface="微软雅黑" pitchFamily="34" charset="-122"/>
              <a:ea typeface="微软雅黑" pitchFamily="34" charset="-122"/>
            </a:endParaRPr>
          </a:p>
        </p:txBody>
      </p:sp>
      <p:sp>
        <p:nvSpPr>
          <p:cNvPr id="84" name="Line 31">
            <a:extLst>
              <a:ext uri="{FF2B5EF4-FFF2-40B4-BE49-F238E27FC236}">
                <a16:creationId xmlns:a16="http://schemas.microsoft.com/office/drawing/2014/main" xmlns="" id="{20697080-0AD6-4D0B-829C-8238C22D86C2}"/>
              </a:ext>
            </a:extLst>
          </p:cNvPr>
          <p:cNvSpPr>
            <a:spLocks noChangeShapeType="1"/>
          </p:cNvSpPr>
          <p:nvPr/>
        </p:nvSpPr>
        <p:spPr bwMode="auto">
          <a:xfrm flipV="1">
            <a:off x="2557323" y="4815205"/>
            <a:ext cx="2169040" cy="53008"/>
          </a:xfrm>
          <a:prstGeom prst="line">
            <a:avLst/>
          </a:prstGeom>
          <a:noFill/>
          <a:ln w="31750">
            <a:solidFill>
              <a:srgbClr val="FF0000"/>
            </a:solidFill>
            <a:round/>
            <a:headEnd/>
            <a:tailEnd/>
          </a:ln>
        </p:spPr>
        <p:txBody>
          <a:bodyPr/>
          <a:lstStyle/>
          <a:p>
            <a:endParaRPr lang="zh-CN" altLang="en-US"/>
          </a:p>
        </p:txBody>
      </p:sp>
      <p:sp>
        <p:nvSpPr>
          <p:cNvPr id="85" name="Text Box 34">
            <a:extLst>
              <a:ext uri="{FF2B5EF4-FFF2-40B4-BE49-F238E27FC236}">
                <a16:creationId xmlns:a16="http://schemas.microsoft.com/office/drawing/2014/main" xmlns="" id="{E59F30C0-6DD9-4FDE-ADE7-036A019CFE13}"/>
              </a:ext>
            </a:extLst>
          </p:cNvPr>
          <p:cNvSpPr txBox="1">
            <a:spLocks noChangeArrowheads="1"/>
          </p:cNvSpPr>
          <p:nvPr/>
        </p:nvSpPr>
        <p:spPr bwMode="auto">
          <a:xfrm>
            <a:off x="2965568" y="5430411"/>
            <a:ext cx="1352550" cy="312737"/>
          </a:xfrm>
          <a:prstGeom prst="rect">
            <a:avLst/>
          </a:prstGeom>
          <a:solidFill>
            <a:srgbClr val="FFFFFF"/>
          </a:solidFill>
          <a:ln w="9525">
            <a:noFill/>
            <a:miter lim="800000"/>
            <a:headEnd/>
            <a:tailEnd/>
          </a:ln>
        </p:spPr>
        <p:txBody>
          <a:bodyPr lIns="0" tIns="0" rIns="0" bIns="0"/>
          <a:lstStyle/>
          <a:p>
            <a:pPr algn="just" defTabSz="914400"/>
            <a:r>
              <a:rPr lang="zh-CN" altLang="en-US" sz="2400" b="1" dirty="0">
                <a:latin typeface="微软雅黑" pitchFamily="34" charset="-122"/>
                <a:ea typeface="微软雅黑" pitchFamily="34" charset="-122"/>
              </a:rPr>
              <a:t>原子能级</a:t>
            </a:r>
          </a:p>
        </p:txBody>
      </p:sp>
      <p:grpSp>
        <p:nvGrpSpPr>
          <p:cNvPr id="86" name="组合 85">
            <a:extLst>
              <a:ext uri="{FF2B5EF4-FFF2-40B4-BE49-F238E27FC236}">
                <a16:creationId xmlns:a16="http://schemas.microsoft.com/office/drawing/2014/main" xmlns="" id="{D281CA3A-A223-4FA5-AFB3-6D9ACA12E5A0}"/>
              </a:ext>
            </a:extLst>
          </p:cNvPr>
          <p:cNvGrpSpPr/>
          <p:nvPr/>
        </p:nvGrpSpPr>
        <p:grpSpPr>
          <a:xfrm>
            <a:off x="5875759" y="4826416"/>
            <a:ext cx="915988" cy="292100"/>
            <a:chOff x="7704571" y="4837049"/>
            <a:chExt cx="915988" cy="292100"/>
          </a:xfrm>
        </p:grpSpPr>
        <p:sp>
          <p:nvSpPr>
            <p:cNvPr id="87" name="Line 10">
              <a:extLst>
                <a:ext uri="{FF2B5EF4-FFF2-40B4-BE49-F238E27FC236}">
                  <a16:creationId xmlns:a16="http://schemas.microsoft.com/office/drawing/2014/main" xmlns="" id="{9E9CC43C-4E2B-48D0-857F-7FEFFCB3BB8C}"/>
                </a:ext>
              </a:extLst>
            </p:cNvPr>
            <p:cNvSpPr>
              <a:spLocks noChangeShapeType="1"/>
            </p:cNvSpPr>
            <p:nvPr/>
          </p:nvSpPr>
          <p:spPr bwMode="auto">
            <a:xfrm flipV="1">
              <a:off x="7706159" y="4837049"/>
              <a:ext cx="914400" cy="7937"/>
            </a:xfrm>
            <a:prstGeom prst="line">
              <a:avLst/>
            </a:prstGeom>
            <a:noFill/>
            <a:ln w="31750">
              <a:solidFill>
                <a:srgbClr val="FF0000"/>
              </a:solidFill>
              <a:round/>
              <a:headEnd/>
              <a:tailEnd/>
            </a:ln>
          </p:spPr>
          <p:txBody>
            <a:bodyPr/>
            <a:lstStyle/>
            <a:p>
              <a:endParaRPr lang="zh-CN" altLang="en-US">
                <a:latin typeface="微软雅黑" pitchFamily="34" charset="-122"/>
                <a:ea typeface="微软雅黑" pitchFamily="34" charset="-122"/>
              </a:endParaRPr>
            </a:p>
          </p:txBody>
        </p:sp>
        <p:sp>
          <p:nvSpPr>
            <p:cNvPr id="88" name="Line 11">
              <a:extLst>
                <a:ext uri="{FF2B5EF4-FFF2-40B4-BE49-F238E27FC236}">
                  <a16:creationId xmlns:a16="http://schemas.microsoft.com/office/drawing/2014/main" xmlns="" id="{B94514B8-B85D-487C-AC34-4D8064A6D9F1}"/>
                </a:ext>
              </a:extLst>
            </p:cNvPr>
            <p:cNvSpPr>
              <a:spLocks noChangeShapeType="1"/>
            </p:cNvSpPr>
            <p:nvPr/>
          </p:nvSpPr>
          <p:spPr bwMode="auto">
            <a:xfrm flipV="1">
              <a:off x="7706159" y="4937061"/>
              <a:ext cx="914400" cy="9525"/>
            </a:xfrm>
            <a:prstGeom prst="line">
              <a:avLst/>
            </a:prstGeom>
            <a:noFill/>
            <a:ln w="31750">
              <a:solidFill>
                <a:srgbClr val="FF0000"/>
              </a:solidFill>
              <a:round/>
              <a:headEnd/>
              <a:tailEnd/>
            </a:ln>
          </p:spPr>
          <p:txBody>
            <a:bodyPr/>
            <a:lstStyle/>
            <a:p>
              <a:endParaRPr lang="zh-CN" altLang="en-US"/>
            </a:p>
          </p:txBody>
        </p:sp>
        <p:sp>
          <p:nvSpPr>
            <p:cNvPr id="89" name="Line 12">
              <a:extLst>
                <a:ext uri="{FF2B5EF4-FFF2-40B4-BE49-F238E27FC236}">
                  <a16:creationId xmlns:a16="http://schemas.microsoft.com/office/drawing/2014/main" xmlns="" id="{593D128D-0D68-4D99-A0CD-C2D6607CBC44}"/>
                </a:ext>
              </a:extLst>
            </p:cNvPr>
            <p:cNvSpPr>
              <a:spLocks noChangeShapeType="1"/>
            </p:cNvSpPr>
            <p:nvPr/>
          </p:nvSpPr>
          <p:spPr bwMode="auto">
            <a:xfrm flipV="1">
              <a:off x="7706159" y="5030724"/>
              <a:ext cx="914400" cy="9525"/>
            </a:xfrm>
            <a:prstGeom prst="line">
              <a:avLst/>
            </a:prstGeom>
            <a:noFill/>
            <a:ln w="31750">
              <a:solidFill>
                <a:srgbClr val="FF0000"/>
              </a:solidFill>
              <a:round/>
              <a:headEnd/>
              <a:tailEnd/>
            </a:ln>
          </p:spPr>
          <p:txBody>
            <a:bodyPr/>
            <a:lstStyle/>
            <a:p>
              <a:endParaRPr lang="zh-CN" altLang="en-US"/>
            </a:p>
          </p:txBody>
        </p:sp>
        <p:sp>
          <p:nvSpPr>
            <p:cNvPr id="90" name="Line 13">
              <a:extLst>
                <a:ext uri="{FF2B5EF4-FFF2-40B4-BE49-F238E27FC236}">
                  <a16:creationId xmlns:a16="http://schemas.microsoft.com/office/drawing/2014/main" xmlns="" id="{F10E6FD3-A1D4-49C4-B8B3-465486ACFA62}"/>
                </a:ext>
              </a:extLst>
            </p:cNvPr>
            <p:cNvSpPr>
              <a:spLocks noChangeShapeType="1"/>
            </p:cNvSpPr>
            <p:nvPr/>
          </p:nvSpPr>
          <p:spPr bwMode="auto">
            <a:xfrm flipV="1">
              <a:off x="7704571" y="5119624"/>
              <a:ext cx="914400" cy="9525"/>
            </a:xfrm>
            <a:prstGeom prst="line">
              <a:avLst/>
            </a:prstGeom>
            <a:noFill/>
            <a:ln w="31750">
              <a:solidFill>
                <a:srgbClr val="FF0000"/>
              </a:solidFill>
              <a:round/>
              <a:headEnd/>
              <a:tailEnd/>
            </a:ln>
          </p:spPr>
          <p:txBody>
            <a:bodyPr/>
            <a:lstStyle/>
            <a:p>
              <a:endParaRPr lang="zh-CN" altLang="en-US"/>
            </a:p>
          </p:txBody>
        </p:sp>
      </p:grpSp>
      <p:grpSp>
        <p:nvGrpSpPr>
          <p:cNvPr id="91" name="组合 90">
            <a:extLst>
              <a:ext uri="{FF2B5EF4-FFF2-40B4-BE49-F238E27FC236}">
                <a16:creationId xmlns:a16="http://schemas.microsoft.com/office/drawing/2014/main" xmlns="" id="{070327F5-3520-4D1E-B266-B82C23C0DC08}"/>
              </a:ext>
            </a:extLst>
          </p:cNvPr>
          <p:cNvGrpSpPr/>
          <p:nvPr/>
        </p:nvGrpSpPr>
        <p:grpSpPr>
          <a:xfrm>
            <a:off x="5877347" y="3794007"/>
            <a:ext cx="919163" cy="415925"/>
            <a:chOff x="7706159" y="3804640"/>
            <a:chExt cx="919163" cy="415925"/>
          </a:xfrm>
        </p:grpSpPr>
        <p:sp>
          <p:nvSpPr>
            <p:cNvPr id="92" name="Line 14">
              <a:extLst>
                <a:ext uri="{FF2B5EF4-FFF2-40B4-BE49-F238E27FC236}">
                  <a16:creationId xmlns:a16="http://schemas.microsoft.com/office/drawing/2014/main" xmlns="" id="{E8929ACD-596C-4F16-8FB7-34DDA82EA9CF}"/>
                </a:ext>
              </a:extLst>
            </p:cNvPr>
            <p:cNvSpPr>
              <a:spLocks noChangeShapeType="1"/>
            </p:cNvSpPr>
            <p:nvPr/>
          </p:nvSpPr>
          <p:spPr bwMode="auto">
            <a:xfrm flipV="1">
              <a:off x="7706159" y="3804640"/>
              <a:ext cx="914400" cy="7937"/>
            </a:xfrm>
            <a:prstGeom prst="line">
              <a:avLst/>
            </a:prstGeom>
            <a:noFill/>
            <a:ln w="31750">
              <a:solidFill>
                <a:srgbClr val="FF00FF"/>
              </a:solidFill>
              <a:round/>
              <a:headEnd/>
              <a:tailEnd/>
            </a:ln>
          </p:spPr>
          <p:txBody>
            <a:bodyPr/>
            <a:lstStyle/>
            <a:p>
              <a:endParaRPr lang="zh-CN" altLang="en-US">
                <a:latin typeface="微软雅黑" pitchFamily="34" charset="-122"/>
                <a:ea typeface="微软雅黑" pitchFamily="34" charset="-122"/>
              </a:endParaRPr>
            </a:p>
          </p:txBody>
        </p:sp>
        <p:sp>
          <p:nvSpPr>
            <p:cNvPr id="93" name="Line 15">
              <a:extLst>
                <a:ext uri="{FF2B5EF4-FFF2-40B4-BE49-F238E27FC236}">
                  <a16:creationId xmlns:a16="http://schemas.microsoft.com/office/drawing/2014/main" xmlns="" id="{078FD5A7-9101-4591-B9A2-5649A4AC2D98}"/>
                </a:ext>
              </a:extLst>
            </p:cNvPr>
            <p:cNvSpPr>
              <a:spLocks noChangeShapeType="1"/>
            </p:cNvSpPr>
            <p:nvPr/>
          </p:nvSpPr>
          <p:spPr bwMode="auto">
            <a:xfrm flipV="1">
              <a:off x="7709334" y="3939577"/>
              <a:ext cx="915988" cy="9525"/>
            </a:xfrm>
            <a:prstGeom prst="line">
              <a:avLst/>
            </a:prstGeom>
            <a:noFill/>
            <a:ln w="31750">
              <a:solidFill>
                <a:srgbClr val="FF00FF"/>
              </a:solidFill>
              <a:round/>
              <a:headEnd/>
              <a:tailEnd/>
            </a:ln>
          </p:spPr>
          <p:txBody>
            <a:bodyPr/>
            <a:lstStyle/>
            <a:p>
              <a:endParaRPr lang="zh-CN" altLang="en-US">
                <a:latin typeface="微软雅黑" pitchFamily="34" charset="-122"/>
                <a:ea typeface="微软雅黑" pitchFamily="34" charset="-122"/>
              </a:endParaRPr>
            </a:p>
          </p:txBody>
        </p:sp>
        <p:sp>
          <p:nvSpPr>
            <p:cNvPr id="94" name="Line 16">
              <a:extLst>
                <a:ext uri="{FF2B5EF4-FFF2-40B4-BE49-F238E27FC236}">
                  <a16:creationId xmlns:a16="http://schemas.microsoft.com/office/drawing/2014/main" xmlns="" id="{D75CD9AD-7341-43DA-87CC-6D6E3FDFD08A}"/>
                </a:ext>
              </a:extLst>
            </p:cNvPr>
            <p:cNvSpPr>
              <a:spLocks noChangeShapeType="1"/>
            </p:cNvSpPr>
            <p:nvPr/>
          </p:nvSpPr>
          <p:spPr bwMode="auto">
            <a:xfrm flipV="1">
              <a:off x="7707747" y="4072927"/>
              <a:ext cx="914400" cy="9525"/>
            </a:xfrm>
            <a:prstGeom prst="line">
              <a:avLst/>
            </a:prstGeom>
            <a:noFill/>
            <a:ln w="31750">
              <a:solidFill>
                <a:srgbClr val="FF00FF"/>
              </a:solidFill>
              <a:round/>
              <a:headEnd/>
              <a:tailEnd/>
            </a:ln>
          </p:spPr>
          <p:txBody>
            <a:bodyPr/>
            <a:lstStyle/>
            <a:p>
              <a:endParaRPr lang="zh-CN" altLang="en-US">
                <a:latin typeface="微软雅黑" pitchFamily="34" charset="-122"/>
                <a:ea typeface="微软雅黑" pitchFamily="34" charset="-122"/>
              </a:endParaRPr>
            </a:p>
          </p:txBody>
        </p:sp>
        <p:sp>
          <p:nvSpPr>
            <p:cNvPr id="95" name="Line 17">
              <a:extLst>
                <a:ext uri="{FF2B5EF4-FFF2-40B4-BE49-F238E27FC236}">
                  <a16:creationId xmlns:a16="http://schemas.microsoft.com/office/drawing/2014/main" xmlns="" id="{C585E9AE-821C-4C2B-9404-B83C02F895B9}"/>
                </a:ext>
              </a:extLst>
            </p:cNvPr>
            <p:cNvSpPr>
              <a:spLocks noChangeShapeType="1"/>
            </p:cNvSpPr>
            <p:nvPr/>
          </p:nvSpPr>
          <p:spPr bwMode="auto">
            <a:xfrm flipV="1">
              <a:off x="7709334" y="4212627"/>
              <a:ext cx="915988" cy="7938"/>
            </a:xfrm>
            <a:prstGeom prst="line">
              <a:avLst/>
            </a:prstGeom>
            <a:noFill/>
            <a:ln w="31750">
              <a:solidFill>
                <a:srgbClr val="FF00FF"/>
              </a:solidFill>
              <a:round/>
              <a:headEnd/>
              <a:tailEnd/>
            </a:ln>
          </p:spPr>
          <p:txBody>
            <a:bodyPr/>
            <a:lstStyle/>
            <a:p>
              <a:endParaRPr lang="zh-CN" altLang="en-US">
                <a:latin typeface="微软雅黑" pitchFamily="34" charset="-122"/>
                <a:ea typeface="微软雅黑" pitchFamily="34" charset="-122"/>
              </a:endParaRPr>
            </a:p>
          </p:txBody>
        </p:sp>
      </p:grpSp>
      <p:grpSp>
        <p:nvGrpSpPr>
          <p:cNvPr id="96" name="组合 95">
            <a:extLst>
              <a:ext uri="{FF2B5EF4-FFF2-40B4-BE49-F238E27FC236}">
                <a16:creationId xmlns:a16="http://schemas.microsoft.com/office/drawing/2014/main" xmlns="" id="{C6D73A86-3FF1-426A-A67B-1CA29E37EBD3}"/>
              </a:ext>
            </a:extLst>
          </p:cNvPr>
          <p:cNvGrpSpPr/>
          <p:nvPr/>
        </p:nvGrpSpPr>
        <p:grpSpPr>
          <a:xfrm>
            <a:off x="5919131" y="2613834"/>
            <a:ext cx="919163" cy="604838"/>
            <a:chOff x="7747943" y="2624467"/>
            <a:chExt cx="919163" cy="604838"/>
          </a:xfrm>
        </p:grpSpPr>
        <p:sp>
          <p:nvSpPr>
            <p:cNvPr id="97" name="Line 18">
              <a:extLst>
                <a:ext uri="{FF2B5EF4-FFF2-40B4-BE49-F238E27FC236}">
                  <a16:creationId xmlns:a16="http://schemas.microsoft.com/office/drawing/2014/main" xmlns="" id="{73394645-3758-45C1-9118-037BE46F21AD}"/>
                </a:ext>
              </a:extLst>
            </p:cNvPr>
            <p:cNvSpPr>
              <a:spLocks noChangeShapeType="1"/>
            </p:cNvSpPr>
            <p:nvPr/>
          </p:nvSpPr>
          <p:spPr bwMode="auto">
            <a:xfrm flipV="1">
              <a:off x="7747943" y="2624467"/>
              <a:ext cx="914400" cy="7938"/>
            </a:xfrm>
            <a:prstGeom prst="line">
              <a:avLst/>
            </a:prstGeom>
            <a:noFill/>
            <a:ln w="31750">
              <a:solidFill>
                <a:srgbClr val="0000FF"/>
              </a:solidFill>
              <a:round/>
              <a:headEnd/>
              <a:tailEnd/>
            </a:ln>
          </p:spPr>
          <p:txBody>
            <a:bodyPr/>
            <a:lstStyle/>
            <a:p>
              <a:endParaRPr lang="zh-CN" altLang="en-US">
                <a:latin typeface="微软雅黑" pitchFamily="34" charset="-122"/>
                <a:ea typeface="微软雅黑" pitchFamily="34" charset="-122"/>
              </a:endParaRPr>
            </a:p>
          </p:txBody>
        </p:sp>
        <p:sp>
          <p:nvSpPr>
            <p:cNvPr id="98" name="Line 19">
              <a:extLst>
                <a:ext uri="{FF2B5EF4-FFF2-40B4-BE49-F238E27FC236}">
                  <a16:creationId xmlns:a16="http://schemas.microsoft.com/office/drawing/2014/main" xmlns="" id="{04B794E2-83EA-4395-938A-2D58F6DA91D8}"/>
                </a:ext>
              </a:extLst>
            </p:cNvPr>
            <p:cNvSpPr>
              <a:spLocks noChangeShapeType="1"/>
            </p:cNvSpPr>
            <p:nvPr/>
          </p:nvSpPr>
          <p:spPr bwMode="auto">
            <a:xfrm flipV="1">
              <a:off x="7752706" y="2824492"/>
              <a:ext cx="914400" cy="9525"/>
            </a:xfrm>
            <a:prstGeom prst="line">
              <a:avLst/>
            </a:prstGeom>
            <a:noFill/>
            <a:ln w="31750">
              <a:solidFill>
                <a:srgbClr val="0000FF"/>
              </a:solidFill>
              <a:round/>
              <a:headEnd/>
              <a:tailEnd/>
            </a:ln>
          </p:spPr>
          <p:txBody>
            <a:bodyPr/>
            <a:lstStyle/>
            <a:p>
              <a:endParaRPr lang="zh-CN" altLang="en-US">
                <a:latin typeface="微软雅黑" pitchFamily="34" charset="-122"/>
                <a:ea typeface="微软雅黑" pitchFamily="34" charset="-122"/>
              </a:endParaRPr>
            </a:p>
          </p:txBody>
        </p:sp>
        <p:sp>
          <p:nvSpPr>
            <p:cNvPr id="99" name="Line 20">
              <a:extLst>
                <a:ext uri="{FF2B5EF4-FFF2-40B4-BE49-F238E27FC236}">
                  <a16:creationId xmlns:a16="http://schemas.microsoft.com/office/drawing/2014/main" xmlns="" id="{CC9EC2D1-E3D4-40D1-A3DD-4093D7CCB5B3}"/>
                </a:ext>
              </a:extLst>
            </p:cNvPr>
            <p:cNvSpPr>
              <a:spLocks noChangeShapeType="1"/>
            </p:cNvSpPr>
            <p:nvPr/>
          </p:nvSpPr>
          <p:spPr bwMode="auto">
            <a:xfrm flipV="1">
              <a:off x="7752706" y="3019755"/>
              <a:ext cx="914400" cy="9525"/>
            </a:xfrm>
            <a:prstGeom prst="line">
              <a:avLst/>
            </a:prstGeom>
            <a:noFill/>
            <a:ln w="31750">
              <a:solidFill>
                <a:srgbClr val="0000FF"/>
              </a:solidFill>
              <a:round/>
              <a:headEnd/>
              <a:tailEnd/>
            </a:ln>
          </p:spPr>
          <p:txBody>
            <a:bodyPr/>
            <a:lstStyle/>
            <a:p>
              <a:endParaRPr lang="zh-CN" altLang="en-US">
                <a:latin typeface="微软雅黑" pitchFamily="34" charset="-122"/>
                <a:ea typeface="微软雅黑" pitchFamily="34" charset="-122"/>
              </a:endParaRPr>
            </a:p>
          </p:txBody>
        </p:sp>
        <p:sp>
          <p:nvSpPr>
            <p:cNvPr id="100" name="Line 21">
              <a:extLst>
                <a:ext uri="{FF2B5EF4-FFF2-40B4-BE49-F238E27FC236}">
                  <a16:creationId xmlns:a16="http://schemas.microsoft.com/office/drawing/2014/main" xmlns="" id="{81BAB024-6C8A-4A60-9FBA-E43918ED15C9}"/>
                </a:ext>
              </a:extLst>
            </p:cNvPr>
            <p:cNvSpPr>
              <a:spLocks noChangeShapeType="1"/>
            </p:cNvSpPr>
            <p:nvPr/>
          </p:nvSpPr>
          <p:spPr bwMode="auto">
            <a:xfrm flipV="1">
              <a:off x="7751207" y="3221367"/>
              <a:ext cx="914400" cy="7938"/>
            </a:xfrm>
            <a:prstGeom prst="line">
              <a:avLst/>
            </a:prstGeom>
            <a:noFill/>
            <a:ln w="31750">
              <a:solidFill>
                <a:srgbClr val="0000FF"/>
              </a:solidFill>
              <a:round/>
              <a:headEnd/>
              <a:tailEnd/>
            </a:ln>
          </p:spPr>
          <p:txBody>
            <a:bodyPr/>
            <a:lstStyle/>
            <a:p>
              <a:endParaRPr lang="zh-CN" altLang="en-US">
                <a:latin typeface="微软雅黑" pitchFamily="34" charset="-122"/>
                <a:ea typeface="微软雅黑" pitchFamily="34" charset="-122"/>
              </a:endParaRPr>
            </a:p>
          </p:txBody>
        </p:sp>
      </p:grpSp>
      <p:grpSp>
        <p:nvGrpSpPr>
          <p:cNvPr id="101" name="组合 100">
            <a:extLst>
              <a:ext uri="{FF2B5EF4-FFF2-40B4-BE49-F238E27FC236}">
                <a16:creationId xmlns:a16="http://schemas.microsoft.com/office/drawing/2014/main" xmlns="" id="{69EE6969-E5A1-4378-A54D-E72FD183A5B7}"/>
              </a:ext>
            </a:extLst>
          </p:cNvPr>
          <p:cNvGrpSpPr/>
          <p:nvPr/>
        </p:nvGrpSpPr>
        <p:grpSpPr>
          <a:xfrm>
            <a:off x="4726363" y="2629081"/>
            <a:ext cx="1192767" cy="589592"/>
            <a:chOff x="6555175" y="2639714"/>
            <a:chExt cx="1192767" cy="589592"/>
          </a:xfrm>
        </p:grpSpPr>
        <p:sp>
          <p:nvSpPr>
            <p:cNvPr id="102" name="Line 22">
              <a:extLst>
                <a:ext uri="{FF2B5EF4-FFF2-40B4-BE49-F238E27FC236}">
                  <a16:creationId xmlns:a16="http://schemas.microsoft.com/office/drawing/2014/main" xmlns="" id="{49F9A2CB-0387-470C-8178-8914299EC2DC}"/>
                </a:ext>
              </a:extLst>
            </p:cNvPr>
            <p:cNvSpPr>
              <a:spLocks noChangeShapeType="1"/>
            </p:cNvSpPr>
            <p:nvPr/>
          </p:nvSpPr>
          <p:spPr bwMode="auto">
            <a:xfrm flipV="1">
              <a:off x="6555175" y="2639714"/>
              <a:ext cx="1192767" cy="433034"/>
            </a:xfrm>
            <a:prstGeom prst="line">
              <a:avLst/>
            </a:prstGeom>
            <a:noFill/>
            <a:ln w="31750">
              <a:solidFill>
                <a:srgbClr val="000000"/>
              </a:solidFill>
              <a:prstDash val="dash"/>
              <a:round/>
              <a:headEnd/>
              <a:tailEnd/>
            </a:ln>
          </p:spPr>
          <p:txBody>
            <a:bodyPr/>
            <a:lstStyle/>
            <a:p>
              <a:endParaRPr lang="zh-CN" altLang="en-US">
                <a:latin typeface="微软雅黑" pitchFamily="34" charset="-122"/>
                <a:ea typeface="微软雅黑" pitchFamily="34" charset="-122"/>
              </a:endParaRPr>
            </a:p>
          </p:txBody>
        </p:sp>
        <p:sp>
          <p:nvSpPr>
            <p:cNvPr id="103" name="Line 23">
              <a:extLst>
                <a:ext uri="{FF2B5EF4-FFF2-40B4-BE49-F238E27FC236}">
                  <a16:creationId xmlns:a16="http://schemas.microsoft.com/office/drawing/2014/main" xmlns="" id="{2CFF5B9E-5FA1-421A-A40C-CE00499CE453}"/>
                </a:ext>
              </a:extLst>
            </p:cNvPr>
            <p:cNvSpPr>
              <a:spLocks noChangeShapeType="1"/>
            </p:cNvSpPr>
            <p:nvPr/>
          </p:nvSpPr>
          <p:spPr bwMode="auto">
            <a:xfrm>
              <a:off x="6555175" y="3068938"/>
              <a:ext cx="1192767" cy="160368"/>
            </a:xfrm>
            <a:prstGeom prst="line">
              <a:avLst/>
            </a:prstGeom>
            <a:noFill/>
            <a:ln w="31750">
              <a:solidFill>
                <a:srgbClr val="000000"/>
              </a:solidFill>
              <a:prstDash val="dash"/>
              <a:round/>
              <a:headEnd/>
              <a:tailEnd/>
            </a:ln>
          </p:spPr>
          <p:txBody>
            <a:bodyPr/>
            <a:lstStyle/>
            <a:p>
              <a:endParaRPr lang="zh-CN" altLang="en-US">
                <a:latin typeface="微软雅黑" pitchFamily="34" charset="-122"/>
                <a:ea typeface="微软雅黑" pitchFamily="34" charset="-122"/>
              </a:endParaRPr>
            </a:p>
          </p:txBody>
        </p:sp>
      </p:grpSp>
      <p:grpSp>
        <p:nvGrpSpPr>
          <p:cNvPr id="104" name="组合 103">
            <a:extLst>
              <a:ext uri="{FF2B5EF4-FFF2-40B4-BE49-F238E27FC236}">
                <a16:creationId xmlns:a16="http://schemas.microsoft.com/office/drawing/2014/main" xmlns="" id="{025E0343-2DA3-43F6-96C9-C527B951CE34}"/>
              </a:ext>
            </a:extLst>
          </p:cNvPr>
          <p:cNvGrpSpPr/>
          <p:nvPr/>
        </p:nvGrpSpPr>
        <p:grpSpPr>
          <a:xfrm>
            <a:off x="4723191" y="3805118"/>
            <a:ext cx="1195940" cy="419101"/>
            <a:chOff x="6552003" y="3815751"/>
            <a:chExt cx="1195940" cy="419101"/>
          </a:xfrm>
        </p:grpSpPr>
        <p:sp>
          <p:nvSpPr>
            <p:cNvPr id="105" name="Line 25">
              <a:extLst>
                <a:ext uri="{FF2B5EF4-FFF2-40B4-BE49-F238E27FC236}">
                  <a16:creationId xmlns:a16="http://schemas.microsoft.com/office/drawing/2014/main" xmlns="" id="{DC806EF6-1464-468A-BC95-78BA76C5FB22}"/>
                </a:ext>
              </a:extLst>
            </p:cNvPr>
            <p:cNvSpPr>
              <a:spLocks noChangeShapeType="1"/>
            </p:cNvSpPr>
            <p:nvPr/>
          </p:nvSpPr>
          <p:spPr bwMode="auto">
            <a:xfrm flipV="1">
              <a:off x="6552003" y="3815751"/>
              <a:ext cx="1195940" cy="89531"/>
            </a:xfrm>
            <a:prstGeom prst="line">
              <a:avLst/>
            </a:prstGeom>
            <a:noFill/>
            <a:ln w="31750">
              <a:solidFill>
                <a:schemeClr val="tx1"/>
              </a:solidFill>
              <a:prstDash val="dash"/>
              <a:round/>
              <a:headEnd/>
              <a:tailEnd/>
            </a:ln>
          </p:spPr>
          <p:txBody>
            <a:bodyPr/>
            <a:lstStyle/>
            <a:p>
              <a:endParaRPr lang="zh-CN" altLang="en-US">
                <a:latin typeface="微软雅黑" pitchFamily="34" charset="-122"/>
                <a:ea typeface="微软雅黑" pitchFamily="34" charset="-122"/>
              </a:endParaRPr>
            </a:p>
          </p:txBody>
        </p:sp>
        <p:sp>
          <p:nvSpPr>
            <p:cNvPr id="106" name="Line 26">
              <a:extLst>
                <a:ext uri="{FF2B5EF4-FFF2-40B4-BE49-F238E27FC236}">
                  <a16:creationId xmlns:a16="http://schemas.microsoft.com/office/drawing/2014/main" xmlns="" id="{713B86F8-EAD2-474B-ADEA-0B3FD6BA627B}"/>
                </a:ext>
              </a:extLst>
            </p:cNvPr>
            <p:cNvSpPr>
              <a:spLocks noChangeShapeType="1"/>
            </p:cNvSpPr>
            <p:nvPr/>
          </p:nvSpPr>
          <p:spPr bwMode="auto">
            <a:xfrm>
              <a:off x="6555176" y="3905284"/>
              <a:ext cx="1150984" cy="329568"/>
            </a:xfrm>
            <a:prstGeom prst="line">
              <a:avLst/>
            </a:prstGeom>
            <a:noFill/>
            <a:ln w="31750">
              <a:solidFill>
                <a:schemeClr val="tx1"/>
              </a:solidFill>
              <a:prstDash val="dash"/>
              <a:round/>
              <a:headEnd/>
              <a:tailEnd/>
            </a:ln>
          </p:spPr>
          <p:txBody>
            <a:bodyPr/>
            <a:lstStyle/>
            <a:p>
              <a:endParaRPr lang="zh-CN" altLang="en-US">
                <a:latin typeface="微软雅黑" pitchFamily="34" charset="-122"/>
                <a:ea typeface="微软雅黑" pitchFamily="34" charset="-122"/>
              </a:endParaRPr>
            </a:p>
          </p:txBody>
        </p:sp>
      </p:grpSp>
      <p:grpSp>
        <p:nvGrpSpPr>
          <p:cNvPr id="107" name="组合 106">
            <a:extLst>
              <a:ext uri="{FF2B5EF4-FFF2-40B4-BE49-F238E27FC236}">
                <a16:creationId xmlns:a16="http://schemas.microsoft.com/office/drawing/2014/main" xmlns="" id="{1B683D31-83C0-4873-B79A-DA529408DFD7}"/>
              </a:ext>
            </a:extLst>
          </p:cNvPr>
          <p:cNvGrpSpPr/>
          <p:nvPr/>
        </p:nvGrpSpPr>
        <p:grpSpPr>
          <a:xfrm>
            <a:off x="4721604" y="4815206"/>
            <a:ext cx="1154155" cy="303310"/>
            <a:chOff x="6550416" y="4825839"/>
            <a:chExt cx="1154155" cy="303310"/>
          </a:xfrm>
        </p:grpSpPr>
        <p:sp>
          <p:nvSpPr>
            <p:cNvPr id="108" name="Line 27">
              <a:extLst>
                <a:ext uri="{FF2B5EF4-FFF2-40B4-BE49-F238E27FC236}">
                  <a16:creationId xmlns:a16="http://schemas.microsoft.com/office/drawing/2014/main" xmlns="" id="{4605462A-5252-48DD-875D-CFAD89CC4C8D}"/>
                </a:ext>
              </a:extLst>
            </p:cNvPr>
            <p:cNvSpPr>
              <a:spLocks noChangeShapeType="1"/>
            </p:cNvSpPr>
            <p:nvPr/>
          </p:nvSpPr>
          <p:spPr bwMode="auto">
            <a:xfrm>
              <a:off x="6552003" y="4825839"/>
              <a:ext cx="1152568" cy="19148"/>
            </a:xfrm>
            <a:prstGeom prst="line">
              <a:avLst/>
            </a:prstGeom>
            <a:noFill/>
            <a:ln w="31750">
              <a:solidFill>
                <a:srgbClr val="000000"/>
              </a:solidFill>
              <a:prstDash val="dash"/>
              <a:round/>
              <a:headEnd/>
              <a:tailEnd/>
            </a:ln>
          </p:spPr>
          <p:txBody>
            <a:bodyPr/>
            <a:lstStyle/>
            <a:p>
              <a:endParaRPr lang="zh-CN" altLang="en-US"/>
            </a:p>
          </p:txBody>
        </p:sp>
        <p:sp>
          <p:nvSpPr>
            <p:cNvPr id="109" name="Line 28">
              <a:extLst>
                <a:ext uri="{FF2B5EF4-FFF2-40B4-BE49-F238E27FC236}">
                  <a16:creationId xmlns:a16="http://schemas.microsoft.com/office/drawing/2014/main" xmlns="" id="{BBB2D22F-3123-4271-9496-F1FE76C657E1}"/>
                </a:ext>
              </a:extLst>
            </p:cNvPr>
            <p:cNvSpPr>
              <a:spLocks noChangeShapeType="1"/>
            </p:cNvSpPr>
            <p:nvPr/>
          </p:nvSpPr>
          <p:spPr bwMode="auto">
            <a:xfrm>
              <a:off x="6550416" y="4837049"/>
              <a:ext cx="1149394" cy="292100"/>
            </a:xfrm>
            <a:prstGeom prst="line">
              <a:avLst/>
            </a:prstGeom>
            <a:noFill/>
            <a:ln w="31750">
              <a:solidFill>
                <a:schemeClr val="tx1"/>
              </a:solidFill>
              <a:prstDash val="dash"/>
              <a:round/>
              <a:headEnd/>
              <a:tailEnd/>
            </a:ln>
          </p:spPr>
          <p:txBody>
            <a:bodyPr/>
            <a:lstStyle/>
            <a:p>
              <a:endParaRPr lang="zh-CN" altLang="en-US"/>
            </a:p>
          </p:txBody>
        </p:sp>
      </p:grpSp>
      <p:sp>
        <p:nvSpPr>
          <p:cNvPr id="110" name="Text Box 36">
            <a:extLst>
              <a:ext uri="{FF2B5EF4-FFF2-40B4-BE49-F238E27FC236}">
                <a16:creationId xmlns:a16="http://schemas.microsoft.com/office/drawing/2014/main" xmlns="" id="{A48FA709-3FF9-4900-BF7F-A29BA48DCD90}"/>
              </a:ext>
            </a:extLst>
          </p:cNvPr>
          <p:cNvSpPr txBox="1">
            <a:spLocks noChangeArrowheads="1"/>
          </p:cNvSpPr>
          <p:nvPr/>
        </p:nvSpPr>
        <p:spPr bwMode="auto">
          <a:xfrm>
            <a:off x="6053459" y="5430410"/>
            <a:ext cx="747712" cy="312738"/>
          </a:xfrm>
          <a:prstGeom prst="rect">
            <a:avLst/>
          </a:prstGeom>
          <a:solidFill>
            <a:srgbClr val="FFFFFF"/>
          </a:solidFill>
          <a:ln w="9525">
            <a:noFill/>
            <a:miter lim="800000"/>
            <a:headEnd/>
            <a:tailEnd/>
          </a:ln>
        </p:spPr>
        <p:txBody>
          <a:bodyPr lIns="0" tIns="0" rIns="0" bIns="0"/>
          <a:lstStyle/>
          <a:p>
            <a:pPr algn="just" defTabSz="914400"/>
            <a:r>
              <a:rPr lang="zh-CN" altLang="en-US" sz="2400" b="1" dirty="0">
                <a:latin typeface="微软雅黑" pitchFamily="34" charset="-122"/>
                <a:ea typeface="微软雅黑" pitchFamily="34" charset="-122"/>
              </a:rPr>
              <a:t>能带</a:t>
            </a:r>
          </a:p>
        </p:txBody>
      </p:sp>
      <p:sp>
        <p:nvSpPr>
          <p:cNvPr id="111" name="Text Box 43">
            <a:extLst>
              <a:ext uri="{FF2B5EF4-FFF2-40B4-BE49-F238E27FC236}">
                <a16:creationId xmlns:a16="http://schemas.microsoft.com/office/drawing/2014/main" xmlns="" id="{3B729203-48B1-47B9-A548-DC8419B8FCCE}"/>
              </a:ext>
            </a:extLst>
          </p:cNvPr>
          <p:cNvSpPr txBox="1">
            <a:spLocks noChangeArrowheads="1"/>
          </p:cNvSpPr>
          <p:nvPr/>
        </p:nvSpPr>
        <p:spPr bwMode="auto">
          <a:xfrm>
            <a:off x="8789687" y="3709277"/>
            <a:ext cx="781480" cy="440412"/>
          </a:xfrm>
          <a:prstGeom prst="rect">
            <a:avLst/>
          </a:prstGeom>
          <a:noFill/>
          <a:ln w="9525">
            <a:noFill/>
            <a:miter lim="800000"/>
            <a:headEnd/>
            <a:tailEnd/>
          </a:ln>
        </p:spPr>
        <p:txBody>
          <a:bodyPr lIns="0" tIns="0" rIns="0" bIns="0"/>
          <a:lstStyle/>
          <a:p>
            <a:pPr algn="just" defTabSz="914400"/>
            <a:r>
              <a:rPr lang="zh-CN" altLang="en-US" sz="2800" b="1" dirty="0">
                <a:solidFill>
                  <a:srgbClr val="0000FF"/>
                </a:solidFill>
                <a:latin typeface="微软雅黑" pitchFamily="34" charset="-122"/>
                <a:ea typeface="微软雅黑" pitchFamily="34" charset="-122"/>
              </a:rPr>
              <a:t>允带</a:t>
            </a:r>
          </a:p>
        </p:txBody>
      </p:sp>
      <p:sp>
        <p:nvSpPr>
          <p:cNvPr id="112" name="Text Box 45">
            <a:extLst>
              <a:ext uri="{FF2B5EF4-FFF2-40B4-BE49-F238E27FC236}">
                <a16:creationId xmlns:a16="http://schemas.microsoft.com/office/drawing/2014/main" xmlns="" id="{68542333-0235-4B4D-88FD-9C7319B938A8}"/>
              </a:ext>
            </a:extLst>
          </p:cNvPr>
          <p:cNvSpPr txBox="1">
            <a:spLocks noChangeArrowheads="1"/>
          </p:cNvSpPr>
          <p:nvPr/>
        </p:nvSpPr>
        <p:spPr bwMode="auto">
          <a:xfrm>
            <a:off x="5919130" y="3336741"/>
            <a:ext cx="755650" cy="268288"/>
          </a:xfrm>
          <a:prstGeom prst="rect">
            <a:avLst/>
          </a:prstGeom>
          <a:solidFill>
            <a:srgbClr val="FFFFFF"/>
          </a:solidFill>
          <a:ln w="9525">
            <a:noFill/>
            <a:miter lim="800000"/>
            <a:headEnd/>
            <a:tailEnd/>
          </a:ln>
        </p:spPr>
        <p:txBody>
          <a:bodyPr lIns="0" tIns="0" rIns="0" bIns="0"/>
          <a:lstStyle/>
          <a:p>
            <a:pPr algn="ctr" defTabSz="914400"/>
            <a:r>
              <a:rPr lang="zh-CN" altLang="en-US" sz="2400" b="1" dirty="0">
                <a:latin typeface="微软雅黑" pitchFamily="34" charset="-122"/>
                <a:ea typeface="微软雅黑" pitchFamily="34" charset="-122"/>
              </a:rPr>
              <a:t>禁带</a:t>
            </a:r>
          </a:p>
        </p:txBody>
      </p:sp>
      <p:sp>
        <p:nvSpPr>
          <p:cNvPr id="113" name="Text Box 46">
            <a:extLst>
              <a:ext uri="{FF2B5EF4-FFF2-40B4-BE49-F238E27FC236}">
                <a16:creationId xmlns:a16="http://schemas.microsoft.com/office/drawing/2014/main" xmlns="" id="{2DE88C13-82F7-4F54-A52A-699C49ABBE76}"/>
              </a:ext>
            </a:extLst>
          </p:cNvPr>
          <p:cNvSpPr txBox="1">
            <a:spLocks noChangeArrowheads="1"/>
          </p:cNvSpPr>
          <p:nvPr/>
        </p:nvSpPr>
        <p:spPr bwMode="auto">
          <a:xfrm>
            <a:off x="5824166" y="4354394"/>
            <a:ext cx="901700" cy="349250"/>
          </a:xfrm>
          <a:prstGeom prst="rect">
            <a:avLst/>
          </a:prstGeom>
          <a:solidFill>
            <a:srgbClr val="FFFFFF"/>
          </a:solidFill>
          <a:ln w="9525">
            <a:noFill/>
            <a:miter lim="800000"/>
            <a:headEnd/>
            <a:tailEnd/>
          </a:ln>
        </p:spPr>
        <p:txBody>
          <a:bodyPr lIns="0" tIns="0" rIns="0" bIns="0"/>
          <a:lstStyle/>
          <a:p>
            <a:pPr algn="ctr" defTabSz="914400"/>
            <a:r>
              <a:rPr lang="zh-CN" altLang="en-US" sz="2400" b="1" dirty="0">
                <a:latin typeface="微软雅黑" pitchFamily="34" charset="-122"/>
                <a:ea typeface="微软雅黑" pitchFamily="34" charset="-122"/>
              </a:rPr>
              <a:t>禁带</a:t>
            </a:r>
          </a:p>
        </p:txBody>
      </p:sp>
      <p:sp>
        <p:nvSpPr>
          <p:cNvPr id="114" name="Text Box 44">
            <a:extLst>
              <a:ext uri="{FF2B5EF4-FFF2-40B4-BE49-F238E27FC236}">
                <a16:creationId xmlns:a16="http://schemas.microsoft.com/office/drawing/2014/main" xmlns="" id="{9671C130-1DA1-48D9-9371-3359A9EEB8E6}"/>
              </a:ext>
            </a:extLst>
          </p:cNvPr>
          <p:cNvSpPr txBox="1">
            <a:spLocks noChangeArrowheads="1"/>
          </p:cNvSpPr>
          <p:nvPr/>
        </p:nvSpPr>
        <p:spPr bwMode="auto">
          <a:xfrm>
            <a:off x="1979333" y="6460503"/>
            <a:ext cx="6178550" cy="526962"/>
          </a:xfrm>
          <a:prstGeom prst="rect">
            <a:avLst/>
          </a:prstGeom>
          <a:solidFill>
            <a:srgbClr val="FFFFFF"/>
          </a:solidFill>
          <a:ln w="9525">
            <a:noFill/>
            <a:miter lim="800000"/>
            <a:headEnd/>
            <a:tailEnd/>
          </a:ln>
        </p:spPr>
        <p:txBody>
          <a:bodyPr lIns="0" tIns="0" rIns="0" bIns="0"/>
          <a:lstStyle/>
          <a:p>
            <a:pPr algn="ctr" defTabSz="914400"/>
            <a:r>
              <a:rPr lang="zh-CN" altLang="en-US" sz="2800" b="1" dirty="0">
                <a:latin typeface="微软雅黑" pitchFamily="34" charset="-122"/>
                <a:ea typeface="微软雅黑" pitchFamily="34" charset="-122"/>
              </a:rPr>
              <a:t>原子能级分裂为能带的示意图</a:t>
            </a:r>
          </a:p>
        </p:txBody>
      </p:sp>
      <p:sp>
        <p:nvSpPr>
          <p:cNvPr id="115" name="Text Box 47">
            <a:extLst>
              <a:ext uri="{FF2B5EF4-FFF2-40B4-BE49-F238E27FC236}">
                <a16:creationId xmlns:a16="http://schemas.microsoft.com/office/drawing/2014/main" xmlns="" id="{AD680640-970D-4D45-A365-D6B3D76D0C37}"/>
              </a:ext>
            </a:extLst>
          </p:cNvPr>
          <p:cNvSpPr txBox="1">
            <a:spLocks noChangeArrowheads="1"/>
          </p:cNvSpPr>
          <p:nvPr/>
        </p:nvSpPr>
        <p:spPr bwMode="auto">
          <a:xfrm>
            <a:off x="4721604" y="925851"/>
            <a:ext cx="2980119" cy="584775"/>
          </a:xfrm>
          <a:prstGeom prst="rect">
            <a:avLst/>
          </a:prstGeom>
          <a:noFill/>
          <a:ln w="9525">
            <a:noFill/>
            <a:miter lim="800000"/>
            <a:headEnd/>
            <a:tailEnd/>
          </a:ln>
        </p:spPr>
        <p:txBody>
          <a:bodyPr wrap="square">
            <a:spAutoFit/>
          </a:bodyPr>
          <a:lstStyle/>
          <a:p>
            <a:pPr algn="ctr" defTabSz="914400">
              <a:spcBef>
                <a:spcPct val="50000"/>
              </a:spcBef>
            </a:pPr>
            <a:r>
              <a:rPr lang="en-US" altLang="zh-CN" sz="3200" b="1" dirty="0">
                <a:solidFill>
                  <a:srgbClr val="0000CC"/>
                </a:solidFill>
                <a:latin typeface="微软雅黑" pitchFamily="34" charset="-122"/>
                <a:ea typeface="微软雅黑" pitchFamily="34" charset="-122"/>
                <a:cs typeface="Times New Roman" pitchFamily="18" charset="0"/>
              </a:rPr>
              <a:t>2.</a:t>
            </a:r>
            <a:r>
              <a:rPr lang="zh-CN" altLang="en-US" sz="3200" b="1" dirty="0">
                <a:solidFill>
                  <a:srgbClr val="0000CC"/>
                </a:solidFill>
                <a:latin typeface="微软雅黑" pitchFamily="34" charset="-122"/>
                <a:ea typeface="微软雅黑" pitchFamily="34" charset="-122"/>
                <a:cs typeface="Times New Roman" pitchFamily="18" charset="0"/>
              </a:rPr>
              <a:t>能带的形成</a:t>
            </a:r>
          </a:p>
        </p:txBody>
      </p:sp>
      <p:grpSp>
        <p:nvGrpSpPr>
          <p:cNvPr id="116" name="组合 115">
            <a:extLst>
              <a:ext uri="{FF2B5EF4-FFF2-40B4-BE49-F238E27FC236}">
                <a16:creationId xmlns:a16="http://schemas.microsoft.com/office/drawing/2014/main" xmlns="" id="{B948C62F-BBDA-4508-9724-6CC2DE970BD7}"/>
              </a:ext>
            </a:extLst>
          </p:cNvPr>
          <p:cNvGrpSpPr/>
          <p:nvPr/>
        </p:nvGrpSpPr>
        <p:grpSpPr>
          <a:xfrm>
            <a:off x="7051471" y="2613834"/>
            <a:ext cx="1702676" cy="2537222"/>
            <a:chOff x="8880283" y="2624467"/>
            <a:chExt cx="1702676" cy="2537222"/>
          </a:xfrm>
        </p:grpSpPr>
        <p:sp>
          <p:nvSpPr>
            <p:cNvPr id="117" name="Line 40">
              <a:extLst>
                <a:ext uri="{FF2B5EF4-FFF2-40B4-BE49-F238E27FC236}">
                  <a16:creationId xmlns:a16="http://schemas.microsoft.com/office/drawing/2014/main" xmlns="" id="{D24C19A9-753D-4919-9BBB-5F35BF2DBBFE}"/>
                </a:ext>
              </a:extLst>
            </p:cNvPr>
            <p:cNvSpPr>
              <a:spLocks noChangeShapeType="1"/>
            </p:cNvSpPr>
            <p:nvPr/>
          </p:nvSpPr>
          <p:spPr bwMode="auto">
            <a:xfrm flipH="1" flipV="1">
              <a:off x="9183409" y="2912883"/>
              <a:ext cx="1399548" cy="1051036"/>
            </a:xfrm>
            <a:prstGeom prst="line">
              <a:avLst/>
            </a:prstGeom>
            <a:noFill/>
            <a:ln w="3175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118" name="Line 41">
              <a:extLst>
                <a:ext uri="{FF2B5EF4-FFF2-40B4-BE49-F238E27FC236}">
                  <a16:creationId xmlns:a16="http://schemas.microsoft.com/office/drawing/2014/main" xmlns="" id="{4021350D-310F-448E-885D-808DE10EF88E}"/>
                </a:ext>
              </a:extLst>
            </p:cNvPr>
            <p:cNvSpPr>
              <a:spLocks noChangeShapeType="1"/>
            </p:cNvSpPr>
            <p:nvPr/>
          </p:nvSpPr>
          <p:spPr bwMode="auto">
            <a:xfrm flipH="1">
              <a:off x="9355265" y="3973547"/>
              <a:ext cx="1227693" cy="37472"/>
            </a:xfrm>
            <a:prstGeom prst="line">
              <a:avLst/>
            </a:prstGeom>
            <a:noFill/>
            <a:ln w="31750">
              <a:solidFill>
                <a:schemeClr val="tx1"/>
              </a:solidFill>
              <a:round/>
              <a:headEnd/>
              <a:tailEnd/>
            </a:ln>
          </p:spPr>
          <p:txBody>
            <a:bodyPr/>
            <a:lstStyle/>
            <a:p>
              <a:endParaRPr lang="zh-CN" altLang="en-US">
                <a:latin typeface="微软雅黑" pitchFamily="34" charset="-122"/>
                <a:ea typeface="微软雅黑" pitchFamily="34" charset="-122"/>
              </a:endParaRPr>
            </a:p>
          </p:txBody>
        </p:sp>
        <p:sp>
          <p:nvSpPr>
            <p:cNvPr id="119" name="Line 42">
              <a:extLst>
                <a:ext uri="{FF2B5EF4-FFF2-40B4-BE49-F238E27FC236}">
                  <a16:creationId xmlns:a16="http://schemas.microsoft.com/office/drawing/2014/main" xmlns="" id="{3E90DD3F-9434-4D06-999B-83B7B079B416}"/>
                </a:ext>
              </a:extLst>
            </p:cNvPr>
            <p:cNvSpPr>
              <a:spLocks noChangeShapeType="1"/>
            </p:cNvSpPr>
            <p:nvPr/>
          </p:nvSpPr>
          <p:spPr bwMode="auto">
            <a:xfrm flipH="1">
              <a:off x="9230939" y="3973547"/>
              <a:ext cx="1352020" cy="1046086"/>
            </a:xfrm>
            <a:prstGeom prst="line">
              <a:avLst/>
            </a:prstGeom>
            <a:noFill/>
            <a:ln w="31750">
              <a:solidFill>
                <a:schemeClr val="tx1"/>
              </a:solidFill>
              <a:round/>
              <a:headEnd/>
              <a:tailEnd/>
            </a:ln>
          </p:spPr>
          <p:txBody>
            <a:bodyPr/>
            <a:lstStyle/>
            <a:p>
              <a:endParaRPr lang="zh-CN" altLang="en-US"/>
            </a:p>
          </p:txBody>
        </p:sp>
        <p:sp>
          <p:nvSpPr>
            <p:cNvPr id="120" name="右大括号 119">
              <a:extLst>
                <a:ext uri="{FF2B5EF4-FFF2-40B4-BE49-F238E27FC236}">
                  <a16:creationId xmlns:a16="http://schemas.microsoft.com/office/drawing/2014/main" xmlns="" id="{C532D416-9319-4319-86C3-D8D9F20C41F5}"/>
                </a:ext>
              </a:extLst>
            </p:cNvPr>
            <p:cNvSpPr/>
            <p:nvPr/>
          </p:nvSpPr>
          <p:spPr>
            <a:xfrm>
              <a:off x="8880284" y="2624467"/>
              <a:ext cx="199696" cy="590550"/>
            </a:xfrm>
            <a:prstGeom prst="rightBrace">
              <a:avLst/>
            </a:prstGeom>
            <a:ln w="31750">
              <a:solidFill>
                <a:srgbClr val="0000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1" name="右大括号 120">
              <a:extLst>
                <a:ext uri="{FF2B5EF4-FFF2-40B4-BE49-F238E27FC236}">
                  <a16:creationId xmlns:a16="http://schemas.microsoft.com/office/drawing/2014/main" xmlns="" id="{2E9198B2-C96A-4345-84D8-57D8E120E56E}"/>
                </a:ext>
              </a:extLst>
            </p:cNvPr>
            <p:cNvSpPr/>
            <p:nvPr/>
          </p:nvSpPr>
          <p:spPr>
            <a:xfrm>
              <a:off x="8926924" y="4835413"/>
              <a:ext cx="153056" cy="326276"/>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2" name="右大括号 121">
              <a:extLst>
                <a:ext uri="{FF2B5EF4-FFF2-40B4-BE49-F238E27FC236}">
                  <a16:creationId xmlns:a16="http://schemas.microsoft.com/office/drawing/2014/main" xmlns="" id="{809E904F-2541-4E3C-8F58-796CC1EFC2F6}"/>
                </a:ext>
              </a:extLst>
            </p:cNvPr>
            <p:cNvSpPr/>
            <p:nvPr/>
          </p:nvSpPr>
          <p:spPr>
            <a:xfrm>
              <a:off x="8880283" y="3774477"/>
              <a:ext cx="182969" cy="456288"/>
            </a:xfrm>
            <a:prstGeom prst="rightBrace">
              <a:avLst/>
            </a:prstGeom>
            <a:ln w="317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23" name="文本框 122">
            <a:extLst>
              <a:ext uri="{FF2B5EF4-FFF2-40B4-BE49-F238E27FC236}">
                <a16:creationId xmlns:a16="http://schemas.microsoft.com/office/drawing/2014/main" xmlns="" id="{8392189C-BA5B-41AC-90FF-C39EBE300A6D}"/>
              </a:ext>
            </a:extLst>
          </p:cNvPr>
          <p:cNvSpPr txBox="1"/>
          <p:nvPr/>
        </p:nvSpPr>
        <p:spPr bwMode="auto">
          <a:xfrm>
            <a:off x="10089176" y="1383292"/>
            <a:ext cx="2560530" cy="553998"/>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9525">
            <a:noFill/>
            <a:miter lim="800000"/>
            <a:headEnd/>
            <a:tailEnd/>
          </a:ln>
        </p:spPr>
        <p:txBody>
          <a:bodyPr wrap="square" lIns="0" tIns="0" rIns="0" bIns="0" rtlCol="0">
            <a:spAutoFit/>
          </a:bodyPr>
          <a:lstStyle/>
          <a:p>
            <a:pPr algn="ctr" defTabSz="914400">
              <a:lnSpc>
                <a:spcPct val="150000"/>
              </a:lnSpc>
              <a:spcBef>
                <a:spcPts val="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泡利不相容原理</a:t>
            </a:r>
          </a:p>
        </p:txBody>
      </p:sp>
      <p:sp>
        <p:nvSpPr>
          <p:cNvPr id="124" name="文本框 123">
            <a:extLst>
              <a:ext uri="{FF2B5EF4-FFF2-40B4-BE49-F238E27FC236}">
                <a16:creationId xmlns:a16="http://schemas.microsoft.com/office/drawing/2014/main" xmlns="" id="{4EA22B95-ACE1-48DF-A50A-F4CCC691E660}"/>
              </a:ext>
            </a:extLst>
          </p:cNvPr>
          <p:cNvSpPr txBox="1"/>
          <p:nvPr/>
        </p:nvSpPr>
        <p:spPr bwMode="auto">
          <a:xfrm>
            <a:off x="10104180" y="2244226"/>
            <a:ext cx="2560530" cy="1107996"/>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9525">
            <a:noFill/>
            <a:miter lim="800000"/>
            <a:headEnd/>
            <a:tailEnd/>
          </a:ln>
        </p:spPr>
        <p:txBody>
          <a:bodyPr wrap="square" lIns="0" tIns="0" rIns="0" bIns="0" rtlCol="0">
            <a:spAutoFit/>
          </a:bodyPr>
          <a:lstStyle/>
          <a:p>
            <a:pPr algn="ctr" defTabSz="914400">
              <a:lnSpc>
                <a:spcPct val="150000"/>
              </a:lnSpc>
              <a:spcBef>
                <a:spcPts val="0"/>
              </a:spcBef>
            </a:pPr>
            <a:r>
              <a:rPr kumimoji="1" lang="en-US" altLang="zh-CN" sz="2400" b="1" dirty="0">
                <a:latin typeface="Times New Roman" panose="02020603050405020304" pitchFamily="18" charset="0"/>
                <a:ea typeface="微软雅黑" pitchFamily="34" charset="-122"/>
                <a:cs typeface="Times New Roman" panose="02020603050405020304" pitchFamily="18" charset="0"/>
              </a:rPr>
              <a:t>N</a:t>
            </a:r>
            <a:r>
              <a:rPr kumimoji="1" lang="zh-CN" altLang="en-US" sz="2400" b="1" dirty="0">
                <a:latin typeface="Times New Roman" panose="02020603050405020304" pitchFamily="18" charset="0"/>
                <a:ea typeface="微软雅黑" pitchFamily="34" charset="-122"/>
                <a:cs typeface="Times New Roman" panose="02020603050405020304" pitchFamily="18" charset="0"/>
              </a:rPr>
              <a:t>个原子形成晶体</a:t>
            </a:r>
            <a:endParaRPr kumimoji="1" lang="en-US" altLang="zh-CN" sz="2400" b="1" dirty="0">
              <a:latin typeface="Times New Roman" panose="02020603050405020304" pitchFamily="18" charset="0"/>
              <a:ea typeface="微软雅黑" pitchFamily="34" charset="-122"/>
              <a:cs typeface="Times New Roman" panose="02020603050405020304" pitchFamily="18" charset="0"/>
            </a:endParaRPr>
          </a:p>
          <a:p>
            <a:pPr algn="ctr" defTabSz="914400">
              <a:lnSpc>
                <a:spcPct val="150000"/>
              </a:lnSpc>
              <a:spcBef>
                <a:spcPts val="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外层电子共有化</a:t>
            </a:r>
          </a:p>
        </p:txBody>
      </p:sp>
      <p:sp>
        <p:nvSpPr>
          <p:cNvPr id="125" name="文本框 124">
            <a:extLst>
              <a:ext uri="{FF2B5EF4-FFF2-40B4-BE49-F238E27FC236}">
                <a16:creationId xmlns:a16="http://schemas.microsoft.com/office/drawing/2014/main" xmlns="" id="{BBA5EADE-34DD-4D89-A327-852C9BBF9D02}"/>
              </a:ext>
            </a:extLst>
          </p:cNvPr>
          <p:cNvSpPr txBox="1"/>
          <p:nvPr/>
        </p:nvSpPr>
        <p:spPr bwMode="auto">
          <a:xfrm>
            <a:off x="10117172" y="3673538"/>
            <a:ext cx="2560530" cy="1107996"/>
          </a:xfrm>
          <a:prstGeom prst="rect">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n w="9525">
            <a:noFill/>
            <a:miter lim="800000"/>
            <a:headEnd/>
            <a:tailEnd/>
          </a:ln>
        </p:spPr>
        <p:txBody>
          <a:bodyPr wrap="square" lIns="0" tIns="0" rIns="0" bIns="0" rtlCol="0">
            <a:spAutoFit/>
          </a:bodyPr>
          <a:lstStyle/>
          <a:p>
            <a:pPr algn="ctr" defTabSz="914400">
              <a:lnSpc>
                <a:spcPct val="150000"/>
              </a:lnSpc>
              <a:spcBef>
                <a:spcPts val="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相同能级上电子不在具有相同能量</a:t>
            </a:r>
          </a:p>
        </p:txBody>
      </p:sp>
      <p:sp>
        <p:nvSpPr>
          <p:cNvPr id="126" name="文本框 125">
            <a:extLst>
              <a:ext uri="{FF2B5EF4-FFF2-40B4-BE49-F238E27FC236}">
                <a16:creationId xmlns:a16="http://schemas.microsoft.com/office/drawing/2014/main" xmlns="" id="{7F1B43E7-C562-4E4A-9CC2-710585C11E42}"/>
              </a:ext>
            </a:extLst>
          </p:cNvPr>
          <p:cNvSpPr txBox="1"/>
          <p:nvPr/>
        </p:nvSpPr>
        <p:spPr bwMode="auto">
          <a:xfrm>
            <a:off x="10004112" y="5050921"/>
            <a:ext cx="2826344" cy="1107996"/>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9525">
            <a:noFill/>
            <a:miter lim="800000"/>
            <a:headEnd/>
            <a:tailEnd/>
          </a:ln>
        </p:spPr>
        <p:txBody>
          <a:bodyPr wrap="square" lIns="0" tIns="0" rIns="0" bIns="0" rtlCol="0">
            <a:spAutoFit/>
          </a:bodyPr>
          <a:lstStyle/>
          <a:p>
            <a:pPr algn="ctr" defTabSz="914400">
              <a:lnSpc>
                <a:spcPct val="150000"/>
              </a:lnSpc>
              <a:spcBef>
                <a:spcPts val="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一个能级分裂成了</a:t>
            </a:r>
            <a:r>
              <a:rPr kumimoji="1" lang="en-US" altLang="zh-CN" sz="2400" b="1" dirty="0">
                <a:latin typeface="Times New Roman" panose="02020603050405020304" pitchFamily="18" charset="0"/>
                <a:ea typeface="微软雅黑" pitchFamily="34" charset="-122"/>
                <a:cs typeface="Times New Roman" panose="02020603050405020304" pitchFamily="18" charset="0"/>
              </a:rPr>
              <a:t>N</a:t>
            </a:r>
            <a:r>
              <a:rPr kumimoji="1" lang="zh-CN" altLang="en-US" sz="2400" b="1" dirty="0">
                <a:latin typeface="Times New Roman" panose="02020603050405020304" pitchFamily="18" charset="0"/>
                <a:ea typeface="微软雅黑" pitchFamily="34" charset="-122"/>
                <a:cs typeface="Times New Roman" panose="02020603050405020304" pitchFamily="18" charset="0"/>
              </a:rPr>
              <a:t>个很接近的新能级</a:t>
            </a:r>
          </a:p>
        </p:txBody>
      </p:sp>
      <p:sp>
        <p:nvSpPr>
          <p:cNvPr id="127" name="文本框 126">
            <a:extLst>
              <a:ext uri="{FF2B5EF4-FFF2-40B4-BE49-F238E27FC236}">
                <a16:creationId xmlns:a16="http://schemas.microsoft.com/office/drawing/2014/main" xmlns="" id="{C1716502-1F51-48D1-9473-5B27A141D531}"/>
              </a:ext>
            </a:extLst>
          </p:cNvPr>
          <p:cNvSpPr txBox="1"/>
          <p:nvPr/>
        </p:nvSpPr>
        <p:spPr bwMode="auto">
          <a:xfrm>
            <a:off x="10029971" y="6462599"/>
            <a:ext cx="2826344" cy="553998"/>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9525">
            <a:noFill/>
            <a:miter lim="800000"/>
            <a:headEnd/>
            <a:tailEnd/>
          </a:ln>
        </p:spPr>
        <p:txBody>
          <a:bodyPr wrap="square" lIns="0" tIns="0" rIns="0" bIns="0" rtlCol="0">
            <a:spAutoFit/>
          </a:bodyPr>
          <a:lstStyle/>
          <a:p>
            <a:pPr algn="ctr" defTabSz="914400">
              <a:lnSpc>
                <a:spcPct val="150000"/>
              </a:lnSpc>
              <a:spcBef>
                <a:spcPts val="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称为能带</a:t>
            </a:r>
            <a:r>
              <a:rPr kumimoji="1" lang="en-US" altLang="zh-CN" sz="2400" b="1" dirty="0">
                <a:latin typeface="Times New Roman" panose="02020603050405020304" pitchFamily="18" charset="0"/>
                <a:ea typeface="微软雅黑" pitchFamily="34" charset="-122"/>
                <a:cs typeface="Times New Roman" panose="02020603050405020304" pitchFamily="18" charset="0"/>
              </a:rPr>
              <a:t>(10</a:t>
            </a:r>
            <a:r>
              <a:rPr kumimoji="1" lang="en-US" altLang="zh-CN" sz="2400" b="1" baseline="30000" dirty="0">
                <a:latin typeface="Times New Roman" panose="02020603050405020304" pitchFamily="18" charset="0"/>
                <a:ea typeface="微软雅黑" pitchFamily="34" charset="-122"/>
                <a:cs typeface="Times New Roman" panose="02020603050405020304" pitchFamily="18" charset="0"/>
              </a:rPr>
              <a:t>-23</a:t>
            </a:r>
            <a:r>
              <a:rPr kumimoji="1" lang="en-US" altLang="zh-CN" sz="2400" b="1" dirty="0">
                <a:latin typeface="Times New Roman" panose="02020603050405020304" pitchFamily="18" charset="0"/>
                <a:ea typeface="微软雅黑" pitchFamily="34" charset="-122"/>
                <a:cs typeface="Times New Roman" panose="02020603050405020304" pitchFamily="18" charset="0"/>
              </a:rPr>
              <a:t>eV)</a:t>
            </a:r>
            <a:endParaRPr kumimoji="1" lang="zh-CN" altLang="en-US" sz="2400" b="1" dirty="0">
              <a:latin typeface="Times New Roman" panose="02020603050405020304" pitchFamily="18" charset="0"/>
              <a:ea typeface="微软雅黑" pitchFamily="34" charset="-122"/>
              <a:cs typeface="Times New Roman" panose="02020603050405020304" pitchFamily="18" charset="0"/>
            </a:endParaRPr>
          </a:p>
        </p:txBody>
      </p:sp>
    </p:spTree>
    <p:extLst>
      <p:ext uri="{BB962C8B-B14F-4D97-AF65-F5344CB8AC3E}">
        <p14:creationId xmlns:p14="http://schemas.microsoft.com/office/powerpoint/2010/main" val="4212661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7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499"/>
                                          </p:stCondLst>
                                        </p:cTn>
                                        <p:tgtEl>
                                          <p:spTgt spid="1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2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1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9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0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9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3"/>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1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1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8" grpId="0" animBg="1"/>
      <p:bldP spid="79" grpId="0" animBg="1"/>
      <p:bldP spid="80" grpId="0" animBg="1"/>
      <p:bldP spid="81" grpId="0" animBg="1"/>
      <p:bldP spid="82" grpId="0" animBg="1"/>
      <p:bldP spid="83" grpId="0" animBg="1"/>
      <p:bldP spid="84" grpId="0" animBg="1"/>
      <p:bldP spid="85" grpId="0" animBg="1"/>
      <p:bldP spid="110" grpId="0" animBg="1"/>
      <p:bldP spid="111" grpId="0"/>
      <p:bldP spid="112" grpId="0" animBg="1"/>
      <p:bldP spid="113" grpId="0" animBg="1"/>
      <p:bldP spid="114" grpId="0" animBg="1"/>
      <p:bldP spid="115" grpId="0"/>
      <p:bldP spid="123" grpId="0" animBg="1"/>
      <p:bldP spid="124" grpId="0" animBg="1"/>
      <p:bldP spid="125" grpId="0" animBg="1"/>
      <p:bldP spid="126" grpId="0" animBg="1"/>
      <p:bldP spid="1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晶体的能带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9" name="圆角矩形 3">
            <a:extLst>
              <a:ext uri="{FF2B5EF4-FFF2-40B4-BE49-F238E27FC236}">
                <a16:creationId xmlns:a16="http://schemas.microsoft.com/office/drawing/2014/main" xmlns="" id="{3A733CB0-3A2D-4180-9FB1-4219D32A7A24}"/>
              </a:ext>
            </a:extLst>
          </p:cNvPr>
          <p:cNvSpPr/>
          <p:nvPr/>
        </p:nvSpPr>
        <p:spPr>
          <a:xfrm>
            <a:off x="437754" y="1487912"/>
            <a:ext cx="2921801" cy="3890666"/>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2">
            <a:extLst>
              <a:ext uri="{FF2B5EF4-FFF2-40B4-BE49-F238E27FC236}">
                <a16:creationId xmlns:a16="http://schemas.microsoft.com/office/drawing/2014/main" xmlns="" id="{92CDF160-5C90-4F4D-B1DF-EE1EBA915247}"/>
              </a:ext>
            </a:extLst>
          </p:cNvPr>
          <p:cNvSpPr/>
          <p:nvPr/>
        </p:nvSpPr>
        <p:spPr>
          <a:xfrm>
            <a:off x="3500943" y="2141586"/>
            <a:ext cx="3114679" cy="4174153"/>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
            <a:extLst>
              <a:ext uri="{FF2B5EF4-FFF2-40B4-BE49-F238E27FC236}">
                <a16:creationId xmlns:a16="http://schemas.microsoft.com/office/drawing/2014/main" xmlns="" id="{1713E284-5AE9-4104-A4E4-08BB72FA6053}"/>
              </a:ext>
            </a:extLst>
          </p:cNvPr>
          <p:cNvSpPr/>
          <p:nvPr/>
        </p:nvSpPr>
        <p:spPr>
          <a:xfrm>
            <a:off x="6795958" y="3998962"/>
            <a:ext cx="6420303" cy="3146116"/>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 Box 4">
            <a:extLst>
              <a:ext uri="{FF2B5EF4-FFF2-40B4-BE49-F238E27FC236}">
                <a16:creationId xmlns:a16="http://schemas.microsoft.com/office/drawing/2014/main" xmlns="" id="{C44CBB36-40D8-4CDD-8AEE-A2CAAAE1E562}"/>
              </a:ext>
            </a:extLst>
          </p:cNvPr>
          <p:cNvSpPr txBox="1">
            <a:spLocks noChangeArrowheads="1"/>
          </p:cNvSpPr>
          <p:nvPr/>
        </p:nvSpPr>
        <p:spPr bwMode="auto">
          <a:xfrm>
            <a:off x="4592274" y="1074888"/>
            <a:ext cx="4798388" cy="584775"/>
          </a:xfrm>
          <a:prstGeom prst="rect">
            <a:avLst/>
          </a:prstGeom>
          <a:noFill/>
          <a:ln w="9525">
            <a:noFill/>
            <a:miter lim="800000"/>
            <a:headEnd/>
            <a:tailEnd/>
          </a:ln>
        </p:spPr>
        <p:txBody>
          <a:bodyPr wrap="square">
            <a:spAutoFit/>
          </a:bodyPr>
          <a:lstStyle/>
          <a:p>
            <a:pPr algn="ctr" defTabSz="914400">
              <a:spcBef>
                <a:spcPct val="50000"/>
              </a:spcBef>
            </a:pPr>
            <a:r>
              <a:rPr lang="en-US" altLang="zh-CN" sz="3200" b="1" dirty="0">
                <a:solidFill>
                  <a:srgbClr val="0000CC"/>
                </a:solidFill>
                <a:latin typeface="微软雅黑" pitchFamily="34" charset="-122"/>
                <a:ea typeface="微软雅黑" pitchFamily="34" charset="-122"/>
              </a:rPr>
              <a:t>3. </a:t>
            </a:r>
            <a:r>
              <a:rPr lang="zh-CN" altLang="en-US" sz="3200" b="1" dirty="0">
                <a:solidFill>
                  <a:srgbClr val="0000CC"/>
                </a:solidFill>
                <a:latin typeface="微软雅黑" pitchFamily="34" charset="-122"/>
                <a:ea typeface="微软雅黑" pitchFamily="34" charset="-122"/>
              </a:rPr>
              <a:t>绝缘体、半导体和导体</a:t>
            </a:r>
          </a:p>
        </p:txBody>
      </p:sp>
      <p:grpSp>
        <p:nvGrpSpPr>
          <p:cNvPr id="15" name="Group 7">
            <a:extLst>
              <a:ext uri="{FF2B5EF4-FFF2-40B4-BE49-F238E27FC236}">
                <a16:creationId xmlns:a16="http://schemas.microsoft.com/office/drawing/2014/main" xmlns="" id="{26C2A2EA-4C5E-4BB8-8782-5170CD40AEB8}"/>
              </a:ext>
            </a:extLst>
          </p:cNvPr>
          <p:cNvGrpSpPr>
            <a:grpSpLocks/>
          </p:cNvGrpSpPr>
          <p:nvPr/>
        </p:nvGrpSpPr>
        <p:grpSpPr bwMode="auto">
          <a:xfrm>
            <a:off x="701614" y="3821162"/>
            <a:ext cx="2006600" cy="344488"/>
            <a:chOff x="4318" y="9273"/>
            <a:chExt cx="2163" cy="372"/>
          </a:xfrm>
        </p:grpSpPr>
        <p:grpSp>
          <p:nvGrpSpPr>
            <p:cNvPr id="16" name="Group 8">
              <a:extLst>
                <a:ext uri="{FF2B5EF4-FFF2-40B4-BE49-F238E27FC236}">
                  <a16:creationId xmlns:a16="http://schemas.microsoft.com/office/drawing/2014/main" xmlns="" id="{EA877387-0585-4D62-B270-59E0F088F245}"/>
                </a:ext>
              </a:extLst>
            </p:cNvPr>
            <p:cNvGrpSpPr>
              <a:grpSpLocks/>
            </p:cNvGrpSpPr>
            <p:nvPr/>
          </p:nvGrpSpPr>
          <p:grpSpPr bwMode="auto">
            <a:xfrm>
              <a:off x="4319" y="9273"/>
              <a:ext cx="2162" cy="180"/>
              <a:chOff x="4319" y="9273"/>
              <a:chExt cx="2162" cy="180"/>
            </a:xfrm>
          </p:grpSpPr>
          <p:sp>
            <p:nvSpPr>
              <p:cNvPr id="27" name="Line 9">
                <a:extLst>
                  <a:ext uri="{FF2B5EF4-FFF2-40B4-BE49-F238E27FC236}">
                    <a16:creationId xmlns:a16="http://schemas.microsoft.com/office/drawing/2014/main" xmlns="" id="{F56A7F78-9AB5-4706-97BD-9E3F9C6DC7C6}"/>
                  </a:ext>
                </a:extLst>
              </p:cNvPr>
              <p:cNvSpPr>
                <a:spLocks noChangeShapeType="1"/>
              </p:cNvSpPr>
              <p:nvPr/>
            </p:nvSpPr>
            <p:spPr bwMode="auto">
              <a:xfrm>
                <a:off x="4320" y="9318"/>
                <a:ext cx="2161" cy="0"/>
              </a:xfrm>
              <a:prstGeom prst="line">
                <a:avLst/>
              </a:prstGeom>
              <a:noFill/>
              <a:ln w="19050">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8" name="Oval 10">
                <a:extLst>
                  <a:ext uri="{FF2B5EF4-FFF2-40B4-BE49-F238E27FC236}">
                    <a16:creationId xmlns:a16="http://schemas.microsoft.com/office/drawing/2014/main" xmlns="" id="{FF99C4AD-2D47-43A8-B85C-3698C1F16A2D}"/>
                  </a:ext>
                </a:extLst>
              </p:cNvPr>
              <p:cNvSpPr>
                <a:spLocks noChangeAspect="1" noChangeArrowheads="1"/>
              </p:cNvSpPr>
              <p:nvPr/>
            </p:nvSpPr>
            <p:spPr bwMode="auto">
              <a:xfrm>
                <a:off x="4692" y="9273"/>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9" name="Oval 11">
                <a:extLst>
                  <a:ext uri="{FF2B5EF4-FFF2-40B4-BE49-F238E27FC236}">
                    <a16:creationId xmlns:a16="http://schemas.microsoft.com/office/drawing/2014/main" xmlns="" id="{7BC3188D-89C2-43BE-9693-845124C1C8CE}"/>
                  </a:ext>
                </a:extLst>
              </p:cNvPr>
              <p:cNvSpPr>
                <a:spLocks noChangeAspect="1" noChangeArrowheads="1"/>
              </p:cNvSpPr>
              <p:nvPr/>
            </p:nvSpPr>
            <p:spPr bwMode="auto">
              <a:xfrm>
                <a:off x="5464" y="9273"/>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30" name="Line 12">
                <a:extLst>
                  <a:ext uri="{FF2B5EF4-FFF2-40B4-BE49-F238E27FC236}">
                    <a16:creationId xmlns:a16="http://schemas.microsoft.com/office/drawing/2014/main" xmlns="" id="{DFCCE82D-DC12-4BD6-AA40-C5ECFB836508}"/>
                  </a:ext>
                </a:extLst>
              </p:cNvPr>
              <p:cNvSpPr>
                <a:spLocks noChangeShapeType="1"/>
              </p:cNvSpPr>
              <p:nvPr/>
            </p:nvSpPr>
            <p:spPr bwMode="auto">
              <a:xfrm>
                <a:off x="4319" y="9411"/>
                <a:ext cx="2161" cy="1"/>
              </a:xfrm>
              <a:prstGeom prst="line">
                <a:avLst/>
              </a:prstGeom>
              <a:noFill/>
              <a:ln w="19050">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31" name="Oval 13">
                <a:extLst>
                  <a:ext uri="{FF2B5EF4-FFF2-40B4-BE49-F238E27FC236}">
                    <a16:creationId xmlns:a16="http://schemas.microsoft.com/office/drawing/2014/main" xmlns="" id="{67EA6161-ACA4-48BF-9961-B9C9CE948042}"/>
                  </a:ext>
                </a:extLst>
              </p:cNvPr>
              <p:cNvSpPr>
                <a:spLocks noChangeAspect="1" noChangeArrowheads="1"/>
              </p:cNvSpPr>
              <p:nvPr/>
            </p:nvSpPr>
            <p:spPr bwMode="auto">
              <a:xfrm>
                <a:off x="5057" y="9366"/>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32" name="Oval 14">
                <a:extLst>
                  <a:ext uri="{FF2B5EF4-FFF2-40B4-BE49-F238E27FC236}">
                    <a16:creationId xmlns:a16="http://schemas.microsoft.com/office/drawing/2014/main" xmlns="" id="{A3F8D420-3079-4480-91DB-7BED35BAEB9E}"/>
                  </a:ext>
                </a:extLst>
              </p:cNvPr>
              <p:cNvSpPr>
                <a:spLocks noChangeAspect="1" noChangeArrowheads="1"/>
              </p:cNvSpPr>
              <p:nvPr/>
            </p:nvSpPr>
            <p:spPr bwMode="auto">
              <a:xfrm>
                <a:off x="6027" y="9366"/>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17" name="Group 15">
              <a:extLst>
                <a:ext uri="{FF2B5EF4-FFF2-40B4-BE49-F238E27FC236}">
                  <a16:creationId xmlns:a16="http://schemas.microsoft.com/office/drawing/2014/main" xmlns="" id="{C4CD0B6F-1B4D-496C-8012-1234AC485C68}"/>
                </a:ext>
              </a:extLst>
            </p:cNvPr>
            <p:cNvGrpSpPr>
              <a:grpSpLocks/>
            </p:cNvGrpSpPr>
            <p:nvPr/>
          </p:nvGrpSpPr>
          <p:grpSpPr bwMode="auto">
            <a:xfrm>
              <a:off x="4318" y="9465"/>
              <a:ext cx="2162" cy="180"/>
              <a:chOff x="4319" y="9273"/>
              <a:chExt cx="2162" cy="180"/>
            </a:xfrm>
          </p:grpSpPr>
          <p:sp>
            <p:nvSpPr>
              <p:cNvPr id="18" name="Line 16">
                <a:extLst>
                  <a:ext uri="{FF2B5EF4-FFF2-40B4-BE49-F238E27FC236}">
                    <a16:creationId xmlns:a16="http://schemas.microsoft.com/office/drawing/2014/main" xmlns="" id="{959DD1EE-3C48-4A3B-8226-905F01A863F0}"/>
                  </a:ext>
                </a:extLst>
              </p:cNvPr>
              <p:cNvSpPr>
                <a:spLocks noChangeShapeType="1"/>
              </p:cNvSpPr>
              <p:nvPr/>
            </p:nvSpPr>
            <p:spPr bwMode="auto">
              <a:xfrm>
                <a:off x="4320" y="9318"/>
                <a:ext cx="2161" cy="0"/>
              </a:xfrm>
              <a:prstGeom prst="line">
                <a:avLst/>
              </a:prstGeom>
              <a:noFill/>
              <a:ln w="19050">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9" name="Oval 17">
                <a:extLst>
                  <a:ext uri="{FF2B5EF4-FFF2-40B4-BE49-F238E27FC236}">
                    <a16:creationId xmlns:a16="http://schemas.microsoft.com/office/drawing/2014/main" xmlns="" id="{3C8D0903-FA3D-4D75-9FFC-467B077CA321}"/>
                  </a:ext>
                </a:extLst>
              </p:cNvPr>
              <p:cNvSpPr>
                <a:spLocks noChangeAspect="1" noChangeArrowheads="1"/>
              </p:cNvSpPr>
              <p:nvPr/>
            </p:nvSpPr>
            <p:spPr bwMode="auto">
              <a:xfrm>
                <a:off x="4692" y="9273"/>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1" name="Oval 18">
                <a:extLst>
                  <a:ext uri="{FF2B5EF4-FFF2-40B4-BE49-F238E27FC236}">
                    <a16:creationId xmlns:a16="http://schemas.microsoft.com/office/drawing/2014/main" xmlns="" id="{40B39F62-9F8A-4ACA-A49D-AFDCBB699A14}"/>
                  </a:ext>
                </a:extLst>
              </p:cNvPr>
              <p:cNvSpPr>
                <a:spLocks noChangeAspect="1" noChangeArrowheads="1"/>
              </p:cNvSpPr>
              <p:nvPr/>
            </p:nvSpPr>
            <p:spPr bwMode="auto">
              <a:xfrm>
                <a:off x="5464" y="9273"/>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2" name="Line 19">
                <a:extLst>
                  <a:ext uri="{FF2B5EF4-FFF2-40B4-BE49-F238E27FC236}">
                    <a16:creationId xmlns:a16="http://schemas.microsoft.com/office/drawing/2014/main" xmlns="" id="{6E3F0C85-C482-4B2E-89CB-9898404EE146}"/>
                  </a:ext>
                </a:extLst>
              </p:cNvPr>
              <p:cNvSpPr>
                <a:spLocks noChangeShapeType="1"/>
              </p:cNvSpPr>
              <p:nvPr/>
            </p:nvSpPr>
            <p:spPr bwMode="auto">
              <a:xfrm>
                <a:off x="4319" y="9411"/>
                <a:ext cx="2161" cy="1"/>
              </a:xfrm>
              <a:prstGeom prst="line">
                <a:avLst/>
              </a:prstGeom>
              <a:noFill/>
              <a:ln w="19050">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3" name="Oval 20">
                <a:extLst>
                  <a:ext uri="{FF2B5EF4-FFF2-40B4-BE49-F238E27FC236}">
                    <a16:creationId xmlns:a16="http://schemas.microsoft.com/office/drawing/2014/main" xmlns="" id="{7FE1169A-3B7B-4D6B-AC6F-DAC42A58B4FC}"/>
                  </a:ext>
                </a:extLst>
              </p:cNvPr>
              <p:cNvSpPr>
                <a:spLocks noChangeAspect="1" noChangeArrowheads="1"/>
              </p:cNvSpPr>
              <p:nvPr/>
            </p:nvSpPr>
            <p:spPr bwMode="auto">
              <a:xfrm>
                <a:off x="5057" y="9366"/>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4" name="Oval 21">
                <a:extLst>
                  <a:ext uri="{FF2B5EF4-FFF2-40B4-BE49-F238E27FC236}">
                    <a16:creationId xmlns:a16="http://schemas.microsoft.com/office/drawing/2014/main" xmlns="" id="{0CA87CB5-493E-4B0A-B8EA-61983F27E741}"/>
                  </a:ext>
                </a:extLst>
              </p:cNvPr>
              <p:cNvSpPr>
                <a:spLocks noChangeAspect="1" noChangeArrowheads="1"/>
              </p:cNvSpPr>
              <p:nvPr/>
            </p:nvSpPr>
            <p:spPr bwMode="auto">
              <a:xfrm>
                <a:off x="6027" y="9366"/>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grpSp>
        <p:nvGrpSpPr>
          <p:cNvPr id="34" name="Group 22">
            <a:extLst>
              <a:ext uri="{FF2B5EF4-FFF2-40B4-BE49-F238E27FC236}">
                <a16:creationId xmlns:a16="http://schemas.microsoft.com/office/drawing/2014/main" xmlns="" id="{00E5399C-4106-4278-A4B2-F0CC16435B22}"/>
              </a:ext>
            </a:extLst>
          </p:cNvPr>
          <p:cNvGrpSpPr>
            <a:grpSpLocks/>
          </p:cNvGrpSpPr>
          <p:nvPr/>
        </p:nvGrpSpPr>
        <p:grpSpPr bwMode="auto">
          <a:xfrm>
            <a:off x="706376" y="3648125"/>
            <a:ext cx="2003425" cy="166687"/>
            <a:chOff x="4319" y="9273"/>
            <a:chExt cx="2162" cy="180"/>
          </a:xfrm>
        </p:grpSpPr>
        <p:sp>
          <p:nvSpPr>
            <p:cNvPr id="35" name="Line 23">
              <a:extLst>
                <a:ext uri="{FF2B5EF4-FFF2-40B4-BE49-F238E27FC236}">
                  <a16:creationId xmlns:a16="http://schemas.microsoft.com/office/drawing/2014/main" xmlns="" id="{607D68A7-208E-4989-9ADF-0C66226E7EE7}"/>
                </a:ext>
              </a:extLst>
            </p:cNvPr>
            <p:cNvSpPr>
              <a:spLocks noChangeShapeType="1"/>
            </p:cNvSpPr>
            <p:nvPr/>
          </p:nvSpPr>
          <p:spPr bwMode="auto">
            <a:xfrm>
              <a:off x="4320" y="9318"/>
              <a:ext cx="2161" cy="0"/>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36" name="Oval 24">
              <a:extLst>
                <a:ext uri="{FF2B5EF4-FFF2-40B4-BE49-F238E27FC236}">
                  <a16:creationId xmlns:a16="http://schemas.microsoft.com/office/drawing/2014/main" xmlns="" id="{14956827-DDE4-41DE-9BA8-0919D5A47452}"/>
                </a:ext>
              </a:extLst>
            </p:cNvPr>
            <p:cNvSpPr>
              <a:spLocks noChangeAspect="1" noChangeArrowheads="1"/>
            </p:cNvSpPr>
            <p:nvPr/>
          </p:nvSpPr>
          <p:spPr bwMode="auto">
            <a:xfrm>
              <a:off x="4692"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37" name="Oval 25">
              <a:extLst>
                <a:ext uri="{FF2B5EF4-FFF2-40B4-BE49-F238E27FC236}">
                  <a16:creationId xmlns:a16="http://schemas.microsoft.com/office/drawing/2014/main" xmlns="" id="{94AA4217-9A33-4C56-B35F-23F74F37BB10}"/>
                </a:ext>
              </a:extLst>
            </p:cNvPr>
            <p:cNvSpPr>
              <a:spLocks noChangeAspect="1" noChangeArrowheads="1"/>
            </p:cNvSpPr>
            <p:nvPr/>
          </p:nvSpPr>
          <p:spPr bwMode="auto">
            <a:xfrm>
              <a:off x="5464"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38" name="Line 26">
              <a:extLst>
                <a:ext uri="{FF2B5EF4-FFF2-40B4-BE49-F238E27FC236}">
                  <a16:creationId xmlns:a16="http://schemas.microsoft.com/office/drawing/2014/main" xmlns="" id="{6E4AD197-D516-4A58-9956-6CBBA5A3AE9C}"/>
                </a:ext>
              </a:extLst>
            </p:cNvPr>
            <p:cNvSpPr>
              <a:spLocks noChangeShapeType="1"/>
            </p:cNvSpPr>
            <p:nvPr/>
          </p:nvSpPr>
          <p:spPr bwMode="auto">
            <a:xfrm>
              <a:off x="4319" y="9411"/>
              <a:ext cx="2161" cy="1"/>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39" name="Oval 27">
              <a:extLst>
                <a:ext uri="{FF2B5EF4-FFF2-40B4-BE49-F238E27FC236}">
                  <a16:creationId xmlns:a16="http://schemas.microsoft.com/office/drawing/2014/main" xmlns="" id="{3ED92266-3CA9-44C9-A3B0-4FB3FD40083A}"/>
                </a:ext>
              </a:extLst>
            </p:cNvPr>
            <p:cNvSpPr>
              <a:spLocks noChangeAspect="1" noChangeArrowheads="1"/>
            </p:cNvSpPr>
            <p:nvPr/>
          </p:nvSpPr>
          <p:spPr bwMode="auto">
            <a:xfrm>
              <a:off x="505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1" name="Oval 28">
              <a:extLst>
                <a:ext uri="{FF2B5EF4-FFF2-40B4-BE49-F238E27FC236}">
                  <a16:creationId xmlns:a16="http://schemas.microsoft.com/office/drawing/2014/main" xmlns="" id="{FA46E5A2-0AD6-47E8-BB1E-0FFD58336CC3}"/>
                </a:ext>
              </a:extLst>
            </p:cNvPr>
            <p:cNvSpPr>
              <a:spLocks noChangeAspect="1" noChangeArrowheads="1"/>
            </p:cNvSpPr>
            <p:nvPr/>
          </p:nvSpPr>
          <p:spPr bwMode="auto">
            <a:xfrm>
              <a:off x="602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42" name="Group 29">
            <a:extLst>
              <a:ext uri="{FF2B5EF4-FFF2-40B4-BE49-F238E27FC236}">
                <a16:creationId xmlns:a16="http://schemas.microsoft.com/office/drawing/2014/main" xmlns="" id="{3C99EE16-3F47-4DB9-AE5D-298E537DFB44}"/>
              </a:ext>
            </a:extLst>
          </p:cNvPr>
          <p:cNvGrpSpPr>
            <a:grpSpLocks/>
          </p:cNvGrpSpPr>
          <p:nvPr/>
        </p:nvGrpSpPr>
        <p:grpSpPr bwMode="auto">
          <a:xfrm>
            <a:off x="706376" y="3478262"/>
            <a:ext cx="2003425" cy="166688"/>
            <a:chOff x="4319" y="9273"/>
            <a:chExt cx="2162" cy="180"/>
          </a:xfrm>
        </p:grpSpPr>
        <p:sp>
          <p:nvSpPr>
            <p:cNvPr id="43" name="Line 30">
              <a:extLst>
                <a:ext uri="{FF2B5EF4-FFF2-40B4-BE49-F238E27FC236}">
                  <a16:creationId xmlns:a16="http://schemas.microsoft.com/office/drawing/2014/main" xmlns="" id="{243B5B5E-78A1-4D61-A0C7-4727B6490AA0}"/>
                </a:ext>
              </a:extLst>
            </p:cNvPr>
            <p:cNvSpPr>
              <a:spLocks noChangeShapeType="1"/>
            </p:cNvSpPr>
            <p:nvPr/>
          </p:nvSpPr>
          <p:spPr bwMode="auto">
            <a:xfrm>
              <a:off x="4320" y="9318"/>
              <a:ext cx="2161" cy="0"/>
            </a:xfrm>
            <a:prstGeom prst="line">
              <a:avLst/>
            </a:prstGeom>
            <a:noFill/>
            <a:ln w="19050">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4" name="Oval 31">
              <a:extLst>
                <a:ext uri="{FF2B5EF4-FFF2-40B4-BE49-F238E27FC236}">
                  <a16:creationId xmlns:a16="http://schemas.microsoft.com/office/drawing/2014/main" xmlns="" id="{B755847D-FAF6-4B31-8195-73F0DF361BBD}"/>
                </a:ext>
              </a:extLst>
            </p:cNvPr>
            <p:cNvSpPr>
              <a:spLocks noChangeAspect="1" noChangeArrowheads="1"/>
            </p:cNvSpPr>
            <p:nvPr/>
          </p:nvSpPr>
          <p:spPr bwMode="auto">
            <a:xfrm>
              <a:off x="4692" y="9273"/>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5" name="Oval 32">
              <a:extLst>
                <a:ext uri="{FF2B5EF4-FFF2-40B4-BE49-F238E27FC236}">
                  <a16:creationId xmlns:a16="http://schemas.microsoft.com/office/drawing/2014/main" xmlns="" id="{595B3BC9-7E85-41FD-934F-4B23E46A7F38}"/>
                </a:ext>
              </a:extLst>
            </p:cNvPr>
            <p:cNvSpPr>
              <a:spLocks noChangeAspect="1" noChangeArrowheads="1"/>
            </p:cNvSpPr>
            <p:nvPr/>
          </p:nvSpPr>
          <p:spPr bwMode="auto">
            <a:xfrm>
              <a:off x="5464" y="9273"/>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6" name="Line 33">
              <a:extLst>
                <a:ext uri="{FF2B5EF4-FFF2-40B4-BE49-F238E27FC236}">
                  <a16:creationId xmlns:a16="http://schemas.microsoft.com/office/drawing/2014/main" xmlns="" id="{E6EBC636-8D32-4A23-BCA0-05CD75E673A1}"/>
                </a:ext>
              </a:extLst>
            </p:cNvPr>
            <p:cNvSpPr>
              <a:spLocks noChangeShapeType="1"/>
            </p:cNvSpPr>
            <p:nvPr/>
          </p:nvSpPr>
          <p:spPr bwMode="auto">
            <a:xfrm>
              <a:off x="4319" y="9411"/>
              <a:ext cx="2161" cy="1"/>
            </a:xfrm>
            <a:prstGeom prst="line">
              <a:avLst/>
            </a:prstGeom>
            <a:noFill/>
            <a:ln w="19050">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47" name="Oval 34">
              <a:extLst>
                <a:ext uri="{FF2B5EF4-FFF2-40B4-BE49-F238E27FC236}">
                  <a16:creationId xmlns:a16="http://schemas.microsoft.com/office/drawing/2014/main" xmlns="" id="{94925DE6-3AF7-4370-981B-D7FB257BD06B}"/>
                </a:ext>
              </a:extLst>
            </p:cNvPr>
            <p:cNvSpPr>
              <a:spLocks noChangeAspect="1" noChangeArrowheads="1"/>
            </p:cNvSpPr>
            <p:nvPr/>
          </p:nvSpPr>
          <p:spPr bwMode="auto">
            <a:xfrm>
              <a:off x="5057" y="9366"/>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48" name="Oval 35">
              <a:extLst>
                <a:ext uri="{FF2B5EF4-FFF2-40B4-BE49-F238E27FC236}">
                  <a16:creationId xmlns:a16="http://schemas.microsoft.com/office/drawing/2014/main" xmlns="" id="{1BBC5106-A84B-4BB2-843F-6AA00F3CBB2E}"/>
                </a:ext>
              </a:extLst>
            </p:cNvPr>
            <p:cNvSpPr>
              <a:spLocks noChangeAspect="1" noChangeArrowheads="1"/>
            </p:cNvSpPr>
            <p:nvPr/>
          </p:nvSpPr>
          <p:spPr bwMode="auto">
            <a:xfrm>
              <a:off x="6027" y="9366"/>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49" name="Group 36">
            <a:extLst>
              <a:ext uri="{FF2B5EF4-FFF2-40B4-BE49-F238E27FC236}">
                <a16:creationId xmlns:a16="http://schemas.microsoft.com/office/drawing/2014/main" xmlns="" id="{EDE3D984-956B-4245-B6A9-E736C6E6F93A}"/>
              </a:ext>
            </a:extLst>
          </p:cNvPr>
          <p:cNvGrpSpPr>
            <a:grpSpLocks/>
          </p:cNvGrpSpPr>
          <p:nvPr/>
        </p:nvGrpSpPr>
        <p:grpSpPr bwMode="auto">
          <a:xfrm>
            <a:off x="707964" y="3308400"/>
            <a:ext cx="2003425" cy="168275"/>
            <a:chOff x="4319" y="9273"/>
            <a:chExt cx="2162" cy="180"/>
          </a:xfrm>
        </p:grpSpPr>
        <p:sp>
          <p:nvSpPr>
            <p:cNvPr id="50" name="Line 37">
              <a:extLst>
                <a:ext uri="{FF2B5EF4-FFF2-40B4-BE49-F238E27FC236}">
                  <a16:creationId xmlns:a16="http://schemas.microsoft.com/office/drawing/2014/main" xmlns="" id="{2F9CC972-7160-4FC9-9671-A20C1DF2EAF5}"/>
                </a:ext>
              </a:extLst>
            </p:cNvPr>
            <p:cNvSpPr>
              <a:spLocks noChangeShapeType="1"/>
            </p:cNvSpPr>
            <p:nvPr/>
          </p:nvSpPr>
          <p:spPr bwMode="auto">
            <a:xfrm>
              <a:off x="4320" y="9318"/>
              <a:ext cx="2161" cy="0"/>
            </a:xfrm>
            <a:prstGeom prst="line">
              <a:avLst/>
            </a:prstGeom>
            <a:noFill/>
            <a:ln w="19050">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51" name="Oval 38">
              <a:extLst>
                <a:ext uri="{FF2B5EF4-FFF2-40B4-BE49-F238E27FC236}">
                  <a16:creationId xmlns:a16="http://schemas.microsoft.com/office/drawing/2014/main" xmlns="" id="{736EB206-B509-4432-B4D1-3C523F68B636}"/>
                </a:ext>
              </a:extLst>
            </p:cNvPr>
            <p:cNvSpPr>
              <a:spLocks noChangeAspect="1" noChangeArrowheads="1"/>
            </p:cNvSpPr>
            <p:nvPr/>
          </p:nvSpPr>
          <p:spPr bwMode="auto">
            <a:xfrm>
              <a:off x="4692" y="9273"/>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2" name="Oval 39">
              <a:extLst>
                <a:ext uri="{FF2B5EF4-FFF2-40B4-BE49-F238E27FC236}">
                  <a16:creationId xmlns:a16="http://schemas.microsoft.com/office/drawing/2014/main" xmlns="" id="{534B1B83-BB26-4536-8CBC-82E2E5230613}"/>
                </a:ext>
              </a:extLst>
            </p:cNvPr>
            <p:cNvSpPr>
              <a:spLocks noChangeAspect="1" noChangeArrowheads="1"/>
            </p:cNvSpPr>
            <p:nvPr/>
          </p:nvSpPr>
          <p:spPr bwMode="auto">
            <a:xfrm>
              <a:off x="5464" y="9273"/>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3" name="Line 40">
              <a:extLst>
                <a:ext uri="{FF2B5EF4-FFF2-40B4-BE49-F238E27FC236}">
                  <a16:creationId xmlns:a16="http://schemas.microsoft.com/office/drawing/2014/main" xmlns="" id="{91203150-0A50-4FA5-9280-E1EBEBA10BE1}"/>
                </a:ext>
              </a:extLst>
            </p:cNvPr>
            <p:cNvSpPr>
              <a:spLocks noChangeShapeType="1"/>
            </p:cNvSpPr>
            <p:nvPr/>
          </p:nvSpPr>
          <p:spPr bwMode="auto">
            <a:xfrm>
              <a:off x="4319" y="9411"/>
              <a:ext cx="2161" cy="1"/>
            </a:xfrm>
            <a:prstGeom prst="line">
              <a:avLst/>
            </a:prstGeom>
            <a:noFill/>
            <a:ln w="19050">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54" name="Oval 41">
              <a:extLst>
                <a:ext uri="{FF2B5EF4-FFF2-40B4-BE49-F238E27FC236}">
                  <a16:creationId xmlns:a16="http://schemas.microsoft.com/office/drawing/2014/main" xmlns="" id="{958EC90B-0665-4E8C-B4FD-68F7336DD185}"/>
                </a:ext>
              </a:extLst>
            </p:cNvPr>
            <p:cNvSpPr>
              <a:spLocks noChangeAspect="1" noChangeArrowheads="1"/>
            </p:cNvSpPr>
            <p:nvPr/>
          </p:nvSpPr>
          <p:spPr bwMode="auto">
            <a:xfrm>
              <a:off x="5057" y="9366"/>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55" name="Oval 42">
              <a:extLst>
                <a:ext uri="{FF2B5EF4-FFF2-40B4-BE49-F238E27FC236}">
                  <a16:creationId xmlns:a16="http://schemas.microsoft.com/office/drawing/2014/main" xmlns="" id="{71E91643-2D2E-4AAB-87F1-E084E7518C4B}"/>
                </a:ext>
              </a:extLst>
            </p:cNvPr>
            <p:cNvSpPr>
              <a:spLocks noChangeAspect="1" noChangeArrowheads="1"/>
            </p:cNvSpPr>
            <p:nvPr/>
          </p:nvSpPr>
          <p:spPr bwMode="auto">
            <a:xfrm>
              <a:off x="6027" y="9366"/>
              <a:ext cx="79" cy="87"/>
            </a:xfrm>
            <a:prstGeom prst="ellipse">
              <a:avLst/>
            </a:prstGeom>
            <a:solidFill>
              <a:srgbClr val="000000"/>
            </a:solidFill>
            <a:ln w="19050">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56" name="Group 43">
            <a:extLst>
              <a:ext uri="{FF2B5EF4-FFF2-40B4-BE49-F238E27FC236}">
                <a16:creationId xmlns:a16="http://schemas.microsoft.com/office/drawing/2014/main" xmlns="" id="{9BF53EAB-4711-475C-BA3E-912B082BF4C6}"/>
              </a:ext>
            </a:extLst>
          </p:cNvPr>
          <p:cNvGrpSpPr>
            <a:grpSpLocks/>
          </p:cNvGrpSpPr>
          <p:nvPr/>
        </p:nvGrpSpPr>
        <p:grpSpPr bwMode="auto">
          <a:xfrm>
            <a:off x="704789" y="2486075"/>
            <a:ext cx="2003425" cy="87312"/>
            <a:chOff x="4328" y="7872"/>
            <a:chExt cx="2162" cy="94"/>
          </a:xfrm>
        </p:grpSpPr>
        <p:sp>
          <p:nvSpPr>
            <p:cNvPr id="57" name="Line 44">
              <a:extLst>
                <a:ext uri="{FF2B5EF4-FFF2-40B4-BE49-F238E27FC236}">
                  <a16:creationId xmlns:a16="http://schemas.microsoft.com/office/drawing/2014/main" xmlns="" id="{246022B5-3AC5-467D-BC3B-910FC7F40575}"/>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58" name="Line 45">
              <a:extLst>
                <a:ext uri="{FF2B5EF4-FFF2-40B4-BE49-F238E27FC236}">
                  <a16:creationId xmlns:a16="http://schemas.microsoft.com/office/drawing/2014/main" xmlns="" id="{2B78046B-ECA6-490C-B6B8-724AA3B40DD2}"/>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59" name="Group 46">
            <a:extLst>
              <a:ext uri="{FF2B5EF4-FFF2-40B4-BE49-F238E27FC236}">
                <a16:creationId xmlns:a16="http://schemas.microsoft.com/office/drawing/2014/main" xmlns="" id="{EA69F983-4E46-4C76-B687-CA69211341C3}"/>
              </a:ext>
            </a:extLst>
          </p:cNvPr>
          <p:cNvGrpSpPr>
            <a:grpSpLocks/>
          </p:cNvGrpSpPr>
          <p:nvPr/>
        </p:nvGrpSpPr>
        <p:grpSpPr bwMode="auto">
          <a:xfrm>
            <a:off x="707964" y="2141587"/>
            <a:ext cx="2003425" cy="87313"/>
            <a:chOff x="4328" y="7872"/>
            <a:chExt cx="2162" cy="94"/>
          </a:xfrm>
        </p:grpSpPr>
        <p:sp>
          <p:nvSpPr>
            <p:cNvPr id="60" name="Line 47">
              <a:extLst>
                <a:ext uri="{FF2B5EF4-FFF2-40B4-BE49-F238E27FC236}">
                  <a16:creationId xmlns:a16="http://schemas.microsoft.com/office/drawing/2014/main" xmlns="" id="{8026153D-2C2A-41F7-89B6-29B75C5AD89F}"/>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61" name="Line 48">
              <a:extLst>
                <a:ext uri="{FF2B5EF4-FFF2-40B4-BE49-F238E27FC236}">
                  <a16:creationId xmlns:a16="http://schemas.microsoft.com/office/drawing/2014/main" xmlns="" id="{E394AF0B-8712-45E6-BBF9-7AC71A60CC37}"/>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62" name="Group 49">
            <a:extLst>
              <a:ext uri="{FF2B5EF4-FFF2-40B4-BE49-F238E27FC236}">
                <a16:creationId xmlns:a16="http://schemas.microsoft.com/office/drawing/2014/main" xmlns="" id="{AECDCF97-17EE-4875-8DE4-30BD2F15407A}"/>
              </a:ext>
            </a:extLst>
          </p:cNvPr>
          <p:cNvGrpSpPr>
            <a:grpSpLocks/>
          </p:cNvGrpSpPr>
          <p:nvPr/>
        </p:nvGrpSpPr>
        <p:grpSpPr bwMode="auto">
          <a:xfrm>
            <a:off x="706376" y="2316212"/>
            <a:ext cx="2003425" cy="87313"/>
            <a:chOff x="4328" y="7872"/>
            <a:chExt cx="2162" cy="94"/>
          </a:xfrm>
        </p:grpSpPr>
        <p:sp>
          <p:nvSpPr>
            <p:cNvPr id="63" name="Line 50">
              <a:extLst>
                <a:ext uri="{FF2B5EF4-FFF2-40B4-BE49-F238E27FC236}">
                  <a16:creationId xmlns:a16="http://schemas.microsoft.com/office/drawing/2014/main" xmlns="" id="{4C71547C-5F8D-411F-B545-23CDAA85E074}"/>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64" name="Line 51">
              <a:extLst>
                <a:ext uri="{FF2B5EF4-FFF2-40B4-BE49-F238E27FC236}">
                  <a16:creationId xmlns:a16="http://schemas.microsoft.com/office/drawing/2014/main" xmlns="" id="{70530F26-0847-4EA4-85E4-3C7367F696AC}"/>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65" name="Group 52">
            <a:extLst>
              <a:ext uri="{FF2B5EF4-FFF2-40B4-BE49-F238E27FC236}">
                <a16:creationId xmlns:a16="http://schemas.microsoft.com/office/drawing/2014/main" xmlns="" id="{C461B064-93C6-42D1-99A4-6DEBFFC6B27F}"/>
              </a:ext>
            </a:extLst>
          </p:cNvPr>
          <p:cNvGrpSpPr>
            <a:grpSpLocks/>
          </p:cNvGrpSpPr>
          <p:nvPr/>
        </p:nvGrpSpPr>
        <p:grpSpPr bwMode="auto">
          <a:xfrm>
            <a:off x="704789" y="2652762"/>
            <a:ext cx="2003425" cy="87313"/>
            <a:chOff x="4328" y="7872"/>
            <a:chExt cx="2162" cy="94"/>
          </a:xfrm>
        </p:grpSpPr>
        <p:sp>
          <p:nvSpPr>
            <p:cNvPr id="66" name="Line 53">
              <a:extLst>
                <a:ext uri="{FF2B5EF4-FFF2-40B4-BE49-F238E27FC236}">
                  <a16:creationId xmlns:a16="http://schemas.microsoft.com/office/drawing/2014/main" xmlns="" id="{1E006F60-5908-4A20-91A8-DAF50C14E643}"/>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67" name="Line 54">
              <a:extLst>
                <a:ext uri="{FF2B5EF4-FFF2-40B4-BE49-F238E27FC236}">
                  <a16:creationId xmlns:a16="http://schemas.microsoft.com/office/drawing/2014/main" xmlns="" id="{0DB2781B-B849-4E35-B3D2-C85922932770}"/>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68" name="Group 55">
            <a:extLst>
              <a:ext uri="{FF2B5EF4-FFF2-40B4-BE49-F238E27FC236}">
                <a16:creationId xmlns:a16="http://schemas.microsoft.com/office/drawing/2014/main" xmlns="" id="{A5F8B27C-CE73-4F76-B00A-832B1768E4DD}"/>
              </a:ext>
            </a:extLst>
          </p:cNvPr>
          <p:cNvGrpSpPr>
            <a:grpSpLocks/>
          </p:cNvGrpSpPr>
          <p:nvPr/>
        </p:nvGrpSpPr>
        <p:grpSpPr bwMode="auto">
          <a:xfrm>
            <a:off x="707964" y="1982837"/>
            <a:ext cx="2003425" cy="87313"/>
            <a:chOff x="4328" y="7872"/>
            <a:chExt cx="2162" cy="94"/>
          </a:xfrm>
        </p:grpSpPr>
        <p:sp>
          <p:nvSpPr>
            <p:cNvPr id="69" name="Line 56">
              <a:extLst>
                <a:ext uri="{FF2B5EF4-FFF2-40B4-BE49-F238E27FC236}">
                  <a16:creationId xmlns:a16="http://schemas.microsoft.com/office/drawing/2014/main" xmlns="" id="{2AE097E9-612E-45E0-9D93-E15A7F621C80}"/>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70" name="Line 57">
              <a:extLst>
                <a:ext uri="{FF2B5EF4-FFF2-40B4-BE49-F238E27FC236}">
                  <a16:creationId xmlns:a16="http://schemas.microsoft.com/office/drawing/2014/main" xmlns="" id="{B21195D3-2CFB-4B69-A3CF-84590859DFA3}"/>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sp>
        <p:nvSpPr>
          <p:cNvPr id="71" name="Line 58">
            <a:extLst>
              <a:ext uri="{FF2B5EF4-FFF2-40B4-BE49-F238E27FC236}">
                <a16:creationId xmlns:a16="http://schemas.microsoft.com/office/drawing/2014/main" xmlns="" id="{2240457D-B1A2-447E-891A-D8B7DAD29E2B}"/>
              </a:ext>
            </a:extLst>
          </p:cNvPr>
          <p:cNvSpPr>
            <a:spLocks noChangeShapeType="1"/>
          </p:cNvSpPr>
          <p:nvPr/>
        </p:nvSpPr>
        <p:spPr bwMode="auto">
          <a:xfrm flipV="1">
            <a:off x="892114" y="2719437"/>
            <a:ext cx="0" cy="625475"/>
          </a:xfrm>
          <a:prstGeom prst="line">
            <a:avLst/>
          </a:prstGeom>
          <a:noFill/>
          <a:ln w="19050">
            <a:solidFill>
              <a:srgbClr val="000000"/>
            </a:solidFill>
            <a:round/>
            <a:headEnd type="stealth" w="sm" len="lg"/>
            <a:tailEnd type="stealth" w="sm" len="lg"/>
          </a:ln>
        </p:spPr>
        <p:txBody>
          <a:bodyPr/>
          <a:lstStyle/>
          <a:p>
            <a:endParaRPr lang="zh-CN" altLang="en-US">
              <a:latin typeface="Times New Roman" pitchFamily="18" charset="0"/>
              <a:ea typeface="微软雅黑" pitchFamily="34" charset="-122"/>
              <a:cs typeface="Times New Roman" pitchFamily="18" charset="0"/>
            </a:endParaRPr>
          </a:p>
        </p:txBody>
      </p:sp>
      <p:sp>
        <p:nvSpPr>
          <p:cNvPr id="72" name="Text Box 59">
            <a:extLst>
              <a:ext uri="{FF2B5EF4-FFF2-40B4-BE49-F238E27FC236}">
                <a16:creationId xmlns:a16="http://schemas.microsoft.com/office/drawing/2014/main" xmlns="" id="{52AF58ED-200E-415D-8BA7-B911B27FBF69}"/>
              </a:ext>
            </a:extLst>
          </p:cNvPr>
          <p:cNvSpPr txBox="1">
            <a:spLocks noChangeArrowheads="1"/>
          </p:cNvSpPr>
          <p:nvPr/>
        </p:nvSpPr>
        <p:spPr bwMode="auto">
          <a:xfrm>
            <a:off x="1259088" y="4243436"/>
            <a:ext cx="973137" cy="306387"/>
          </a:xfrm>
          <a:prstGeom prst="rect">
            <a:avLst/>
          </a:prstGeom>
          <a:solidFill>
            <a:srgbClr val="FFFFFF"/>
          </a:solidFill>
          <a:ln w="9525">
            <a:noFill/>
            <a:miter lim="800000"/>
            <a:headEnd/>
            <a:tailEnd/>
          </a:ln>
        </p:spPr>
        <p:txBody>
          <a:bodyPr lIns="0" tIns="0" rIns="0" bIns="0" anchor="ctr"/>
          <a:lstStyle/>
          <a:p>
            <a:pPr algn="ctr" defTabSz="914400"/>
            <a:r>
              <a:rPr lang="zh-CN" altLang="en-US" sz="1600" b="1" dirty="0">
                <a:solidFill>
                  <a:srgbClr val="0000FF"/>
                </a:solidFill>
                <a:latin typeface="Times New Roman" pitchFamily="18" charset="0"/>
                <a:ea typeface="微软雅黑" pitchFamily="34" charset="-122"/>
                <a:cs typeface="Times New Roman" pitchFamily="18" charset="0"/>
              </a:rPr>
              <a:t>价带</a:t>
            </a:r>
            <a:r>
              <a:rPr lang="en-US" altLang="zh-CN" sz="1600" b="1" dirty="0">
                <a:solidFill>
                  <a:srgbClr val="0000FF"/>
                </a:solidFill>
                <a:latin typeface="Times New Roman" pitchFamily="18" charset="0"/>
                <a:ea typeface="微软雅黑" pitchFamily="34" charset="-122"/>
                <a:cs typeface="Times New Roman" pitchFamily="18" charset="0"/>
              </a:rPr>
              <a:t>(</a:t>
            </a:r>
            <a:r>
              <a:rPr lang="zh-CN" altLang="en-US" sz="1600" b="1" dirty="0">
                <a:solidFill>
                  <a:srgbClr val="0000FF"/>
                </a:solidFill>
                <a:latin typeface="Times New Roman" pitchFamily="18" charset="0"/>
                <a:ea typeface="微软雅黑" pitchFamily="34" charset="-122"/>
                <a:cs typeface="Times New Roman" pitchFamily="18" charset="0"/>
              </a:rPr>
              <a:t>满带</a:t>
            </a:r>
            <a:r>
              <a:rPr lang="en-US" altLang="zh-CN" sz="1600" b="1" dirty="0">
                <a:solidFill>
                  <a:srgbClr val="0000FF"/>
                </a:solidFill>
                <a:latin typeface="Times New Roman" pitchFamily="18" charset="0"/>
                <a:ea typeface="微软雅黑" pitchFamily="34" charset="-122"/>
                <a:cs typeface="Times New Roman" pitchFamily="18" charset="0"/>
              </a:rPr>
              <a:t>)</a:t>
            </a:r>
          </a:p>
        </p:txBody>
      </p:sp>
      <p:sp>
        <p:nvSpPr>
          <p:cNvPr id="73" name="Text Box 60">
            <a:extLst>
              <a:ext uri="{FF2B5EF4-FFF2-40B4-BE49-F238E27FC236}">
                <a16:creationId xmlns:a16="http://schemas.microsoft.com/office/drawing/2014/main" xmlns="" id="{330C6748-61A5-4B54-9BF1-C86767283A03}"/>
              </a:ext>
            </a:extLst>
          </p:cNvPr>
          <p:cNvSpPr txBox="1">
            <a:spLocks noChangeArrowheads="1"/>
          </p:cNvSpPr>
          <p:nvPr/>
        </p:nvSpPr>
        <p:spPr bwMode="auto">
          <a:xfrm>
            <a:off x="1293748" y="1610585"/>
            <a:ext cx="1296987" cy="330200"/>
          </a:xfrm>
          <a:prstGeom prst="rect">
            <a:avLst/>
          </a:prstGeom>
          <a:solidFill>
            <a:srgbClr val="FFFFFF"/>
          </a:solidFill>
          <a:ln w="9525">
            <a:noFill/>
            <a:miter lim="800000"/>
            <a:headEnd/>
            <a:tailEnd/>
          </a:ln>
        </p:spPr>
        <p:txBody>
          <a:bodyPr lIns="0" tIns="0" rIns="0" bIns="0" anchor="ctr"/>
          <a:lstStyle/>
          <a:p>
            <a:pPr algn="ctr" defTabSz="914400"/>
            <a:r>
              <a:rPr lang="zh-CN" altLang="en-US" sz="1600" b="1" dirty="0">
                <a:solidFill>
                  <a:srgbClr val="0000FF"/>
                </a:solidFill>
                <a:latin typeface="Times New Roman" pitchFamily="18" charset="0"/>
                <a:ea typeface="微软雅黑" pitchFamily="34" charset="-122"/>
                <a:cs typeface="Times New Roman" pitchFamily="18" charset="0"/>
              </a:rPr>
              <a:t>导带</a:t>
            </a:r>
            <a:r>
              <a:rPr lang="en-US" altLang="zh-CN" sz="1600" b="1" dirty="0">
                <a:solidFill>
                  <a:srgbClr val="0000FF"/>
                </a:solidFill>
                <a:latin typeface="Times New Roman" pitchFamily="18" charset="0"/>
                <a:ea typeface="微软雅黑" pitchFamily="34" charset="-122"/>
                <a:cs typeface="Times New Roman" pitchFamily="18" charset="0"/>
              </a:rPr>
              <a:t>(</a:t>
            </a:r>
            <a:r>
              <a:rPr lang="zh-CN" altLang="en-US" sz="1600" b="1" dirty="0">
                <a:solidFill>
                  <a:srgbClr val="0000FF"/>
                </a:solidFill>
                <a:latin typeface="Times New Roman" pitchFamily="18" charset="0"/>
                <a:ea typeface="微软雅黑" pitchFamily="34" charset="-122"/>
                <a:cs typeface="Times New Roman" pitchFamily="18" charset="0"/>
              </a:rPr>
              <a:t>空带</a:t>
            </a:r>
            <a:r>
              <a:rPr lang="en-US" altLang="zh-CN" sz="1600" b="1" dirty="0">
                <a:solidFill>
                  <a:srgbClr val="0000FF"/>
                </a:solidFill>
                <a:latin typeface="Times New Roman" pitchFamily="18" charset="0"/>
                <a:ea typeface="微软雅黑" pitchFamily="34" charset="-122"/>
                <a:cs typeface="Times New Roman" pitchFamily="18" charset="0"/>
              </a:rPr>
              <a:t>)</a:t>
            </a:r>
          </a:p>
        </p:txBody>
      </p:sp>
      <p:sp>
        <p:nvSpPr>
          <p:cNvPr id="74" name="Text Box 61">
            <a:extLst>
              <a:ext uri="{FF2B5EF4-FFF2-40B4-BE49-F238E27FC236}">
                <a16:creationId xmlns:a16="http://schemas.microsoft.com/office/drawing/2014/main" xmlns="" id="{FC5D4504-02AB-42AA-97EC-D34303C6DAC0}"/>
              </a:ext>
            </a:extLst>
          </p:cNvPr>
          <p:cNvSpPr txBox="1">
            <a:spLocks noChangeArrowheads="1"/>
          </p:cNvSpPr>
          <p:nvPr/>
        </p:nvSpPr>
        <p:spPr bwMode="auto">
          <a:xfrm>
            <a:off x="2743618" y="2883168"/>
            <a:ext cx="495300" cy="304800"/>
          </a:xfrm>
          <a:prstGeom prst="rect">
            <a:avLst/>
          </a:prstGeom>
          <a:solidFill>
            <a:srgbClr val="FFFFFF"/>
          </a:solidFill>
          <a:ln w="9525">
            <a:noFill/>
            <a:miter lim="800000"/>
            <a:headEnd/>
            <a:tailEnd/>
          </a:ln>
        </p:spPr>
        <p:txBody>
          <a:bodyPr lIns="0" tIns="0" rIns="0" bIns="0"/>
          <a:lstStyle/>
          <a:p>
            <a:pPr algn="ctr" defTabSz="914400"/>
            <a:r>
              <a:rPr lang="zh-CN" altLang="en-US" sz="1600" b="1" dirty="0">
                <a:solidFill>
                  <a:srgbClr val="0000FF"/>
                </a:solidFill>
                <a:latin typeface="Times New Roman" pitchFamily="18" charset="0"/>
                <a:ea typeface="微软雅黑" pitchFamily="34" charset="-122"/>
                <a:cs typeface="Times New Roman" pitchFamily="18" charset="0"/>
              </a:rPr>
              <a:t>禁带</a:t>
            </a:r>
          </a:p>
        </p:txBody>
      </p:sp>
      <p:sp>
        <p:nvSpPr>
          <p:cNvPr id="75" name="Text Box 62">
            <a:extLst>
              <a:ext uri="{FF2B5EF4-FFF2-40B4-BE49-F238E27FC236}">
                <a16:creationId xmlns:a16="http://schemas.microsoft.com/office/drawing/2014/main" xmlns="" id="{B7F56345-4715-4D7A-8D8F-3C5070D97623}"/>
              </a:ext>
            </a:extLst>
          </p:cNvPr>
          <p:cNvSpPr txBox="1">
            <a:spLocks noChangeArrowheads="1"/>
          </p:cNvSpPr>
          <p:nvPr/>
        </p:nvSpPr>
        <p:spPr bwMode="auto">
          <a:xfrm>
            <a:off x="969900" y="2860725"/>
            <a:ext cx="1440021" cy="306387"/>
          </a:xfrm>
          <a:prstGeom prst="rect">
            <a:avLst/>
          </a:prstGeom>
          <a:solidFill>
            <a:srgbClr val="FFFFFF"/>
          </a:solidFill>
          <a:ln w="9525">
            <a:noFill/>
            <a:miter lim="800000"/>
            <a:headEnd/>
            <a:tailEnd/>
          </a:ln>
        </p:spPr>
        <p:txBody>
          <a:bodyPr lIns="0" tIns="0" rIns="0" bIns="0"/>
          <a:lstStyle/>
          <a:p>
            <a:pPr algn="just" defTabSz="914400"/>
            <a:r>
              <a:rPr lang="en-US" altLang="zh-CN" sz="1800" b="1" dirty="0" err="1">
                <a:solidFill>
                  <a:srgbClr val="0000FF"/>
                </a:solidFill>
                <a:latin typeface="Times New Roman" pitchFamily="18" charset="0"/>
                <a:ea typeface="微软雅黑" pitchFamily="34" charset="-122"/>
                <a:cs typeface="Times New Roman" pitchFamily="18" charset="0"/>
              </a:rPr>
              <a:t>E</a:t>
            </a:r>
            <a:r>
              <a:rPr lang="en-US" altLang="zh-CN" sz="1800" b="1" baseline="-25000" dirty="0" err="1">
                <a:solidFill>
                  <a:srgbClr val="0000FF"/>
                </a:solidFill>
                <a:latin typeface="Times New Roman" pitchFamily="18" charset="0"/>
                <a:ea typeface="微软雅黑" pitchFamily="34" charset="-122"/>
                <a:cs typeface="Times New Roman" pitchFamily="18" charset="0"/>
              </a:rPr>
              <a:t>g</a:t>
            </a:r>
            <a:r>
              <a:rPr lang="en-US" altLang="zh-CN" sz="1800" b="1" dirty="0">
                <a:solidFill>
                  <a:srgbClr val="0000FF"/>
                </a:solidFill>
                <a:latin typeface="Times New Roman" pitchFamily="18" charset="0"/>
                <a:ea typeface="微软雅黑" pitchFamily="34" charset="-122"/>
                <a:cs typeface="Times New Roman" pitchFamily="18" charset="0"/>
              </a:rPr>
              <a:t>=0.1~2.5eV</a:t>
            </a:r>
          </a:p>
        </p:txBody>
      </p:sp>
      <p:sp>
        <p:nvSpPr>
          <p:cNvPr id="76" name="Line 63">
            <a:extLst>
              <a:ext uri="{FF2B5EF4-FFF2-40B4-BE49-F238E27FC236}">
                <a16:creationId xmlns:a16="http://schemas.microsoft.com/office/drawing/2014/main" xmlns="" id="{BB05A1AB-0CF9-40FA-8DD1-94006DEDF4CB}"/>
              </a:ext>
            </a:extLst>
          </p:cNvPr>
          <p:cNvSpPr>
            <a:spLocks noChangeShapeType="1"/>
          </p:cNvSpPr>
          <p:nvPr/>
        </p:nvSpPr>
        <p:spPr bwMode="auto">
          <a:xfrm>
            <a:off x="2762189" y="2741662"/>
            <a:ext cx="254000" cy="6350"/>
          </a:xfrm>
          <a:prstGeom prst="line">
            <a:avLst/>
          </a:prstGeom>
          <a:noFill/>
          <a:ln w="15875">
            <a:solidFill>
              <a:srgbClr val="000000"/>
            </a:solidFill>
            <a:prstDash val="dash"/>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77" name="Line 64">
            <a:extLst>
              <a:ext uri="{FF2B5EF4-FFF2-40B4-BE49-F238E27FC236}">
                <a16:creationId xmlns:a16="http://schemas.microsoft.com/office/drawing/2014/main" xmlns="" id="{687C2B71-BFA5-499E-932D-9A7E34B4B8BD}"/>
              </a:ext>
            </a:extLst>
          </p:cNvPr>
          <p:cNvSpPr>
            <a:spLocks noChangeShapeType="1"/>
          </p:cNvSpPr>
          <p:nvPr/>
        </p:nvSpPr>
        <p:spPr bwMode="auto">
          <a:xfrm>
            <a:off x="2762189" y="3354437"/>
            <a:ext cx="238125" cy="1588"/>
          </a:xfrm>
          <a:prstGeom prst="line">
            <a:avLst/>
          </a:prstGeom>
          <a:noFill/>
          <a:ln w="15875">
            <a:solidFill>
              <a:srgbClr val="000000"/>
            </a:solidFill>
            <a:prstDash val="dash"/>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78" name="Text Box 65">
            <a:extLst>
              <a:ext uri="{FF2B5EF4-FFF2-40B4-BE49-F238E27FC236}">
                <a16:creationId xmlns:a16="http://schemas.microsoft.com/office/drawing/2014/main" xmlns="" id="{69AF2ED3-1A17-417D-A828-D6A9C1B3894C}"/>
              </a:ext>
            </a:extLst>
          </p:cNvPr>
          <p:cNvSpPr txBox="1">
            <a:spLocks noChangeArrowheads="1"/>
          </p:cNvSpPr>
          <p:nvPr/>
        </p:nvSpPr>
        <p:spPr bwMode="auto">
          <a:xfrm>
            <a:off x="2801418" y="2553515"/>
            <a:ext cx="355600" cy="296863"/>
          </a:xfrm>
          <a:prstGeom prst="rect">
            <a:avLst/>
          </a:prstGeom>
          <a:solidFill>
            <a:srgbClr val="FFFFFF"/>
          </a:solidFill>
          <a:ln w="9525">
            <a:noFill/>
            <a:miter lim="800000"/>
            <a:headEnd/>
            <a:tailEnd/>
          </a:ln>
        </p:spPr>
        <p:txBody>
          <a:bodyPr lIns="0" tIns="0" rIns="0" bIns="0"/>
          <a:lstStyle/>
          <a:p>
            <a:pPr algn="just" defTabSz="914400"/>
            <a:r>
              <a:rPr lang="en-US" altLang="zh-CN" sz="1800" b="1" dirty="0" err="1">
                <a:latin typeface="Times New Roman" pitchFamily="18" charset="0"/>
                <a:ea typeface="微软雅黑" pitchFamily="34" charset="-122"/>
                <a:cs typeface="Times New Roman" pitchFamily="18" charset="0"/>
              </a:rPr>
              <a:t>E</a:t>
            </a:r>
            <a:r>
              <a:rPr lang="en-US" altLang="zh-CN" sz="1800" b="1" baseline="-25000" dirty="0" err="1">
                <a:latin typeface="Times New Roman" pitchFamily="18" charset="0"/>
                <a:ea typeface="微软雅黑" pitchFamily="34" charset="-122"/>
                <a:cs typeface="Times New Roman" pitchFamily="18" charset="0"/>
              </a:rPr>
              <a:t>c</a:t>
            </a:r>
            <a:endParaRPr lang="en-US" altLang="zh-CN" sz="1800" b="1" dirty="0">
              <a:latin typeface="Times New Roman" pitchFamily="18" charset="0"/>
              <a:ea typeface="微软雅黑" pitchFamily="34" charset="-122"/>
              <a:cs typeface="Times New Roman" pitchFamily="18" charset="0"/>
            </a:endParaRPr>
          </a:p>
        </p:txBody>
      </p:sp>
      <p:sp>
        <p:nvSpPr>
          <p:cNvPr id="79" name="Text Box 66">
            <a:extLst>
              <a:ext uri="{FF2B5EF4-FFF2-40B4-BE49-F238E27FC236}">
                <a16:creationId xmlns:a16="http://schemas.microsoft.com/office/drawing/2014/main" xmlns="" id="{BCE73E19-7FE4-4114-A46B-5067B17BE79B}"/>
              </a:ext>
            </a:extLst>
          </p:cNvPr>
          <p:cNvSpPr txBox="1">
            <a:spLocks noChangeArrowheads="1"/>
          </p:cNvSpPr>
          <p:nvPr/>
        </p:nvSpPr>
        <p:spPr bwMode="auto">
          <a:xfrm>
            <a:off x="2794680" y="3218570"/>
            <a:ext cx="345968" cy="268288"/>
          </a:xfrm>
          <a:prstGeom prst="rect">
            <a:avLst/>
          </a:prstGeom>
          <a:solidFill>
            <a:srgbClr val="FFFFFF"/>
          </a:solidFill>
          <a:ln w="9525">
            <a:noFill/>
            <a:miter lim="800000"/>
            <a:headEnd/>
            <a:tailEnd/>
          </a:ln>
        </p:spPr>
        <p:txBody>
          <a:bodyPr lIns="0" tIns="0" rIns="0" bIns="0"/>
          <a:lstStyle/>
          <a:p>
            <a:pPr algn="just" defTabSz="914400"/>
            <a:r>
              <a:rPr lang="en-US" altLang="zh-CN" sz="1800" b="1">
                <a:latin typeface="Times New Roman" pitchFamily="18" charset="0"/>
                <a:ea typeface="微软雅黑" pitchFamily="34" charset="-122"/>
                <a:cs typeface="Times New Roman" pitchFamily="18" charset="0"/>
              </a:rPr>
              <a:t>E</a:t>
            </a:r>
            <a:r>
              <a:rPr lang="en-US" altLang="zh-CN" sz="1800" b="1" baseline="-25000">
                <a:latin typeface="Times New Roman" pitchFamily="18" charset="0"/>
                <a:ea typeface="微软雅黑" pitchFamily="34" charset="-122"/>
                <a:cs typeface="Times New Roman" pitchFamily="18" charset="0"/>
              </a:rPr>
              <a:t>V</a:t>
            </a:r>
            <a:endParaRPr lang="en-US" altLang="zh-CN" sz="1800" b="1">
              <a:latin typeface="Times New Roman" pitchFamily="18" charset="0"/>
              <a:ea typeface="微软雅黑" pitchFamily="34" charset="-122"/>
              <a:cs typeface="Times New Roman" pitchFamily="18" charset="0"/>
            </a:endParaRPr>
          </a:p>
        </p:txBody>
      </p:sp>
      <p:sp>
        <p:nvSpPr>
          <p:cNvPr id="80" name="Text Box 67">
            <a:extLst>
              <a:ext uri="{FF2B5EF4-FFF2-40B4-BE49-F238E27FC236}">
                <a16:creationId xmlns:a16="http://schemas.microsoft.com/office/drawing/2014/main" xmlns="" id="{C3AEDF4B-EFF0-4D75-B3DF-5BD8C7541A3D}"/>
              </a:ext>
            </a:extLst>
          </p:cNvPr>
          <p:cNvSpPr txBox="1">
            <a:spLocks noChangeArrowheads="1"/>
          </p:cNvSpPr>
          <p:nvPr/>
        </p:nvSpPr>
        <p:spPr bwMode="auto">
          <a:xfrm>
            <a:off x="540146" y="4746498"/>
            <a:ext cx="2712720" cy="422275"/>
          </a:xfrm>
          <a:prstGeom prst="rect">
            <a:avLst/>
          </a:prstGeom>
          <a:solidFill>
            <a:srgbClr val="FFFFFF"/>
          </a:solidFill>
          <a:ln w="9525">
            <a:noFill/>
            <a:miter lim="800000"/>
            <a:headEnd/>
            <a:tailEnd/>
          </a:ln>
        </p:spPr>
        <p:txBody>
          <a:bodyPr lIns="0" tIns="0" rIns="0" bIns="0"/>
          <a:lstStyle/>
          <a:p>
            <a:pPr algn="ctr" defTabSz="914400"/>
            <a:r>
              <a:rPr lang="zh-CN" altLang="en-US" sz="2800" b="1" dirty="0">
                <a:solidFill>
                  <a:srgbClr val="FF0000"/>
                </a:solidFill>
                <a:latin typeface="Times New Roman" pitchFamily="18" charset="0"/>
                <a:ea typeface="微软雅黑" pitchFamily="34" charset="-122"/>
                <a:cs typeface="Times New Roman" pitchFamily="18" charset="0"/>
              </a:rPr>
              <a:t>半导体能带结构</a:t>
            </a:r>
          </a:p>
        </p:txBody>
      </p:sp>
      <p:sp>
        <p:nvSpPr>
          <p:cNvPr id="81" name="AutoShape 69">
            <a:extLst>
              <a:ext uri="{FF2B5EF4-FFF2-40B4-BE49-F238E27FC236}">
                <a16:creationId xmlns:a16="http://schemas.microsoft.com/office/drawing/2014/main" xmlns="" id="{98379396-0866-4507-9878-B987F4C82A5B}"/>
              </a:ext>
            </a:extLst>
          </p:cNvPr>
          <p:cNvSpPr>
            <a:spLocks noChangeAspect="1" noChangeArrowheads="1"/>
          </p:cNvSpPr>
          <p:nvPr/>
        </p:nvSpPr>
        <p:spPr bwMode="auto">
          <a:xfrm>
            <a:off x="3316028" y="2620310"/>
            <a:ext cx="3684588" cy="3130550"/>
          </a:xfrm>
          <a:prstGeom prst="rect">
            <a:avLst/>
          </a:prstGeom>
          <a:noFill/>
          <a:ln w="9525">
            <a:noFill/>
            <a:miter lim="800000"/>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82" name="Group 70">
            <a:extLst>
              <a:ext uri="{FF2B5EF4-FFF2-40B4-BE49-F238E27FC236}">
                <a16:creationId xmlns:a16="http://schemas.microsoft.com/office/drawing/2014/main" xmlns="" id="{BC20EC13-BD0A-4740-9C8B-E1940B24C0F5}"/>
              </a:ext>
            </a:extLst>
          </p:cNvPr>
          <p:cNvGrpSpPr>
            <a:grpSpLocks/>
          </p:cNvGrpSpPr>
          <p:nvPr/>
        </p:nvGrpSpPr>
        <p:grpSpPr bwMode="auto">
          <a:xfrm>
            <a:off x="3705808" y="4855510"/>
            <a:ext cx="2030413" cy="349250"/>
            <a:chOff x="4318" y="9273"/>
            <a:chExt cx="2163" cy="372"/>
          </a:xfrm>
        </p:grpSpPr>
        <p:grpSp>
          <p:nvGrpSpPr>
            <p:cNvPr id="83" name="Group 71">
              <a:extLst>
                <a:ext uri="{FF2B5EF4-FFF2-40B4-BE49-F238E27FC236}">
                  <a16:creationId xmlns:a16="http://schemas.microsoft.com/office/drawing/2014/main" xmlns="" id="{B525655F-1B0B-4557-BB09-7EAD8FC2B7C5}"/>
                </a:ext>
              </a:extLst>
            </p:cNvPr>
            <p:cNvGrpSpPr>
              <a:grpSpLocks/>
            </p:cNvGrpSpPr>
            <p:nvPr/>
          </p:nvGrpSpPr>
          <p:grpSpPr bwMode="auto">
            <a:xfrm>
              <a:off x="4319" y="9273"/>
              <a:ext cx="2162" cy="180"/>
              <a:chOff x="4319" y="9273"/>
              <a:chExt cx="2162" cy="180"/>
            </a:xfrm>
          </p:grpSpPr>
          <p:sp>
            <p:nvSpPr>
              <p:cNvPr id="91" name="Line 72">
                <a:extLst>
                  <a:ext uri="{FF2B5EF4-FFF2-40B4-BE49-F238E27FC236}">
                    <a16:creationId xmlns:a16="http://schemas.microsoft.com/office/drawing/2014/main" xmlns="" id="{9CCE05FE-6F43-45DC-86B5-CB201A72B2D9}"/>
                  </a:ext>
                </a:extLst>
              </p:cNvPr>
              <p:cNvSpPr>
                <a:spLocks noChangeShapeType="1"/>
              </p:cNvSpPr>
              <p:nvPr/>
            </p:nvSpPr>
            <p:spPr bwMode="auto">
              <a:xfrm>
                <a:off x="4320" y="9318"/>
                <a:ext cx="2161" cy="0"/>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92" name="Oval 73">
                <a:extLst>
                  <a:ext uri="{FF2B5EF4-FFF2-40B4-BE49-F238E27FC236}">
                    <a16:creationId xmlns:a16="http://schemas.microsoft.com/office/drawing/2014/main" xmlns="" id="{EA2A889B-5994-4691-A4C4-A3C025300DE1}"/>
                  </a:ext>
                </a:extLst>
              </p:cNvPr>
              <p:cNvSpPr>
                <a:spLocks noChangeAspect="1" noChangeArrowheads="1"/>
              </p:cNvSpPr>
              <p:nvPr/>
            </p:nvSpPr>
            <p:spPr bwMode="auto">
              <a:xfrm>
                <a:off x="4692"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93" name="Oval 74">
                <a:extLst>
                  <a:ext uri="{FF2B5EF4-FFF2-40B4-BE49-F238E27FC236}">
                    <a16:creationId xmlns:a16="http://schemas.microsoft.com/office/drawing/2014/main" xmlns="" id="{B01307A8-A167-4E64-94C3-05C9C412845E}"/>
                  </a:ext>
                </a:extLst>
              </p:cNvPr>
              <p:cNvSpPr>
                <a:spLocks noChangeAspect="1" noChangeArrowheads="1"/>
              </p:cNvSpPr>
              <p:nvPr/>
            </p:nvSpPr>
            <p:spPr bwMode="auto">
              <a:xfrm>
                <a:off x="5464"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94" name="Line 75">
                <a:extLst>
                  <a:ext uri="{FF2B5EF4-FFF2-40B4-BE49-F238E27FC236}">
                    <a16:creationId xmlns:a16="http://schemas.microsoft.com/office/drawing/2014/main" xmlns="" id="{50719BD5-D4BC-4207-B1F3-2511711E1106}"/>
                  </a:ext>
                </a:extLst>
              </p:cNvPr>
              <p:cNvSpPr>
                <a:spLocks noChangeShapeType="1"/>
              </p:cNvSpPr>
              <p:nvPr/>
            </p:nvSpPr>
            <p:spPr bwMode="auto">
              <a:xfrm>
                <a:off x="4319" y="9411"/>
                <a:ext cx="2161" cy="1"/>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95" name="Oval 76">
                <a:extLst>
                  <a:ext uri="{FF2B5EF4-FFF2-40B4-BE49-F238E27FC236}">
                    <a16:creationId xmlns:a16="http://schemas.microsoft.com/office/drawing/2014/main" xmlns="" id="{35E52857-C248-415E-AE4A-9797E0315089}"/>
                  </a:ext>
                </a:extLst>
              </p:cNvPr>
              <p:cNvSpPr>
                <a:spLocks noChangeAspect="1" noChangeArrowheads="1"/>
              </p:cNvSpPr>
              <p:nvPr/>
            </p:nvSpPr>
            <p:spPr bwMode="auto">
              <a:xfrm>
                <a:off x="505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96" name="Oval 77">
                <a:extLst>
                  <a:ext uri="{FF2B5EF4-FFF2-40B4-BE49-F238E27FC236}">
                    <a16:creationId xmlns:a16="http://schemas.microsoft.com/office/drawing/2014/main" xmlns="" id="{1E916D7C-C02A-40F4-B76F-9E133A07FC14}"/>
                  </a:ext>
                </a:extLst>
              </p:cNvPr>
              <p:cNvSpPr>
                <a:spLocks noChangeAspect="1" noChangeArrowheads="1"/>
              </p:cNvSpPr>
              <p:nvPr/>
            </p:nvSpPr>
            <p:spPr bwMode="auto">
              <a:xfrm>
                <a:off x="602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84" name="Group 78">
              <a:extLst>
                <a:ext uri="{FF2B5EF4-FFF2-40B4-BE49-F238E27FC236}">
                  <a16:creationId xmlns:a16="http://schemas.microsoft.com/office/drawing/2014/main" xmlns="" id="{44F22E69-264B-439D-90B9-FA0D8D71520E}"/>
                </a:ext>
              </a:extLst>
            </p:cNvPr>
            <p:cNvGrpSpPr>
              <a:grpSpLocks/>
            </p:cNvGrpSpPr>
            <p:nvPr/>
          </p:nvGrpSpPr>
          <p:grpSpPr bwMode="auto">
            <a:xfrm>
              <a:off x="4318" y="9465"/>
              <a:ext cx="2162" cy="180"/>
              <a:chOff x="4319" y="9273"/>
              <a:chExt cx="2162" cy="180"/>
            </a:xfrm>
          </p:grpSpPr>
          <p:sp>
            <p:nvSpPr>
              <p:cNvPr id="85" name="Line 79">
                <a:extLst>
                  <a:ext uri="{FF2B5EF4-FFF2-40B4-BE49-F238E27FC236}">
                    <a16:creationId xmlns:a16="http://schemas.microsoft.com/office/drawing/2014/main" xmlns="" id="{9A600BF5-2DC9-4476-8831-78E18D1BDAE1}"/>
                  </a:ext>
                </a:extLst>
              </p:cNvPr>
              <p:cNvSpPr>
                <a:spLocks noChangeShapeType="1"/>
              </p:cNvSpPr>
              <p:nvPr/>
            </p:nvSpPr>
            <p:spPr bwMode="auto">
              <a:xfrm>
                <a:off x="4320" y="9318"/>
                <a:ext cx="2161" cy="0"/>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86" name="Oval 80">
                <a:extLst>
                  <a:ext uri="{FF2B5EF4-FFF2-40B4-BE49-F238E27FC236}">
                    <a16:creationId xmlns:a16="http://schemas.microsoft.com/office/drawing/2014/main" xmlns="" id="{121398D8-51B2-408F-B1F8-4B1888C250C4}"/>
                  </a:ext>
                </a:extLst>
              </p:cNvPr>
              <p:cNvSpPr>
                <a:spLocks noChangeAspect="1" noChangeArrowheads="1"/>
              </p:cNvSpPr>
              <p:nvPr/>
            </p:nvSpPr>
            <p:spPr bwMode="auto">
              <a:xfrm>
                <a:off x="4692"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87" name="Oval 81">
                <a:extLst>
                  <a:ext uri="{FF2B5EF4-FFF2-40B4-BE49-F238E27FC236}">
                    <a16:creationId xmlns:a16="http://schemas.microsoft.com/office/drawing/2014/main" xmlns="" id="{4F59CFFD-CD4B-42C3-B6AC-69110AC62F19}"/>
                  </a:ext>
                </a:extLst>
              </p:cNvPr>
              <p:cNvSpPr>
                <a:spLocks noChangeAspect="1" noChangeArrowheads="1"/>
              </p:cNvSpPr>
              <p:nvPr/>
            </p:nvSpPr>
            <p:spPr bwMode="auto">
              <a:xfrm>
                <a:off x="5464"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88" name="Line 82">
                <a:extLst>
                  <a:ext uri="{FF2B5EF4-FFF2-40B4-BE49-F238E27FC236}">
                    <a16:creationId xmlns:a16="http://schemas.microsoft.com/office/drawing/2014/main" xmlns="" id="{E57DFF3A-4C96-4ACA-BD51-E9C802E230CD}"/>
                  </a:ext>
                </a:extLst>
              </p:cNvPr>
              <p:cNvSpPr>
                <a:spLocks noChangeShapeType="1"/>
              </p:cNvSpPr>
              <p:nvPr/>
            </p:nvSpPr>
            <p:spPr bwMode="auto">
              <a:xfrm>
                <a:off x="4319" y="9411"/>
                <a:ext cx="2161" cy="1"/>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89" name="Oval 83">
                <a:extLst>
                  <a:ext uri="{FF2B5EF4-FFF2-40B4-BE49-F238E27FC236}">
                    <a16:creationId xmlns:a16="http://schemas.microsoft.com/office/drawing/2014/main" xmlns="" id="{37483988-3689-4F4D-A817-2506A3D1BC58}"/>
                  </a:ext>
                </a:extLst>
              </p:cNvPr>
              <p:cNvSpPr>
                <a:spLocks noChangeAspect="1" noChangeArrowheads="1"/>
              </p:cNvSpPr>
              <p:nvPr/>
            </p:nvSpPr>
            <p:spPr bwMode="auto">
              <a:xfrm>
                <a:off x="505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90" name="Oval 84">
                <a:extLst>
                  <a:ext uri="{FF2B5EF4-FFF2-40B4-BE49-F238E27FC236}">
                    <a16:creationId xmlns:a16="http://schemas.microsoft.com/office/drawing/2014/main" xmlns="" id="{82CA82EE-B226-46FC-980F-6CCD8A258969}"/>
                  </a:ext>
                </a:extLst>
              </p:cNvPr>
              <p:cNvSpPr>
                <a:spLocks noChangeAspect="1" noChangeArrowheads="1"/>
              </p:cNvSpPr>
              <p:nvPr/>
            </p:nvSpPr>
            <p:spPr bwMode="auto">
              <a:xfrm>
                <a:off x="602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grpSp>
        <p:nvGrpSpPr>
          <p:cNvPr id="97" name="Group 85">
            <a:extLst>
              <a:ext uri="{FF2B5EF4-FFF2-40B4-BE49-F238E27FC236}">
                <a16:creationId xmlns:a16="http://schemas.microsoft.com/office/drawing/2014/main" xmlns="" id="{41EEC09F-683A-42A7-9B2F-74E18F920B77}"/>
              </a:ext>
            </a:extLst>
          </p:cNvPr>
          <p:cNvGrpSpPr>
            <a:grpSpLocks/>
          </p:cNvGrpSpPr>
          <p:nvPr/>
        </p:nvGrpSpPr>
        <p:grpSpPr bwMode="auto">
          <a:xfrm>
            <a:off x="3708983" y="4680885"/>
            <a:ext cx="2030413" cy="168275"/>
            <a:chOff x="4319" y="9273"/>
            <a:chExt cx="2162" cy="180"/>
          </a:xfrm>
        </p:grpSpPr>
        <p:sp>
          <p:nvSpPr>
            <p:cNvPr id="98" name="Line 86">
              <a:extLst>
                <a:ext uri="{FF2B5EF4-FFF2-40B4-BE49-F238E27FC236}">
                  <a16:creationId xmlns:a16="http://schemas.microsoft.com/office/drawing/2014/main" xmlns="" id="{688F561B-30C9-4FA4-A7D0-7E3C3E13B1BA}"/>
                </a:ext>
              </a:extLst>
            </p:cNvPr>
            <p:cNvSpPr>
              <a:spLocks noChangeShapeType="1"/>
            </p:cNvSpPr>
            <p:nvPr/>
          </p:nvSpPr>
          <p:spPr bwMode="auto">
            <a:xfrm>
              <a:off x="4320" y="9318"/>
              <a:ext cx="2161" cy="0"/>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99" name="Oval 87">
              <a:extLst>
                <a:ext uri="{FF2B5EF4-FFF2-40B4-BE49-F238E27FC236}">
                  <a16:creationId xmlns:a16="http://schemas.microsoft.com/office/drawing/2014/main" xmlns="" id="{834022D6-4EC6-48F0-8E50-D64A81E20CBD}"/>
                </a:ext>
              </a:extLst>
            </p:cNvPr>
            <p:cNvSpPr>
              <a:spLocks noChangeAspect="1" noChangeArrowheads="1"/>
            </p:cNvSpPr>
            <p:nvPr/>
          </p:nvSpPr>
          <p:spPr bwMode="auto">
            <a:xfrm>
              <a:off x="4692"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00" name="Oval 88">
              <a:extLst>
                <a:ext uri="{FF2B5EF4-FFF2-40B4-BE49-F238E27FC236}">
                  <a16:creationId xmlns:a16="http://schemas.microsoft.com/office/drawing/2014/main" xmlns="" id="{FCC90449-3FBB-485F-BEDF-4E5BFB17175C}"/>
                </a:ext>
              </a:extLst>
            </p:cNvPr>
            <p:cNvSpPr>
              <a:spLocks noChangeAspect="1" noChangeArrowheads="1"/>
            </p:cNvSpPr>
            <p:nvPr/>
          </p:nvSpPr>
          <p:spPr bwMode="auto">
            <a:xfrm>
              <a:off x="5464"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01" name="Line 89">
              <a:extLst>
                <a:ext uri="{FF2B5EF4-FFF2-40B4-BE49-F238E27FC236}">
                  <a16:creationId xmlns:a16="http://schemas.microsoft.com/office/drawing/2014/main" xmlns="" id="{0D20CF37-61E8-497C-BF3E-8113112DAA9A}"/>
                </a:ext>
              </a:extLst>
            </p:cNvPr>
            <p:cNvSpPr>
              <a:spLocks noChangeShapeType="1"/>
            </p:cNvSpPr>
            <p:nvPr/>
          </p:nvSpPr>
          <p:spPr bwMode="auto">
            <a:xfrm>
              <a:off x="4319" y="9411"/>
              <a:ext cx="2161" cy="1"/>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02" name="Oval 90">
              <a:extLst>
                <a:ext uri="{FF2B5EF4-FFF2-40B4-BE49-F238E27FC236}">
                  <a16:creationId xmlns:a16="http://schemas.microsoft.com/office/drawing/2014/main" xmlns="" id="{0FA42569-3939-41ED-B1CD-E32918161BB2}"/>
                </a:ext>
              </a:extLst>
            </p:cNvPr>
            <p:cNvSpPr>
              <a:spLocks noChangeAspect="1" noChangeArrowheads="1"/>
            </p:cNvSpPr>
            <p:nvPr/>
          </p:nvSpPr>
          <p:spPr bwMode="auto">
            <a:xfrm>
              <a:off x="505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03" name="Oval 91">
              <a:extLst>
                <a:ext uri="{FF2B5EF4-FFF2-40B4-BE49-F238E27FC236}">
                  <a16:creationId xmlns:a16="http://schemas.microsoft.com/office/drawing/2014/main" xmlns="" id="{897FDC99-F106-437B-857B-CB80EEC161F7}"/>
                </a:ext>
              </a:extLst>
            </p:cNvPr>
            <p:cNvSpPr>
              <a:spLocks noChangeAspect="1" noChangeArrowheads="1"/>
            </p:cNvSpPr>
            <p:nvPr/>
          </p:nvSpPr>
          <p:spPr bwMode="auto">
            <a:xfrm>
              <a:off x="602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104" name="Group 92">
            <a:extLst>
              <a:ext uri="{FF2B5EF4-FFF2-40B4-BE49-F238E27FC236}">
                <a16:creationId xmlns:a16="http://schemas.microsoft.com/office/drawing/2014/main" xmlns="" id="{0D8BC394-C8C3-4D45-9B75-7267A39D97DA}"/>
              </a:ext>
            </a:extLst>
          </p:cNvPr>
          <p:cNvGrpSpPr>
            <a:grpSpLocks/>
          </p:cNvGrpSpPr>
          <p:nvPr/>
        </p:nvGrpSpPr>
        <p:grpSpPr bwMode="auto">
          <a:xfrm>
            <a:off x="3708983" y="4507847"/>
            <a:ext cx="2030413" cy="169863"/>
            <a:chOff x="4319" y="9273"/>
            <a:chExt cx="2162" cy="180"/>
          </a:xfrm>
        </p:grpSpPr>
        <p:sp>
          <p:nvSpPr>
            <p:cNvPr id="105" name="Line 93">
              <a:extLst>
                <a:ext uri="{FF2B5EF4-FFF2-40B4-BE49-F238E27FC236}">
                  <a16:creationId xmlns:a16="http://schemas.microsoft.com/office/drawing/2014/main" xmlns="" id="{3E44166E-9D12-4A68-B929-A299429433FD}"/>
                </a:ext>
              </a:extLst>
            </p:cNvPr>
            <p:cNvSpPr>
              <a:spLocks noChangeShapeType="1"/>
            </p:cNvSpPr>
            <p:nvPr/>
          </p:nvSpPr>
          <p:spPr bwMode="auto">
            <a:xfrm>
              <a:off x="4320" y="9318"/>
              <a:ext cx="2161" cy="0"/>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06" name="Oval 94">
              <a:extLst>
                <a:ext uri="{FF2B5EF4-FFF2-40B4-BE49-F238E27FC236}">
                  <a16:creationId xmlns:a16="http://schemas.microsoft.com/office/drawing/2014/main" xmlns="" id="{4911A3EC-CB98-474A-9A0F-D41E4A58D7C8}"/>
                </a:ext>
              </a:extLst>
            </p:cNvPr>
            <p:cNvSpPr>
              <a:spLocks noChangeAspect="1" noChangeArrowheads="1"/>
            </p:cNvSpPr>
            <p:nvPr/>
          </p:nvSpPr>
          <p:spPr bwMode="auto">
            <a:xfrm>
              <a:off x="4692"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07" name="Oval 95">
              <a:extLst>
                <a:ext uri="{FF2B5EF4-FFF2-40B4-BE49-F238E27FC236}">
                  <a16:creationId xmlns:a16="http://schemas.microsoft.com/office/drawing/2014/main" xmlns="" id="{47FB2C20-C20B-4CAC-8BAA-A60F7A5E38BA}"/>
                </a:ext>
              </a:extLst>
            </p:cNvPr>
            <p:cNvSpPr>
              <a:spLocks noChangeAspect="1" noChangeArrowheads="1"/>
            </p:cNvSpPr>
            <p:nvPr/>
          </p:nvSpPr>
          <p:spPr bwMode="auto">
            <a:xfrm>
              <a:off x="5464"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08" name="Line 96">
              <a:extLst>
                <a:ext uri="{FF2B5EF4-FFF2-40B4-BE49-F238E27FC236}">
                  <a16:creationId xmlns:a16="http://schemas.microsoft.com/office/drawing/2014/main" xmlns="" id="{883A0E8A-42B1-43A1-9D8F-F4194D12D652}"/>
                </a:ext>
              </a:extLst>
            </p:cNvPr>
            <p:cNvSpPr>
              <a:spLocks noChangeShapeType="1"/>
            </p:cNvSpPr>
            <p:nvPr/>
          </p:nvSpPr>
          <p:spPr bwMode="auto">
            <a:xfrm>
              <a:off x="4319" y="9411"/>
              <a:ext cx="2161" cy="1"/>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09" name="Oval 97">
              <a:extLst>
                <a:ext uri="{FF2B5EF4-FFF2-40B4-BE49-F238E27FC236}">
                  <a16:creationId xmlns:a16="http://schemas.microsoft.com/office/drawing/2014/main" xmlns="" id="{EFAC2F8D-6467-4E7F-AB51-049E91481443}"/>
                </a:ext>
              </a:extLst>
            </p:cNvPr>
            <p:cNvSpPr>
              <a:spLocks noChangeAspect="1" noChangeArrowheads="1"/>
            </p:cNvSpPr>
            <p:nvPr/>
          </p:nvSpPr>
          <p:spPr bwMode="auto">
            <a:xfrm>
              <a:off x="505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10" name="Oval 98">
              <a:extLst>
                <a:ext uri="{FF2B5EF4-FFF2-40B4-BE49-F238E27FC236}">
                  <a16:creationId xmlns:a16="http://schemas.microsoft.com/office/drawing/2014/main" xmlns="" id="{D06C5A07-3B99-42AD-AF1B-BE2267F27DE5}"/>
                </a:ext>
              </a:extLst>
            </p:cNvPr>
            <p:cNvSpPr>
              <a:spLocks noChangeAspect="1" noChangeArrowheads="1"/>
            </p:cNvSpPr>
            <p:nvPr/>
          </p:nvSpPr>
          <p:spPr bwMode="auto">
            <a:xfrm>
              <a:off x="602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111" name="Group 99">
            <a:extLst>
              <a:ext uri="{FF2B5EF4-FFF2-40B4-BE49-F238E27FC236}">
                <a16:creationId xmlns:a16="http://schemas.microsoft.com/office/drawing/2014/main" xmlns="" id="{3D1AA7F8-7111-4EC3-9D9D-05F0688391F8}"/>
              </a:ext>
            </a:extLst>
          </p:cNvPr>
          <p:cNvGrpSpPr>
            <a:grpSpLocks/>
          </p:cNvGrpSpPr>
          <p:nvPr/>
        </p:nvGrpSpPr>
        <p:grpSpPr bwMode="auto">
          <a:xfrm>
            <a:off x="3710571" y="4336397"/>
            <a:ext cx="2030412" cy="169863"/>
            <a:chOff x="4319" y="9273"/>
            <a:chExt cx="2162" cy="180"/>
          </a:xfrm>
        </p:grpSpPr>
        <p:sp>
          <p:nvSpPr>
            <p:cNvPr id="112" name="Line 100">
              <a:extLst>
                <a:ext uri="{FF2B5EF4-FFF2-40B4-BE49-F238E27FC236}">
                  <a16:creationId xmlns:a16="http://schemas.microsoft.com/office/drawing/2014/main" xmlns="" id="{5841E67D-4240-42C4-9724-3FDFC83D0404}"/>
                </a:ext>
              </a:extLst>
            </p:cNvPr>
            <p:cNvSpPr>
              <a:spLocks noChangeShapeType="1"/>
            </p:cNvSpPr>
            <p:nvPr/>
          </p:nvSpPr>
          <p:spPr bwMode="auto">
            <a:xfrm>
              <a:off x="4320" y="9318"/>
              <a:ext cx="2161" cy="0"/>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13" name="Oval 101">
              <a:extLst>
                <a:ext uri="{FF2B5EF4-FFF2-40B4-BE49-F238E27FC236}">
                  <a16:creationId xmlns:a16="http://schemas.microsoft.com/office/drawing/2014/main" xmlns="" id="{65389DA3-49E9-4D3E-83C0-09716EC9F630}"/>
                </a:ext>
              </a:extLst>
            </p:cNvPr>
            <p:cNvSpPr>
              <a:spLocks noChangeAspect="1" noChangeArrowheads="1"/>
            </p:cNvSpPr>
            <p:nvPr/>
          </p:nvSpPr>
          <p:spPr bwMode="auto">
            <a:xfrm>
              <a:off x="4692"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14" name="Oval 102">
              <a:extLst>
                <a:ext uri="{FF2B5EF4-FFF2-40B4-BE49-F238E27FC236}">
                  <a16:creationId xmlns:a16="http://schemas.microsoft.com/office/drawing/2014/main" xmlns="" id="{6952358A-1B18-40AD-BD44-F66E0FF03BA7}"/>
                </a:ext>
              </a:extLst>
            </p:cNvPr>
            <p:cNvSpPr>
              <a:spLocks noChangeAspect="1" noChangeArrowheads="1"/>
            </p:cNvSpPr>
            <p:nvPr/>
          </p:nvSpPr>
          <p:spPr bwMode="auto">
            <a:xfrm>
              <a:off x="5464" y="9273"/>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15" name="Line 103">
              <a:extLst>
                <a:ext uri="{FF2B5EF4-FFF2-40B4-BE49-F238E27FC236}">
                  <a16:creationId xmlns:a16="http://schemas.microsoft.com/office/drawing/2014/main" xmlns="" id="{71C02121-7BFD-4869-A4F5-73AC619504C4}"/>
                </a:ext>
              </a:extLst>
            </p:cNvPr>
            <p:cNvSpPr>
              <a:spLocks noChangeShapeType="1"/>
            </p:cNvSpPr>
            <p:nvPr/>
          </p:nvSpPr>
          <p:spPr bwMode="auto">
            <a:xfrm>
              <a:off x="4319" y="9411"/>
              <a:ext cx="2161" cy="1"/>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16" name="Oval 104">
              <a:extLst>
                <a:ext uri="{FF2B5EF4-FFF2-40B4-BE49-F238E27FC236}">
                  <a16:creationId xmlns:a16="http://schemas.microsoft.com/office/drawing/2014/main" xmlns="" id="{0D7C2C7E-51F3-448A-BF54-57A117320231}"/>
                </a:ext>
              </a:extLst>
            </p:cNvPr>
            <p:cNvSpPr>
              <a:spLocks noChangeAspect="1" noChangeArrowheads="1"/>
            </p:cNvSpPr>
            <p:nvPr/>
          </p:nvSpPr>
          <p:spPr bwMode="auto">
            <a:xfrm>
              <a:off x="505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17" name="Oval 105">
              <a:extLst>
                <a:ext uri="{FF2B5EF4-FFF2-40B4-BE49-F238E27FC236}">
                  <a16:creationId xmlns:a16="http://schemas.microsoft.com/office/drawing/2014/main" xmlns="" id="{D8230F08-881B-417A-B880-7D474BE9D1B8}"/>
                </a:ext>
              </a:extLst>
            </p:cNvPr>
            <p:cNvSpPr>
              <a:spLocks noChangeAspect="1" noChangeArrowheads="1"/>
            </p:cNvSpPr>
            <p:nvPr/>
          </p:nvSpPr>
          <p:spPr bwMode="auto">
            <a:xfrm>
              <a:off x="6027" y="9366"/>
              <a:ext cx="79" cy="87"/>
            </a:xfrm>
            <a:prstGeom prst="ellipse">
              <a:avLst/>
            </a:prstGeom>
            <a:solidFill>
              <a:srgbClr val="000000"/>
            </a:solidFill>
            <a:ln w="95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118" name="Group 106">
            <a:extLst>
              <a:ext uri="{FF2B5EF4-FFF2-40B4-BE49-F238E27FC236}">
                <a16:creationId xmlns:a16="http://schemas.microsoft.com/office/drawing/2014/main" xmlns="" id="{17951771-AC2A-434C-9586-B32D8EFBAEDA}"/>
              </a:ext>
            </a:extLst>
          </p:cNvPr>
          <p:cNvGrpSpPr>
            <a:grpSpLocks/>
          </p:cNvGrpSpPr>
          <p:nvPr/>
        </p:nvGrpSpPr>
        <p:grpSpPr bwMode="auto">
          <a:xfrm>
            <a:off x="3707396" y="3217210"/>
            <a:ext cx="2030412" cy="88900"/>
            <a:chOff x="4328" y="7872"/>
            <a:chExt cx="2162" cy="94"/>
          </a:xfrm>
        </p:grpSpPr>
        <p:sp>
          <p:nvSpPr>
            <p:cNvPr id="119" name="Line 107">
              <a:extLst>
                <a:ext uri="{FF2B5EF4-FFF2-40B4-BE49-F238E27FC236}">
                  <a16:creationId xmlns:a16="http://schemas.microsoft.com/office/drawing/2014/main" xmlns="" id="{A611333E-AAA6-496C-9B07-757273138261}"/>
                </a:ext>
              </a:extLst>
            </p:cNvPr>
            <p:cNvSpPr>
              <a:spLocks noChangeShapeType="1"/>
            </p:cNvSpPr>
            <p:nvPr/>
          </p:nvSpPr>
          <p:spPr bwMode="auto">
            <a:xfrm>
              <a:off x="4329" y="7872"/>
              <a:ext cx="2161" cy="0"/>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20" name="Line 108">
              <a:extLst>
                <a:ext uri="{FF2B5EF4-FFF2-40B4-BE49-F238E27FC236}">
                  <a16:creationId xmlns:a16="http://schemas.microsoft.com/office/drawing/2014/main" xmlns="" id="{9CE2528F-643A-4079-A390-09FB6642EA44}"/>
                </a:ext>
              </a:extLst>
            </p:cNvPr>
            <p:cNvSpPr>
              <a:spLocks noChangeShapeType="1"/>
            </p:cNvSpPr>
            <p:nvPr/>
          </p:nvSpPr>
          <p:spPr bwMode="auto">
            <a:xfrm>
              <a:off x="4328" y="7965"/>
              <a:ext cx="2161" cy="1"/>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121" name="Group 109">
            <a:extLst>
              <a:ext uri="{FF2B5EF4-FFF2-40B4-BE49-F238E27FC236}">
                <a16:creationId xmlns:a16="http://schemas.microsoft.com/office/drawing/2014/main" xmlns="" id="{071F55A9-B56F-4C95-8DBA-0123FAA116DD}"/>
              </a:ext>
            </a:extLst>
          </p:cNvPr>
          <p:cNvGrpSpPr>
            <a:grpSpLocks/>
          </p:cNvGrpSpPr>
          <p:nvPr/>
        </p:nvGrpSpPr>
        <p:grpSpPr bwMode="auto">
          <a:xfrm>
            <a:off x="3710571" y="2867960"/>
            <a:ext cx="2030412" cy="87312"/>
            <a:chOff x="4328" y="7872"/>
            <a:chExt cx="2162" cy="94"/>
          </a:xfrm>
        </p:grpSpPr>
        <p:sp>
          <p:nvSpPr>
            <p:cNvPr id="122" name="Line 110">
              <a:extLst>
                <a:ext uri="{FF2B5EF4-FFF2-40B4-BE49-F238E27FC236}">
                  <a16:creationId xmlns:a16="http://schemas.microsoft.com/office/drawing/2014/main" xmlns="" id="{AD80E800-6899-452E-8C29-D665D2B2E731}"/>
                </a:ext>
              </a:extLst>
            </p:cNvPr>
            <p:cNvSpPr>
              <a:spLocks noChangeShapeType="1"/>
            </p:cNvSpPr>
            <p:nvPr/>
          </p:nvSpPr>
          <p:spPr bwMode="auto">
            <a:xfrm>
              <a:off x="4329" y="7872"/>
              <a:ext cx="2161" cy="0"/>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23" name="Line 111">
              <a:extLst>
                <a:ext uri="{FF2B5EF4-FFF2-40B4-BE49-F238E27FC236}">
                  <a16:creationId xmlns:a16="http://schemas.microsoft.com/office/drawing/2014/main" xmlns="" id="{3D9FC3BE-9555-40EB-8184-0D986DF6C8C7}"/>
                </a:ext>
              </a:extLst>
            </p:cNvPr>
            <p:cNvSpPr>
              <a:spLocks noChangeShapeType="1"/>
            </p:cNvSpPr>
            <p:nvPr/>
          </p:nvSpPr>
          <p:spPr bwMode="auto">
            <a:xfrm>
              <a:off x="4328" y="7965"/>
              <a:ext cx="2161" cy="1"/>
            </a:xfrm>
            <a:prstGeom prst="line">
              <a:avLst/>
            </a:prstGeom>
            <a:noFill/>
            <a:ln w="1587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124" name="Group 112">
            <a:extLst>
              <a:ext uri="{FF2B5EF4-FFF2-40B4-BE49-F238E27FC236}">
                <a16:creationId xmlns:a16="http://schemas.microsoft.com/office/drawing/2014/main" xmlns="" id="{DC827A7F-D12E-4054-8BD7-02F871453B75}"/>
              </a:ext>
            </a:extLst>
          </p:cNvPr>
          <p:cNvGrpSpPr>
            <a:grpSpLocks/>
          </p:cNvGrpSpPr>
          <p:nvPr/>
        </p:nvGrpSpPr>
        <p:grpSpPr bwMode="auto">
          <a:xfrm>
            <a:off x="3708983" y="3045760"/>
            <a:ext cx="2030413" cy="87312"/>
            <a:chOff x="4328" y="7872"/>
            <a:chExt cx="2162" cy="94"/>
          </a:xfrm>
        </p:grpSpPr>
        <p:sp>
          <p:nvSpPr>
            <p:cNvPr id="125" name="Line 113">
              <a:extLst>
                <a:ext uri="{FF2B5EF4-FFF2-40B4-BE49-F238E27FC236}">
                  <a16:creationId xmlns:a16="http://schemas.microsoft.com/office/drawing/2014/main" xmlns="" id="{4ABC9FF1-B9E0-46B2-8952-29A97CCB86CC}"/>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26" name="Line 114">
              <a:extLst>
                <a:ext uri="{FF2B5EF4-FFF2-40B4-BE49-F238E27FC236}">
                  <a16:creationId xmlns:a16="http://schemas.microsoft.com/office/drawing/2014/main" xmlns="" id="{3590919D-4A7D-433E-9D5D-BA8A2F1026F7}"/>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127" name="Group 115">
            <a:extLst>
              <a:ext uri="{FF2B5EF4-FFF2-40B4-BE49-F238E27FC236}">
                <a16:creationId xmlns:a16="http://schemas.microsoft.com/office/drawing/2014/main" xmlns="" id="{319A74C7-A268-4F23-87F5-A1DA02DA2A3A}"/>
              </a:ext>
            </a:extLst>
          </p:cNvPr>
          <p:cNvGrpSpPr>
            <a:grpSpLocks/>
          </p:cNvGrpSpPr>
          <p:nvPr/>
        </p:nvGrpSpPr>
        <p:grpSpPr bwMode="auto">
          <a:xfrm>
            <a:off x="3707396" y="3385485"/>
            <a:ext cx="2030412" cy="88900"/>
            <a:chOff x="4328" y="7872"/>
            <a:chExt cx="2162" cy="94"/>
          </a:xfrm>
        </p:grpSpPr>
        <p:sp>
          <p:nvSpPr>
            <p:cNvPr id="128" name="Line 116">
              <a:extLst>
                <a:ext uri="{FF2B5EF4-FFF2-40B4-BE49-F238E27FC236}">
                  <a16:creationId xmlns:a16="http://schemas.microsoft.com/office/drawing/2014/main" xmlns="" id="{8E854647-04F0-4A51-9CF2-E2AB4651AB2B}"/>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29" name="Line 117">
              <a:extLst>
                <a:ext uri="{FF2B5EF4-FFF2-40B4-BE49-F238E27FC236}">
                  <a16:creationId xmlns:a16="http://schemas.microsoft.com/office/drawing/2014/main" xmlns="" id="{32529F8A-F636-43AE-BDBD-CF91FE883EFA}"/>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130" name="Group 118">
            <a:extLst>
              <a:ext uri="{FF2B5EF4-FFF2-40B4-BE49-F238E27FC236}">
                <a16:creationId xmlns:a16="http://schemas.microsoft.com/office/drawing/2014/main" xmlns="" id="{F7EB059F-86CE-4574-97B6-B81A5EF6B542}"/>
              </a:ext>
            </a:extLst>
          </p:cNvPr>
          <p:cNvGrpSpPr>
            <a:grpSpLocks/>
          </p:cNvGrpSpPr>
          <p:nvPr/>
        </p:nvGrpSpPr>
        <p:grpSpPr bwMode="auto">
          <a:xfrm>
            <a:off x="3710571" y="2706035"/>
            <a:ext cx="2030412" cy="88900"/>
            <a:chOff x="4328" y="7872"/>
            <a:chExt cx="2162" cy="94"/>
          </a:xfrm>
        </p:grpSpPr>
        <p:sp>
          <p:nvSpPr>
            <p:cNvPr id="131" name="Line 119">
              <a:extLst>
                <a:ext uri="{FF2B5EF4-FFF2-40B4-BE49-F238E27FC236}">
                  <a16:creationId xmlns:a16="http://schemas.microsoft.com/office/drawing/2014/main" xmlns="" id="{E83FA9B5-D19A-41FD-9795-DCA1553D76A0}"/>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32" name="Line 120">
              <a:extLst>
                <a:ext uri="{FF2B5EF4-FFF2-40B4-BE49-F238E27FC236}">
                  <a16:creationId xmlns:a16="http://schemas.microsoft.com/office/drawing/2014/main" xmlns="" id="{972634F5-8CA8-454C-8CEC-FE642214E43E}"/>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sp>
        <p:nvSpPr>
          <p:cNvPr id="133" name="Line 121">
            <a:extLst>
              <a:ext uri="{FF2B5EF4-FFF2-40B4-BE49-F238E27FC236}">
                <a16:creationId xmlns:a16="http://schemas.microsoft.com/office/drawing/2014/main" xmlns="" id="{3F28F9B2-29DE-4D59-A25C-7EFFCED3A4DE}"/>
              </a:ext>
            </a:extLst>
          </p:cNvPr>
          <p:cNvSpPr>
            <a:spLocks noChangeShapeType="1"/>
          </p:cNvSpPr>
          <p:nvPr/>
        </p:nvSpPr>
        <p:spPr bwMode="auto">
          <a:xfrm flipV="1">
            <a:off x="3897896" y="3453747"/>
            <a:ext cx="0" cy="908050"/>
          </a:xfrm>
          <a:prstGeom prst="line">
            <a:avLst/>
          </a:prstGeom>
          <a:noFill/>
          <a:ln w="12700">
            <a:solidFill>
              <a:srgbClr val="000000"/>
            </a:solidFill>
            <a:round/>
            <a:headEnd type="stealth" w="sm" len="lg"/>
            <a:tailEnd type="stealth" w="sm" len="lg"/>
          </a:ln>
        </p:spPr>
        <p:txBody>
          <a:bodyPr/>
          <a:lstStyle/>
          <a:p>
            <a:endParaRPr lang="zh-CN" altLang="en-US">
              <a:latin typeface="Times New Roman" pitchFamily="18" charset="0"/>
              <a:ea typeface="微软雅黑" pitchFamily="34" charset="-122"/>
              <a:cs typeface="Times New Roman" pitchFamily="18" charset="0"/>
            </a:endParaRPr>
          </a:p>
        </p:txBody>
      </p:sp>
      <p:sp>
        <p:nvSpPr>
          <p:cNvPr id="134" name="Text Box 122">
            <a:extLst>
              <a:ext uri="{FF2B5EF4-FFF2-40B4-BE49-F238E27FC236}">
                <a16:creationId xmlns:a16="http://schemas.microsoft.com/office/drawing/2014/main" xmlns="" id="{C85B30F6-6A37-4696-811E-A7F9090B23FB}"/>
              </a:ext>
            </a:extLst>
          </p:cNvPr>
          <p:cNvSpPr txBox="1">
            <a:spLocks noChangeArrowheads="1"/>
          </p:cNvSpPr>
          <p:nvPr/>
        </p:nvSpPr>
        <p:spPr bwMode="auto">
          <a:xfrm>
            <a:off x="4236170" y="5256128"/>
            <a:ext cx="1072941" cy="253725"/>
          </a:xfrm>
          <a:prstGeom prst="rect">
            <a:avLst/>
          </a:prstGeom>
          <a:solidFill>
            <a:srgbClr val="FFFFFF"/>
          </a:solidFill>
          <a:ln w="9525">
            <a:noFill/>
            <a:miter lim="800000"/>
            <a:headEnd/>
            <a:tailEnd/>
          </a:ln>
        </p:spPr>
        <p:txBody>
          <a:bodyPr lIns="0" tIns="0" rIns="0" bIns="0"/>
          <a:lstStyle/>
          <a:p>
            <a:pPr algn="ctr" defTabSz="914400"/>
            <a:r>
              <a:rPr lang="zh-CN" altLang="en-US" sz="1600" b="1">
                <a:solidFill>
                  <a:srgbClr val="FF0000"/>
                </a:solidFill>
                <a:latin typeface="Times New Roman" pitchFamily="18" charset="0"/>
                <a:ea typeface="微软雅黑" pitchFamily="34" charset="-122"/>
                <a:cs typeface="Times New Roman" pitchFamily="18" charset="0"/>
              </a:rPr>
              <a:t>价带</a:t>
            </a:r>
            <a:r>
              <a:rPr lang="en-US" altLang="zh-CN" sz="1600" b="1">
                <a:solidFill>
                  <a:srgbClr val="FF0000"/>
                </a:solidFill>
                <a:latin typeface="Times New Roman" pitchFamily="18" charset="0"/>
                <a:ea typeface="微软雅黑" pitchFamily="34" charset="-122"/>
                <a:cs typeface="Times New Roman" pitchFamily="18" charset="0"/>
              </a:rPr>
              <a:t>(</a:t>
            </a:r>
            <a:r>
              <a:rPr lang="zh-CN" altLang="en-US" sz="1600" b="1">
                <a:solidFill>
                  <a:srgbClr val="FF0000"/>
                </a:solidFill>
                <a:latin typeface="Times New Roman" pitchFamily="18" charset="0"/>
                <a:ea typeface="微软雅黑" pitchFamily="34" charset="-122"/>
                <a:cs typeface="Times New Roman" pitchFamily="18" charset="0"/>
              </a:rPr>
              <a:t>满带</a:t>
            </a:r>
            <a:r>
              <a:rPr lang="en-US" altLang="zh-CN" sz="1600" b="1">
                <a:solidFill>
                  <a:srgbClr val="FF0000"/>
                </a:solidFill>
                <a:latin typeface="Times New Roman" pitchFamily="18" charset="0"/>
                <a:ea typeface="微软雅黑" pitchFamily="34" charset="-122"/>
                <a:cs typeface="Times New Roman" pitchFamily="18" charset="0"/>
              </a:rPr>
              <a:t>)</a:t>
            </a:r>
          </a:p>
        </p:txBody>
      </p:sp>
      <p:sp>
        <p:nvSpPr>
          <p:cNvPr id="135" name="Text Box 123">
            <a:extLst>
              <a:ext uri="{FF2B5EF4-FFF2-40B4-BE49-F238E27FC236}">
                <a16:creationId xmlns:a16="http://schemas.microsoft.com/office/drawing/2014/main" xmlns="" id="{F0799C1F-9F21-4D02-8A84-C962FFA51A60}"/>
              </a:ext>
            </a:extLst>
          </p:cNvPr>
          <p:cNvSpPr txBox="1">
            <a:spLocks noChangeArrowheads="1"/>
          </p:cNvSpPr>
          <p:nvPr/>
        </p:nvSpPr>
        <p:spPr bwMode="auto">
          <a:xfrm>
            <a:off x="4305546" y="2355543"/>
            <a:ext cx="1024308" cy="258611"/>
          </a:xfrm>
          <a:prstGeom prst="rect">
            <a:avLst/>
          </a:prstGeom>
          <a:solidFill>
            <a:srgbClr val="FFFFFF"/>
          </a:solidFill>
          <a:ln w="9525">
            <a:noFill/>
            <a:miter lim="800000"/>
            <a:headEnd/>
            <a:tailEnd/>
          </a:ln>
        </p:spPr>
        <p:txBody>
          <a:bodyPr lIns="0" tIns="0" rIns="0" bIns="0"/>
          <a:lstStyle/>
          <a:p>
            <a:pPr algn="just" defTabSz="914400"/>
            <a:r>
              <a:rPr lang="zh-CN" altLang="en-US" sz="1600" b="1" dirty="0">
                <a:solidFill>
                  <a:srgbClr val="FF0000"/>
                </a:solidFill>
                <a:latin typeface="Times New Roman" pitchFamily="18" charset="0"/>
                <a:ea typeface="微软雅黑" pitchFamily="34" charset="-122"/>
                <a:cs typeface="Times New Roman" pitchFamily="18" charset="0"/>
              </a:rPr>
              <a:t>导带</a:t>
            </a:r>
            <a:r>
              <a:rPr lang="en-US" altLang="zh-CN" sz="1600" b="1" dirty="0">
                <a:solidFill>
                  <a:srgbClr val="FF0000"/>
                </a:solidFill>
                <a:latin typeface="Times New Roman" pitchFamily="18" charset="0"/>
                <a:ea typeface="微软雅黑" pitchFamily="34" charset="-122"/>
                <a:cs typeface="Times New Roman" pitchFamily="18" charset="0"/>
              </a:rPr>
              <a:t>(</a:t>
            </a:r>
            <a:r>
              <a:rPr lang="zh-CN" altLang="en-US" sz="1600" b="1" dirty="0">
                <a:solidFill>
                  <a:srgbClr val="FF0000"/>
                </a:solidFill>
                <a:latin typeface="Times New Roman" pitchFamily="18" charset="0"/>
                <a:ea typeface="微软雅黑" pitchFamily="34" charset="-122"/>
                <a:cs typeface="Times New Roman" pitchFamily="18" charset="0"/>
              </a:rPr>
              <a:t>空带</a:t>
            </a:r>
            <a:r>
              <a:rPr lang="en-US" altLang="zh-CN" sz="1600" b="1" dirty="0">
                <a:solidFill>
                  <a:srgbClr val="FF0000"/>
                </a:solidFill>
                <a:latin typeface="Times New Roman" pitchFamily="18" charset="0"/>
                <a:ea typeface="微软雅黑" pitchFamily="34" charset="-122"/>
                <a:cs typeface="Times New Roman" pitchFamily="18" charset="0"/>
              </a:rPr>
              <a:t>)</a:t>
            </a:r>
          </a:p>
        </p:txBody>
      </p:sp>
      <p:sp>
        <p:nvSpPr>
          <p:cNvPr id="136" name="Text Box 124">
            <a:extLst>
              <a:ext uri="{FF2B5EF4-FFF2-40B4-BE49-F238E27FC236}">
                <a16:creationId xmlns:a16="http://schemas.microsoft.com/office/drawing/2014/main" xmlns="" id="{254E5D21-C029-4E1C-A103-911236E2B143}"/>
              </a:ext>
            </a:extLst>
          </p:cNvPr>
          <p:cNvSpPr txBox="1">
            <a:spLocks noChangeArrowheads="1"/>
          </p:cNvSpPr>
          <p:nvPr/>
        </p:nvSpPr>
        <p:spPr bwMode="auto">
          <a:xfrm>
            <a:off x="5742571" y="3780772"/>
            <a:ext cx="658812" cy="280988"/>
          </a:xfrm>
          <a:prstGeom prst="rect">
            <a:avLst/>
          </a:prstGeom>
          <a:solidFill>
            <a:srgbClr val="FFFFFF"/>
          </a:solidFill>
          <a:ln w="9525">
            <a:noFill/>
            <a:miter lim="800000"/>
            <a:headEnd/>
            <a:tailEnd/>
          </a:ln>
        </p:spPr>
        <p:txBody>
          <a:bodyPr lIns="0" tIns="0" rIns="0" bIns="0"/>
          <a:lstStyle/>
          <a:p>
            <a:pPr algn="ctr" defTabSz="914400"/>
            <a:r>
              <a:rPr lang="zh-CN" altLang="en-US" sz="1800" b="1" dirty="0">
                <a:solidFill>
                  <a:srgbClr val="FF0000"/>
                </a:solidFill>
                <a:latin typeface="Times New Roman" pitchFamily="18" charset="0"/>
                <a:ea typeface="微软雅黑" pitchFamily="34" charset="-122"/>
                <a:cs typeface="Times New Roman" pitchFamily="18" charset="0"/>
              </a:rPr>
              <a:t>禁带</a:t>
            </a:r>
          </a:p>
        </p:txBody>
      </p:sp>
      <p:sp>
        <p:nvSpPr>
          <p:cNvPr id="137" name="Text Box 125">
            <a:extLst>
              <a:ext uri="{FF2B5EF4-FFF2-40B4-BE49-F238E27FC236}">
                <a16:creationId xmlns:a16="http://schemas.microsoft.com/office/drawing/2014/main" xmlns="" id="{A5700353-5D14-467F-8D92-2F28A3737594}"/>
              </a:ext>
            </a:extLst>
          </p:cNvPr>
          <p:cNvSpPr txBox="1">
            <a:spLocks noChangeArrowheads="1"/>
          </p:cNvSpPr>
          <p:nvPr/>
        </p:nvSpPr>
        <p:spPr bwMode="auto">
          <a:xfrm>
            <a:off x="3985208" y="3766485"/>
            <a:ext cx="1274763" cy="311150"/>
          </a:xfrm>
          <a:prstGeom prst="rect">
            <a:avLst/>
          </a:prstGeom>
          <a:solidFill>
            <a:srgbClr val="FFFFFF"/>
          </a:solidFill>
          <a:ln w="9525">
            <a:noFill/>
            <a:miter lim="800000"/>
            <a:headEnd/>
            <a:tailEnd/>
          </a:ln>
        </p:spPr>
        <p:txBody>
          <a:bodyPr lIns="0" tIns="0" rIns="0" bIns="0" anchor="ctr"/>
          <a:lstStyle/>
          <a:p>
            <a:pPr algn="ctr" defTabSz="914400"/>
            <a:r>
              <a:rPr lang="en-US" altLang="zh-CN" sz="1600" b="1" dirty="0" err="1">
                <a:latin typeface="Times New Roman" pitchFamily="18" charset="0"/>
                <a:ea typeface="微软雅黑" pitchFamily="34" charset="-122"/>
                <a:cs typeface="Times New Roman" pitchFamily="18" charset="0"/>
              </a:rPr>
              <a:t>E</a:t>
            </a:r>
            <a:r>
              <a:rPr lang="en-US" altLang="zh-CN" sz="1600" b="1" baseline="-25000" dirty="0" err="1">
                <a:latin typeface="Times New Roman" pitchFamily="18" charset="0"/>
                <a:ea typeface="微软雅黑" pitchFamily="34" charset="-122"/>
                <a:cs typeface="Times New Roman" pitchFamily="18" charset="0"/>
              </a:rPr>
              <a:t>g</a:t>
            </a:r>
            <a:r>
              <a:rPr lang="en-US" altLang="zh-CN" sz="1600" b="1" dirty="0">
                <a:latin typeface="Times New Roman" pitchFamily="18" charset="0"/>
                <a:ea typeface="微软雅黑" pitchFamily="34" charset="-122"/>
                <a:cs typeface="Times New Roman" pitchFamily="18" charset="0"/>
              </a:rPr>
              <a:t>=2.5~6eV</a:t>
            </a:r>
          </a:p>
        </p:txBody>
      </p:sp>
      <p:sp>
        <p:nvSpPr>
          <p:cNvPr id="138" name="Line 126">
            <a:extLst>
              <a:ext uri="{FF2B5EF4-FFF2-40B4-BE49-F238E27FC236}">
                <a16:creationId xmlns:a16="http://schemas.microsoft.com/office/drawing/2014/main" xmlns="" id="{6F127A58-506F-404B-B8F7-092206D315D1}"/>
              </a:ext>
            </a:extLst>
          </p:cNvPr>
          <p:cNvSpPr>
            <a:spLocks noChangeShapeType="1"/>
          </p:cNvSpPr>
          <p:nvPr/>
        </p:nvSpPr>
        <p:spPr bwMode="auto">
          <a:xfrm>
            <a:off x="5791783" y="3475972"/>
            <a:ext cx="257175" cy="6350"/>
          </a:xfrm>
          <a:prstGeom prst="line">
            <a:avLst/>
          </a:prstGeom>
          <a:noFill/>
          <a:ln w="15875">
            <a:solidFill>
              <a:srgbClr val="000000"/>
            </a:solidFill>
            <a:prstDash val="dash"/>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39" name="Line 127">
            <a:extLst>
              <a:ext uri="{FF2B5EF4-FFF2-40B4-BE49-F238E27FC236}">
                <a16:creationId xmlns:a16="http://schemas.microsoft.com/office/drawing/2014/main" xmlns="" id="{547F18E1-6E4D-4AFE-892E-F77217788824}"/>
              </a:ext>
            </a:extLst>
          </p:cNvPr>
          <p:cNvSpPr>
            <a:spLocks noChangeShapeType="1"/>
          </p:cNvSpPr>
          <p:nvPr/>
        </p:nvSpPr>
        <p:spPr bwMode="auto">
          <a:xfrm>
            <a:off x="5791783" y="4380847"/>
            <a:ext cx="241300" cy="3175"/>
          </a:xfrm>
          <a:prstGeom prst="line">
            <a:avLst/>
          </a:prstGeom>
          <a:noFill/>
          <a:ln w="15875">
            <a:solidFill>
              <a:srgbClr val="000000"/>
            </a:solidFill>
            <a:prstDash val="dash"/>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40" name="Text Box 128">
            <a:extLst>
              <a:ext uri="{FF2B5EF4-FFF2-40B4-BE49-F238E27FC236}">
                <a16:creationId xmlns:a16="http://schemas.microsoft.com/office/drawing/2014/main" xmlns="" id="{4F755630-61B3-44B5-98A7-AD9A0C8A525A}"/>
              </a:ext>
            </a:extLst>
          </p:cNvPr>
          <p:cNvSpPr txBox="1">
            <a:spLocks noChangeArrowheads="1"/>
          </p:cNvSpPr>
          <p:nvPr/>
        </p:nvSpPr>
        <p:spPr bwMode="auto">
          <a:xfrm>
            <a:off x="6048958" y="3318810"/>
            <a:ext cx="352425" cy="387350"/>
          </a:xfrm>
          <a:prstGeom prst="rect">
            <a:avLst/>
          </a:prstGeom>
          <a:solidFill>
            <a:srgbClr val="FFFF00"/>
          </a:solidFill>
          <a:ln w="9525">
            <a:noFill/>
            <a:miter lim="800000"/>
            <a:headEnd/>
            <a:tailEnd/>
          </a:ln>
        </p:spPr>
        <p:txBody>
          <a:bodyPr lIns="0" tIns="0" rIns="0" bIns="0"/>
          <a:lstStyle/>
          <a:p>
            <a:pPr algn="just" defTabSz="914400"/>
            <a:r>
              <a:rPr lang="en-US" altLang="zh-CN" sz="2400" b="1">
                <a:latin typeface="Times New Roman" pitchFamily="18" charset="0"/>
                <a:ea typeface="微软雅黑" pitchFamily="34" charset="-122"/>
                <a:cs typeface="Times New Roman" pitchFamily="18" charset="0"/>
              </a:rPr>
              <a:t>E</a:t>
            </a:r>
            <a:r>
              <a:rPr lang="en-US" altLang="zh-CN" sz="2400" b="1" baseline="-25000">
                <a:latin typeface="Times New Roman" pitchFamily="18" charset="0"/>
                <a:ea typeface="微软雅黑" pitchFamily="34" charset="-122"/>
                <a:cs typeface="Times New Roman" pitchFamily="18" charset="0"/>
              </a:rPr>
              <a:t>c</a:t>
            </a:r>
            <a:endParaRPr lang="en-US" altLang="zh-CN" sz="2400" b="1">
              <a:latin typeface="Times New Roman" pitchFamily="18" charset="0"/>
              <a:ea typeface="微软雅黑" pitchFamily="34" charset="-122"/>
              <a:cs typeface="Times New Roman" pitchFamily="18" charset="0"/>
            </a:endParaRPr>
          </a:p>
        </p:txBody>
      </p:sp>
      <p:sp>
        <p:nvSpPr>
          <p:cNvPr id="141" name="Text Box 129">
            <a:extLst>
              <a:ext uri="{FF2B5EF4-FFF2-40B4-BE49-F238E27FC236}">
                <a16:creationId xmlns:a16="http://schemas.microsoft.com/office/drawing/2014/main" xmlns="" id="{2C8FE089-6EAE-4E66-AB81-39DC152FB50B}"/>
              </a:ext>
            </a:extLst>
          </p:cNvPr>
          <p:cNvSpPr txBox="1">
            <a:spLocks noChangeArrowheads="1"/>
          </p:cNvSpPr>
          <p:nvPr/>
        </p:nvSpPr>
        <p:spPr bwMode="auto">
          <a:xfrm>
            <a:off x="6039433" y="4234797"/>
            <a:ext cx="406400" cy="315913"/>
          </a:xfrm>
          <a:prstGeom prst="rect">
            <a:avLst/>
          </a:prstGeom>
          <a:solidFill>
            <a:srgbClr val="FFFF00"/>
          </a:solidFill>
          <a:ln w="9525">
            <a:noFill/>
            <a:miter lim="800000"/>
            <a:headEnd/>
            <a:tailEnd/>
          </a:ln>
        </p:spPr>
        <p:txBody>
          <a:bodyPr lIns="0" tIns="0" rIns="0" bIns="0"/>
          <a:lstStyle/>
          <a:p>
            <a:pPr algn="just" defTabSz="914400"/>
            <a:r>
              <a:rPr lang="en-US" altLang="zh-CN" sz="2400" b="1">
                <a:latin typeface="Times New Roman" pitchFamily="18" charset="0"/>
                <a:ea typeface="微软雅黑" pitchFamily="34" charset="-122"/>
                <a:cs typeface="Times New Roman" pitchFamily="18" charset="0"/>
              </a:rPr>
              <a:t>E</a:t>
            </a:r>
            <a:r>
              <a:rPr lang="en-US" altLang="zh-CN" sz="2400" b="1" baseline="-25000">
                <a:latin typeface="Times New Roman" pitchFamily="18" charset="0"/>
                <a:ea typeface="微软雅黑" pitchFamily="34" charset="-122"/>
                <a:cs typeface="Times New Roman" pitchFamily="18" charset="0"/>
              </a:rPr>
              <a:t>V</a:t>
            </a:r>
            <a:endParaRPr lang="en-US" altLang="zh-CN" sz="2400" b="1">
              <a:latin typeface="Times New Roman" pitchFamily="18" charset="0"/>
              <a:ea typeface="微软雅黑" pitchFamily="34" charset="-122"/>
              <a:cs typeface="Times New Roman" pitchFamily="18" charset="0"/>
            </a:endParaRPr>
          </a:p>
        </p:txBody>
      </p:sp>
      <p:sp>
        <p:nvSpPr>
          <p:cNvPr id="142" name="Text Box 130">
            <a:extLst>
              <a:ext uri="{FF2B5EF4-FFF2-40B4-BE49-F238E27FC236}">
                <a16:creationId xmlns:a16="http://schemas.microsoft.com/office/drawing/2014/main" xmlns="" id="{D0ECAA70-20FC-40A3-BEC7-69D53E48090F}"/>
              </a:ext>
            </a:extLst>
          </p:cNvPr>
          <p:cNvSpPr txBox="1">
            <a:spLocks noChangeArrowheads="1"/>
          </p:cNvSpPr>
          <p:nvPr/>
        </p:nvSpPr>
        <p:spPr bwMode="auto">
          <a:xfrm>
            <a:off x="3659803" y="5632923"/>
            <a:ext cx="2780401" cy="509587"/>
          </a:xfrm>
          <a:prstGeom prst="rect">
            <a:avLst/>
          </a:prstGeom>
          <a:solidFill>
            <a:srgbClr val="FFFFFF"/>
          </a:solidFill>
          <a:ln w="9525">
            <a:noFill/>
            <a:miter lim="800000"/>
            <a:headEnd/>
            <a:tailEnd/>
          </a:ln>
        </p:spPr>
        <p:txBody>
          <a:bodyPr lIns="0" tIns="0" rIns="0" bIns="0" anchor="ctr"/>
          <a:lstStyle/>
          <a:p>
            <a:pPr algn="ctr" defTabSz="914400"/>
            <a:r>
              <a:rPr lang="zh-CN" altLang="en-US" sz="2800" b="1" dirty="0">
                <a:solidFill>
                  <a:srgbClr val="0000FF"/>
                </a:solidFill>
                <a:latin typeface="Times New Roman" pitchFamily="18" charset="0"/>
                <a:ea typeface="微软雅黑" pitchFamily="34" charset="-122"/>
                <a:cs typeface="Times New Roman" pitchFamily="18" charset="0"/>
              </a:rPr>
              <a:t>绝缘体能带结构</a:t>
            </a:r>
          </a:p>
        </p:txBody>
      </p:sp>
      <p:sp>
        <p:nvSpPr>
          <p:cNvPr id="143" name="AutoShape 5">
            <a:extLst>
              <a:ext uri="{FF2B5EF4-FFF2-40B4-BE49-F238E27FC236}">
                <a16:creationId xmlns:a16="http://schemas.microsoft.com/office/drawing/2014/main" xmlns="" id="{70A9EAAB-F4AE-484F-9B1B-C364ED744E58}"/>
              </a:ext>
            </a:extLst>
          </p:cNvPr>
          <p:cNvSpPr>
            <a:spLocks noChangeAspect="1" noChangeArrowheads="1"/>
          </p:cNvSpPr>
          <p:nvPr/>
        </p:nvSpPr>
        <p:spPr bwMode="auto">
          <a:xfrm>
            <a:off x="6653213" y="4030461"/>
            <a:ext cx="6899275" cy="2882900"/>
          </a:xfrm>
          <a:prstGeom prst="rect">
            <a:avLst/>
          </a:prstGeom>
          <a:noFill/>
          <a:ln w="22225">
            <a:noFill/>
            <a:miter lim="800000"/>
            <a:headEnd/>
            <a:tailEnd/>
          </a:ln>
        </p:spPr>
        <p:txBody>
          <a:bodyPr/>
          <a:lstStyle/>
          <a:p>
            <a:pPr defTabSz="914400"/>
            <a:endParaRPr lang="zh-CN" altLang="en-US" sz="2800" b="1">
              <a:latin typeface="楷体_GB2312" pitchFamily="49" charset="-122"/>
              <a:ea typeface="楷体_GB2312" pitchFamily="49" charset="-122"/>
            </a:endParaRPr>
          </a:p>
        </p:txBody>
      </p:sp>
      <p:grpSp>
        <p:nvGrpSpPr>
          <p:cNvPr id="144" name="Group 6">
            <a:extLst>
              <a:ext uri="{FF2B5EF4-FFF2-40B4-BE49-F238E27FC236}">
                <a16:creationId xmlns:a16="http://schemas.microsoft.com/office/drawing/2014/main" xmlns="" id="{7CF018A5-8009-4B94-B39F-7A39CBC591C3}"/>
              </a:ext>
            </a:extLst>
          </p:cNvPr>
          <p:cNvGrpSpPr>
            <a:grpSpLocks/>
          </p:cNvGrpSpPr>
          <p:nvPr/>
        </p:nvGrpSpPr>
        <p:grpSpPr bwMode="auto">
          <a:xfrm>
            <a:off x="6869444" y="5886248"/>
            <a:ext cx="1643062" cy="282575"/>
            <a:chOff x="4318" y="9273"/>
            <a:chExt cx="2163" cy="372"/>
          </a:xfrm>
        </p:grpSpPr>
        <p:grpSp>
          <p:nvGrpSpPr>
            <p:cNvPr id="145" name="Group 7">
              <a:extLst>
                <a:ext uri="{FF2B5EF4-FFF2-40B4-BE49-F238E27FC236}">
                  <a16:creationId xmlns:a16="http://schemas.microsoft.com/office/drawing/2014/main" xmlns="" id="{1FB71224-B64C-4154-B288-1B3FAE639449}"/>
                </a:ext>
              </a:extLst>
            </p:cNvPr>
            <p:cNvGrpSpPr>
              <a:grpSpLocks/>
            </p:cNvGrpSpPr>
            <p:nvPr/>
          </p:nvGrpSpPr>
          <p:grpSpPr bwMode="auto">
            <a:xfrm>
              <a:off x="4319" y="9273"/>
              <a:ext cx="2162" cy="180"/>
              <a:chOff x="4319" y="9273"/>
              <a:chExt cx="2162" cy="180"/>
            </a:xfrm>
          </p:grpSpPr>
          <p:sp>
            <p:nvSpPr>
              <p:cNvPr id="153" name="Line 8">
                <a:extLst>
                  <a:ext uri="{FF2B5EF4-FFF2-40B4-BE49-F238E27FC236}">
                    <a16:creationId xmlns:a16="http://schemas.microsoft.com/office/drawing/2014/main" xmlns="" id="{1198104A-6FDC-4D06-A115-2A7389C67DFB}"/>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54" name="Oval 9">
                <a:extLst>
                  <a:ext uri="{FF2B5EF4-FFF2-40B4-BE49-F238E27FC236}">
                    <a16:creationId xmlns:a16="http://schemas.microsoft.com/office/drawing/2014/main" xmlns="" id="{5116918D-2FC6-4CBC-B2E8-9AE6E2EC6BE0}"/>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55" name="Oval 10">
                <a:extLst>
                  <a:ext uri="{FF2B5EF4-FFF2-40B4-BE49-F238E27FC236}">
                    <a16:creationId xmlns:a16="http://schemas.microsoft.com/office/drawing/2014/main" xmlns="" id="{D124BC9C-D918-4CFD-9DA5-E56A78182BC6}"/>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56" name="Line 11">
                <a:extLst>
                  <a:ext uri="{FF2B5EF4-FFF2-40B4-BE49-F238E27FC236}">
                    <a16:creationId xmlns:a16="http://schemas.microsoft.com/office/drawing/2014/main" xmlns="" id="{166D6538-0506-47F7-A6E8-D7D3556F7339}"/>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57" name="Oval 12">
                <a:extLst>
                  <a:ext uri="{FF2B5EF4-FFF2-40B4-BE49-F238E27FC236}">
                    <a16:creationId xmlns:a16="http://schemas.microsoft.com/office/drawing/2014/main" xmlns="" id="{3B8F95D0-02FE-4DC2-A18B-4449EE62618E}"/>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58" name="Oval 13">
                <a:extLst>
                  <a:ext uri="{FF2B5EF4-FFF2-40B4-BE49-F238E27FC236}">
                    <a16:creationId xmlns:a16="http://schemas.microsoft.com/office/drawing/2014/main" xmlns="" id="{34E649C3-69D7-499C-8236-AE2AF5571366}"/>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146" name="Group 14">
              <a:extLst>
                <a:ext uri="{FF2B5EF4-FFF2-40B4-BE49-F238E27FC236}">
                  <a16:creationId xmlns:a16="http://schemas.microsoft.com/office/drawing/2014/main" xmlns="" id="{6843E440-F647-4F77-B4C4-1A22A247AEDE}"/>
                </a:ext>
              </a:extLst>
            </p:cNvPr>
            <p:cNvGrpSpPr>
              <a:grpSpLocks/>
            </p:cNvGrpSpPr>
            <p:nvPr/>
          </p:nvGrpSpPr>
          <p:grpSpPr bwMode="auto">
            <a:xfrm>
              <a:off x="4318" y="9465"/>
              <a:ext cx="2162" cy="180"/>
              <a:chOff x="4319" y="9273"/>
              <a:chExt cx="2162" cy="180"/>
            </a:xfrm>
          </p:grpSpPr>
          <p:sp>
            <p:nvSpPr>
              <p:cNvPr id="147" name="Line 15">
                <a:extLst>
                  <a:ext uri="{FF2B5EF4-FFF2-40B4-BE49-F238E27FC236}">
                    <a16:creationId xmlns:a16="http://schemas.microsoft.com/office/drawing/2014/main" xmlns="" id="{905B7590-6828-4479-8170-4CFB61812329}"/>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48" name="Oval 16">
                <a:extLst>
                  <a:ext uri="{FF2B5EF4-FFF2-40B4-BE49-F238E27FC236}">
                    <a16:creationId xmlns:a16="http://schemas.microsoft.com/office/drawing/2014/main" xmlns="" id="{3C862116-6133-4041-8482-650A1041A009}"/>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49" name="Oval 17">
                <a:extLst>
                  <a:ext uri="{FF2B5EF4-FFF2-40B4-BE49-F238E27FC236}">
                    <a16:creationId xmlns:a16="http://schemas.microsoft.com/office/drawing/2014/main" xmlns="" id="{CC7D6310-19E8-4E02-9FF6-811DB51DD14D}"/>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50" name="Line 18">
                <a:extLst>
                  <a:ext uri="{FF2B5EF4-FFF2-40B4-BE49-F238E27FC236}">
                    <a16:creationId xmlns:a16="http://schemas.microsoft.com/office/drawing/2014/main" xmlns="" id="{CF89A8B8-A9FE-47F7-AEEA-AE5251F33FCA}"/>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51" name="Oval 19">
                <a:extLst>
                  <a:ext uri="{FF2B5EF4-FFF2-40B4-BE49-F238E27FC236}">
                    <a16:creationId xmlns:a16="http://schemas.microsoft.com/office/drawing/2014/main" xmlns="" id="{EE598341-3F31-49D5-8E04-13C3107A5E20}"/>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52" name="Oval 20">
                <a:extLst>
                  <a:ext uri="{FF2B5EF4-FFF2-40B4-BE49-F238E27FC236}">
                    <a16:creationId xmlns:a16="http://schemas.microsoft.com/office/drawing/2014/main" xmlns="" id="{815A2255-901B-4185-978D-46520FF5E9EE}"/>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grpSp>
        <p:nvGrpSpPr>
          <p:cNvPr id="159" name="Group 21">
            <a:extLst>
              <a:ext uri="{FF2B5EF4-FFF2-40B4-BE49-F238E27FC236}">
                <a16:creationId xmlns:a16="http://schemas.microsoft.com/office/drawing/2014/main" xmlns="" id="{4F77B423-E414-49FB-9D53-FF77E1A2CCDE}"/>
              </a:ext>
            </a:extLst>
          </p:cNvPr>
          <p:cNvGrpSpPr>
            <a:grpSpLocks/>
          </p:cNvGrpSpPr>
          <p:nvPr/>
        </p:nvGrpSpPr>
        <p:grpSpPr bwMode="auto">
          <a:xfrm>
            <a:off x="6872619" y="5744961"/>
            <a:ext cx="1643062" cy="136525"/>
            <a:chOff x="4319" y="9273"/>
            <a:chExt cx="2162" cy="180"/>
          </a:xfrm>
        </p:grpSpPr>
        <p:sp>
          <p:nvSpPr>
            <p:cNvPr id="160" name="Line 22">
              <a:extLst>
                <a:ext uri="{FF2B5EF4-FFF2-40B4-BE49-F238E27FC236}">
                  <a16:creationId xmlns:a16="http://schemas.microsoft.com/office/drawing/2014/main" xmlns="" id="{606690B5-0AF1-4C1F-9EF5-3F009BB723F3}"/>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61" name="Oval 23">
              <a:extLst>
                <a:ext uri="{FF2B5EF4-FFF2-40B4-BE49-F238E27FC236}">
                  <a16:creationId xmlns:a16="http://schemas.microsoft.com/office/drawing/2014/main" xmlns="" id="{EAD9DFD6-9855-4E51-BB1C-F7D04462C8FD}"/>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62" name="Oval 24">
              <a:extLst>
                <a:ext uri="{FF2B5EF4-FFF2-40B4-BE49-F238E27FC236}">
                  <a16:creationId xmlns:a16="http://schemas.microsoft.com/office/drawing/2014/main" xmlns="" id="{626E8148-8133-415E-8AEA-8DF21B5CDFE8}"/>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63" name="Line 25">
              <a:extLst>
                <a:ext uri="{FF2B5EF4-FFF2-40B4-BE49-F238E27FC236}">
                  <a16:creationId xmlns:a16="http://schemas.microsoft.com/office/drawing/2014/main" xmlns="" id="{6B43CAD1-072A-431A-9391-AA360E0FC8B8}"/>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64" name="Oval 26">
              <a:extLst>
                <a:ext uri="{FF2B5EF4-FFF2-40B4-BE49-F238E27FC236}">
                  <a16:creationId xmlns:a16="http://schemas.microsoft.com/office/drawing/2014/main" xmlns="" id="{69210818-A2BC-4171-A667-667D457CDCA4}"/>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65" name="Oval 27">
              <a:extLst>
                <a:ext uri="{FF2B5EF4-FFF2-40B4-BE49-F238E27FC236}">
                  <a16:creationId xmlns:a16="http://schemas.microsoft.com/office/drawing/2014/main" xmlns="" id="{C139079A-4C9A-4E29-AAF1-178C37C09920}"/>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166" name="Group 28">
            <a:extLst>
              <a:ext uri="{FF2B5EF4-FFF2-40B4-BE49-F238E27FC236}">
                <a16:creationId xmlns:a16="http://schemas.microsoft.com/office/drawing/2014/main" xmlns="" id="{8F8B6AD0-78D2-42F3-85F2-8B369201256D}"/>
              </a:ext>
            </a:extLst>
          </p:cNvPr>
          <p:cNvGrpSpPr>
            <a:grpSpLocks/>
          </p:cNvGrpSpPr>
          <p:nvPr/>
        </p:nvGrpSpPr>
        <p:grpSpPr bwMode="auto">
          <a:xfrm>
            <a:off x="6856744" y="4921048"/>
            <a:ext cx="1643062" cy="136525"/>
            <a:chOff x="4319" y="9273"/>
            <a:chExt cx="2162" cy="180"/>
          </a:xfrm>
        </p:grpSpPr>
        <p:sp>
          <p:nvSpPr>
            <p:cNvPr id="167" name="Line 29">
              <a:extLst>
                <a:ext uri="{FF2B5EF4-FFF2-40B4-BE49-F238E27FC236}">
                  <a16:creationId xmlns:a16="http://schemas.microsoft.com/office/drawing/2014/main" xmlns="" id="{84A3F37F-DA60-41E6-90B2-3E71BDE53758}"/>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68" name="Oval 30">
              <a:extLst>
                <a:ext uri="{FF2B5EF4-FFF2-40B4-BE49-F238E27FC236}">
                  <a16:creationId xmlns:a16="http://schemas.microsoft.com/office/drawing/2014/main" xmlns="" id="{0E1383FF-4357-4706-8120-D1B1EA9F3D67}"/>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69" name="Oval 31">
              <a:extLst>
                <a:ext uri="{FF2B5EF4-FFF2-40B4-BE49-F238E27FC236}">
                  <a16:creationId xmlns:a16="http://schemas.microsoft.com/office/drawing/2014/main" xmlns="" id="{9420C647-EA9F-4F8F-80E5-ACE65A0227FF}"/>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70" name="Line 32">
              <a:extLst>
                <a:ext uri="{FF2B5EF4-FFF2-40B4-BE49-F238E27FC236}">
                  <a16:creationId xmlns:a16="http://schemas.microsoft.com/office/drawing/2014/main" xmlns="" id="{ECFC4B23-3CF7-4A73-8248-7C71704D2846}"/>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71" name="Oval 33">
              <a:extLst>
                <a:ext uri="{FF2B5EF4-FFF2-40B4-BE49-F238E27FC236}">
                  <a16:creationId xmlns:a16="http://schemas.microsoft.com/office/drawing/2014/main" xmlns="" id="{C9642AA4-4E6A-4DA4-A55F-67C7128B14FF}"/>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72" name="Oval 34">
              <a:extLst>
                <a:ext uri="{FF2B5EF4-FFF2-40B4-BE49-F238E27FC236}">
                  <a16:creationId xmlns:a16="http://schemas.microsoft.com/office/drawing/2014/main" xmlns="" id="{50838F6E-917F-4354-80D9-0B2074C4667D}"/>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173" name="Group 35">
            <a:extLst>
              <a:ext uri="{FF2B5EF4-FFF2-40B4-BE49-F238E27FC236}">
                <a16:creationId xmlns:a16="http://schemas.microsoft.com/office/drawing/2014/main" xmlns="" id="{613D3652-0F90-4287-935C-8F776694488B}"/>
              </a:ext>
            </a:extLst>
          </p:cNvPr>
          <p:cNvGrpSpPr>
            <a:grpSpLocks/>
          </p:cNvGrpSpPr>
          <p:nvPr/>
        </p:nvGrpSpPr>
        <p:grpSpPr bwMode="auto">
          <a:xfrm>
            <a:off x="6874206" y="5467148"/>
            <a:ext cx="1641475" cy="136525"/>
            <a:chOff x="4319" y="9273"/>
            <a:chExt cx="2162" cy="180"/>
          </a:xfrm>
        </p:grpSpPr>
        <p:sp>
          <p:nvSpPr>
            <p:cNvPr id="174" name="Line 36">
              <a:extLst>
                <a:ext uri="{FF2B5EF4-FFF2-40B4-BE49-F238E27FC236}">
                  <a16:creationId xmlns:a16="http://schemas.microsoft.com/office/drawing/2014/main" xmlns="" id="{E3A696E2-2180-44C1-8003-4DE44F1B8484}"/>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75" name="Oval 37">
              <a:extLst>
                <a:ext uri="{FF2B5EF4-FFF2-40B4-BE49-F238E27FC236}">
                  <a16:creationId xmlns:a16="http://schemas.microsoft.com/office/drawing/2014/main" xmlns="" id="{CBE62D4D-8663-4E30-B01D-797E1C55448A}"/>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76" name="Oval 38">
              <a:extLst>
                <a:ext uri="{FF2B5EF4-FFF2-40B4-BE49-F238E27FC236}">
                  <a16:creationId xmlns:a16="http://schemas.microsoft.com/office/drawing/2014/main" xmlns="" id="{A36F0C7F-97E5-4369-8453-BC778C2E2750}"/>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77" name="Line 39">
              <a:extLst>
                <a:ext uri="{FF2B5EF4-FFF2-40B4-BE49-F238E27FC236}">
                  <a16:creationId xmlns:a16="http://schemas.microsoft.com/office/drawing/2014/main" xmlns="" id="{3697F8DE-D91D-4C14-9D9D-FFF5EEC6FED3}"/>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78" name="Oval 40">
              <a:extLst>
                <a:ext uri="{FF2B5EF4-FFF2-40B4-BE49-F238E27FC236}">
                  <a16:creationId xmlns:a16="http://schemas.microsoft.com/office/drawing/2014/main" xmlns="" id="{27244EF2-82A4-487D-9866-FB2BD94C3806}"/>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79" name="Oval 41">
              <a:extLst>
                <a:ext uri="{FF2B5EF4-FFF2-40B4-BE49-F238E27FC236}">
                  <a16:creationId xmlns:a16="http://schemas.microsoft.com/office/drawing/2014/main" xmlns="" id="{A382342E-80A9-4442-9EDE-46A9A0CD2854}"/>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180" name="Group 42">
            <a:extLst>
              <a:ext uri="{FF2B5EF4-FFF2-40B4-BE49-F238E27FC236}">
                <a16:creationId xmlns:a16="http://schemas.microsoft.com/office/drawing/2014/main" xmlns="" id="{A2754B90-5856-452D-8D68-06F140E86E58}"/>
              </a:ext>
            </a:extLst>
          </p:cNvPr>
          <p:cNvGrpSpPr>
            <a:grpSpLocks/>
          </p:cNvGrpSpPr>
          <p:nvPr/>
        </p:nvGrpSpPr>
        <p:grpSpPr bwMode="auto">
          <a:xfrm>
            <a:off x="6871031" y="4519411"/>
            <a:ext cx="1641475" cy="71437"/>
            <a:chOff x="4328" y="7872"/>
            <a:chExt cx="2162" cy="94"/>
          </a:xfrm>
        </p:grpSpPr>
        <p:sp>
          <p:nvSpPr>
            <p:cNvPr id="181" name="Line 43">
              <a:extLst>
                <a:ext uri="{FF2B5EF4-FFF2-40B4-BE49-F238E27FC236}">
                  <a16:creationId xmlns:a16="http://schemas.microsoft.com/office/drawing/2014/main" xmlns="" id="{1E2EABF7-3910-4414-8CE0-81AA99719961}"/>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82" name="Line 44">
              <a:extLst>
                <a:ext uri="{FF2B5EF4-FFF2-40B4-BE49-F238E27FC236}">
                  <a16:creationId xmlns:a16="http://schemas.microsoft.com/office/drawing/2014/main" xmlns="" id="{F00ED5F4-19EC-40E6-80D5-8C96FA6BF646}"/>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183" name="Group 45">
            <a:extLst>
              <a:ext uri="{FF2B5EF4-FFF2-40B4-BE49-F238E27FC236}">
                <a16:creationId xmlns:a16="http://schemas.microsoft.com/office/drawing/2014/main" xmlns="" id="{F8AD15AE-5610-47B0-B07A-00C8DF4D9D25}"/>
              </a:ext>
            </a:extLst>
          </p:cNvPr>
          <p:cNvGrpSpPr>
            <a:grpSpLocks/>
          </p:cNvGrpSpPr>
          <p:nvPr/>
        </p:nvGrpSpPr>
        <p:grpSpPr bwMode="auto">
          <a:xfrm>
            <a:off x="6872619" y="4379711"/>
            <a:ext cx="1643062" cy="73025"/>
            <a:chOff x="4328" y="7872"/>
            <a:chExt cx="2162" cy="94"/>
          </a:xfrm>
        </p:grpSpPr>
        <p:sp>
          <p:nvSpPr>
            <p:cNvPr id="184" name="Line 46">
              <a:extLst>
                <a:ext uri="{FF2B5EF4-FFF2-40B4-BE49-F238E27FC236}">
                  <a16:creationId xmlns:a16="http://schemas.microsoft.com/office/drawing/2014/main" xmlns="" id="{68CD7C17-6586-4540-9C29-3426630F2F1D}"/>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85" name="Line 47">
              <a:extLst>
                <a:ext uri="{FF2B5EF4-FFF2-40B4-BE49-F238E27FC236}">
                  <a16:creationId xmlns:a16="http://schemas.microsoft.com/office/drawing/2014/main" xmlns="" id="{E2A9FB05-E601-448D-8CFD-7DAC3D28C978}"/>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186" name="Group 48">
            <a:extLst>
              <a:ext uri="{FF2B5EF4-FFF2-40B4-BE49-F238E27FC236}">
                <a16:creationId xmlns:a16="http://schemas.microsoft.com/office/drawing/2014/main" xmlns="" id="{E931E89B-F92C-4720-A935-179435BC81FA}"/>
              </a:ext>
            </a:extLst>
          </p:cNvPr>
          <p:cNvGrpSpPr>
            <a:grpSpLocks/>
          </p:cNvGrpSpPr>
          <p:nvPr/>
        </p:nvGrpSpPr>
        <p:grpSpPr bwMode="auto">
          <a:xfrm>
            <a:off x="6871031" y="4655936"/>
            <a:ext cx="1641475" cy="71437"/>
            <a:chOff x="4328" y="7872"/>
            <a:chExt cx="2162" cy="94"/>
          </a:xfrm>
        </p:grpSpPr>
        <p:sp>
          <p:nvSpPr>
            <p:cNvPr id="187" name="Line 49">
              <a:extLst>
                <a:ext uri="{FF2B5EF4-FFF2-40B4-BE49-F238E27FC236}">
                  <a16:creationId xmlns:a16="http://schemas.microsoft.com/office/drawing/2014/main" xmlns="" id="{0BED024A-4F6D-43CF-9046-01CB35002D59}"/>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88" name="Line 50">
              <a:extLst>
                <a:ext uri="{FF2B5EF4-FFF2-40B4-BE49-F238E27FC236}">
                  <a16:creationId xmlns:a16="http://schemas.microsoft.com/office/drawing/2014/main" xmlns="" id="{BAE15B15-DADF-4ECF-B28D-8BF5629B0E1B}"/>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sp>
        <p:nvSpPr>
          <p:cNvPr id="189" name="Line 51">
            <a:extLst>
              <a:ext uri="{FF2B5EF4-FFF2-40B4-BE49-F238E27FC236}">
                <a16:creationId xmlns:a16="http://schemas.microsoft.com/office/drawing/2014/main" xmlns="" id="{3E788567-EEFA-449C-833F-FF0D17459326}"/>
              </a:ext>
            </a:extLst>
          </p:cNvPr>
          <p:cNvSpPr>
            <a:spLocks noChangeShapeType="1"/>
          </p:cNvSpPr>
          <p:nvPr/>
        </p:nvSpPr>
        <p:spPr bwMode="auto">
          <a:xfrm flipV="1">
            <a:off x="7002016" y="5084560"/>
            <a:ext cx="0" cy="384175"/>
          </a:xfrm>
          <a:prstGeom prst="line">
            <a:avLst/>
          </a:prstGeom>
          <a:noFill/>
          <a:ln w="22225">
            <a:solidFill>
              <a:srgbClr val="000000"/>
            </a:solidFill>
            <a:round/>
            <a:headEnd type="stealth" w="med" len="lg"/>
            <a:tailEnd type="stealth" w="med" len="lg"/>
          </a:ln>
        </p:spPr>
        <p:txBody>
          <a:bodyPr/>
          <a:lstStyle/>
          <a:p>
            <a:endParaRPr lang="zh-CN" altLang="en-US">
              <a:latin typeface="Times New Roman" pitchFamily="18" charset="0"/>
              <a:ea typeface="微软雅黑" pitchFamily="34" charset="-122"/>
              <a:cs typeface="Times New Roman" pitchFamily="18" charset="0"/>
            </a:endParaRPr>
          </a:p>
        </p:txBody>
      </p:sp>
      <p:sp>
        <p:nvSpPr>
          <p:cNvPr id="190" name="Text Box 52">
            <a:extLst>
              <a:ext uri="{FF2B5EF4-FFF2-40B4-BE49-F238E27FC236}">
                <a16:creationId xmlns:a16="http://schemas.microsoft.com/office/drawing/2014/main" xmlns="" id="{B2A5CE2A-FB47-4237-B47A-1D481DAFAADB}"/>
              </a:ext>
            </a:extLst>
          </p:cNvPr>
          <p:cNvSpPr txBox="1">
            <a:spLocks noChangeArrowheads="1"/>
          </p:cNvSpPr>
          <p:nvPr/>
        </p:nvSpPr>
        <p:spPr bwMode="auto">
          <a:xfrm>
            <a:off x="7055181" y="5057573"/>
            <a:ext cx="439738" cy="361950"/>
          </a:xfrm>
          <a:prstGeom prst="rect">
            <a:avLst/>
          </a:prstGeom>
          <a:solidFill>
            <a:srgbClr val="FFFFFF"/>
          </a:solidFill>
          <a:ln w="22225">
            <a:noFill/>
            <a:miter lim="800000"/>
            <a:headEnd/>
            <a:tailEnd/>
          </a:ln>
        </p:spPr>
        <p:txBody>
          <a:bodyPr lIns="0" tIns="0" rIns="0" bIns="0"/>
          <a:lstStyle/>
          <a:p>
            <a:pPr algn="just" defTabSz="914400"/>
            <a:r>
              <a:rPr lang="en-US" altLang="zh-CN" sz="1800" b="1">
                <a:latin typeface="Times New Roman" pitchFamily="18" charset="0"/>
                <a:ea typeface="微软雅黑" pitchFamily="34" charset="-122"/>
                <a:cs typeface="Times New Roman" pitchFamily="18" charset="0"/>
              </a:rPr>
              <a:t>E</a:t>
            </a:r>
            <a:r>
              <a:rPr lang="en-US" altLang="zh-CN" sz="1800" b="1" baseline="-25000">
                <a:latin typeface="Times New Roman" pitchFamily="18" charset="0"/>
                <a:ea typeface="微软雅黑" pitchFamily="34" charset="-122"/>
                <a:cs typeface="Times New Roman" pitchFamily="18" charset="0"/>
              </a:rPr>
              <a:t>g</a:t>
            </a:r>
            <a:endParaRPr lang="en-US" altLang="zh-CN" sz="1800" b="1">
              <a:latin typeface="Times New Roman" pitchFamily="18" charset="0"/>
              <a:ea typeface="微软雅黑" pitchFamily="34" charset="-122"/>
              <a:cs typeface="Times New Roman" pitchFamily="18" charset="0"/>
            </a:endParaRPr>
          </a:p>
        </p:txBody>
      </p:sp>
      <p:grpSp>
        <p:nvGrpSpPr>
          <p:cNvPr id="191" name="Group 53">
            <a:extLst>
              <a:ext uri="{FF2B5EF4-FFF2-40B4-BE49-F238E27FC236}">
                <a16:creationId xmlns:a16="http://schemas.microsoft.com/office/drawing/2014/main" xmlns="" id="{BEC36D37-07D3-41D5-AD0A-0E95F91BCD80}"/>
              </a:ext>
            </a:extLst>
          </p:cNvPr>
          <p:cNvGrpSpPr>
            <a:grpSpLocks/>
          </p:cNvGrpSpPr>
          <p:nvPr/>
        </p:nvGrpSpPr>
        <p:grpSpPr bwMode="auto">
          <a:xfrm>
            <a:off x="8572054" y="5886248"/>
            <a:ext cx="1644650" cy="282575"/>
            <a:chOff x="4318" y="9273"/>
            <a:chExt cx="2163" cy="372"/>
          </a:xfrm>
        </p:grpSpPr>
        <p:grpSp>
          <p:nvGrpSpPr>
            <p:cNvPr id="192" name="Group 54">
              <a:extLst>
                <a:ext uri="{FF2B5EF4-FFF2-40B4-BE49-F238E27FC236}">
                  <a16:creationId xmlns:a16="http://schemas.microsoft.com/office/drawing/2014/main" xmlns="" id="{060CB98B-6A5D-49CE-9F21-3C015868D6CF}"/>
                </a:ext>
              </a:extLst>
            </p:cNvPr>
            <p:cNvGrpSpPr>
              <a:grpSpLocks/>
            </p:cNvGrpSpPr>
            <p:nvPr/>
          </p:nvGrpSpPr>
          <p:grpSpPr bwMode="auto">
            <a:xfrm>
              <a:off x="4319" y="9273"/>
              <a:ext cx="2162" cy="180"/>
              <a:chOff x="4319" y="9273"/>
              <a:chExt cx="2162" cy="180"/>
            </a:xfrm>
          </p:grpSpPr>
          <p:sp>
            <p:nvSpPr>
              <p:cNvPr id="200" name="Line 55">
                <a:extLst>
                  <a:ext uri="{FF2B5EF4-FFF2-40B4-BE49-F238E27FC236}">
                    <a16:creationId xmlns:a16="http://schemas.microsoft.com/office/drawing/2014/main" xmlns="" id="{B0386E1B-DD5E-461E-BEF3-7D0687201ED9}"/>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01" name="Oval 56">
                <a:extLst>
                  <a:ext uri="{FF2B5EF4-FFF2-40B4-BE49-F238E27FC236}">
                    <a16:creationId xmlns:a16="http://schemas.microsoft.com/office/drawing/2014/main" xmlns="" id="{D14B2F8E-9E07-4510-AED8-84E2FE00BCDC}"/>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02" name="Oval 57">
                <a:extLst>
                  <a:ext uri="{FF2B5EF4-FFF2-40B4-BE49-F238E27FC236}">
                    <a16:creationId xmlns:a16="http://schemas.microsoft.com/office/drawing/2014/main" xmlns="" id="{21B5CEA8-23AC-4E46-94D1-0458152A6350}"/>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03" name="Line 58">
                <a:extLst>
                  <a:ext uri="{FF2B5EF4-FFF2-40B4-BE49-F238E27FC236}">
                    <a16:creationId xmlns:a16="http://schemas.microsoft.com/office/drawing/2014/main" xmlns="" id="{72DB9A40-1348-4454-83FB-6670828B2CC5}"/>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04" name="Oval 59">
                <a:extLst>
                  <a:ext uri="{FF2B5EF4-FFF2-40B4-BE49-F238E27FC236}">
                    <a16:creationId xmlns:a16="http://schemas.microsoft.com/office/drawing/2014/main" xmlns="" id="{93573714-891D-40D6-B810-ED8CA214B5C4}"/>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05" name="Oval 60">
                <a:extLst>
                  <a:ext uri="{FF2B5EF4-FFF2-40B4-BE49-F238E27FC236}">
                    <a16:creationId xmlns:a16="http://schemas.microsoft.com/office/drawing/2014/main" xmlns="" id="{24DFA834-7EC1-417B-A247-B37383957A05}"/>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193" name="Group 61">
              <a:extLst>
                <a:ext uri="{FF2B5EF4-FFF2-40B4-BE49-F238E27FC236}">
                  <a16:creationId xmlns:a16="http://schemas.microsoft.com/office/drawing/2014/main" xmlns="" id="{3509610D-C2E5-45CF-A9A3-F3EB63B3BA4B}"/>
                </a:ext>
              </a:extLst>
            </p:cNvPr>
            <p:cNvGrpSpPr>
              <a:grpSpLocks/>
            </p:cNvGrpSpPr>
            <p:nvPr/>
          </p:nvGrpSpPr>
          <p:grpSpPr bwMode="auto">
            <a:xfrm>
              <a:off x="4318" y="9465"/>
              <a:ext cx="2162" cy="180"/>
              <a:chOff x="4319" y="9273"/>
              <a:chExt cx="2162" cy="180"/>
            </a:xfrm>
          </p:grpSpPr>
          <p:sp>
            <p:nvSpPr>
              <p:cNvPr id="194" name="Line 62">
                <a:extLst>
                  <a:ext uri="{FF2B5EF4-FFF2-40B4-BE49-F238E27FC236}">
                    <a16:creationId xmlns:a16="http://schemas.microsoft.com/office/drawing/2014/main" xmlns="" id="{9C885A18-B5F9-4B17-A730-16131880037F}"/>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95" name="Oval 63">
                <a:extLst>
                  <a:ext uri="{FF2B5EF4-FFF2-40B4-BE49-F238E27FC236}">
                    <a16:creationId xmlns:a16="http://schemas.microsoft.com/office/drawing/2014/main" xmlns="" id="{F5402E86-6785-4064-89E4-DC7AB3B44697}"/>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96" name="Oval 64">
                <a:extLst>
                  <a:ext uri="{FF2B5EF4-FFF2-40B4-BE49-F238E27FC236}">
                    <a16:creationId xmlns:a16="http://schemas.microsoft.com/office/drawing/2014/main" xmlns="" id="{6D1E68C9-3664-4CE4-BCEC-C7880334C921}"/>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97" name="Line 65">
                <a:extLst>
                  <a:ext uri="{FF2B5EF4-FFF2-40B4-BE49-F238E27FC236}">
                    <a16:creationId xmlns:a16="http://schemas.microsoft.com/office/drawing/2014/main" xmlns="" id="{6D8B8B7F-5A82-4D4C-9EF2-A95D4369B8B9}"/>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198" name="Oval 66">
                <a:extLst>
                  <a:ext uri="{FF2B5EF4-FFF2-40B4-BE49-F238E27FC236}">
                    <a16:creationId xmlns:a16="http://schemas.microsoft.com/office/drawing/2014/main" xmlns="" id="{2D0EE331-1EB0-4E69-8C68-6F7788E19FA7}"/>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199" name="Oval 67">
                <a:extLst>
                  <a:ext uri="{FF2B5EF4-FFF2-40B4-BE49-F238E27FC236}">
                    <a16:creationId xmlns:a16="http://schemas.microsoft.com/office/drawing/2014/main" xmlns="" id="{474FB34E-D2B8-44ED-9D27-3239DB6518EF}"/>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grpSp>
        <p:nvGrpSpPr>
          <p:cNvPr id="206" name="Group 68">
            <a:extLst>
              <a:ext uri="{FF2B5EF4-FFF2-40B4-BE49-F238E27FC236}">
                <a16:creationId xmlns:a16="http://schemas.microsoft.com/office/drawing/2014/main" xmlns="" id="{8A04C76B-7588-49F6-BE52-D717AC975612}"/>
              </a:ext>
            </a:extLst>
          </p:cNvPr>
          <p:cNvGrpSpPr>
            <a:grpSpLocks/>
          </p:cNvGrpSpPr>
          <p:nvPr/>
        </p:nvGrpSpPr>
        <p:grpSpPr bwMode="auto">
          <a:xfrm>
            <a:off x="8575229" y="5744961"/>
            <a:ext cx="1643062" cy="136525"/>
            <a:chOff x="4319" y="9273"/>
            <a:chExt cx="2162" cy="180"/>
          </a:xfrm>
        </p:grpSpPr>
        <p:sp>
          <p:nvSpPr>
            <p:cNvPr id="207" name="Line 69">
              <a:extLst>
                <a:ext uri="{FF2B5EF4-FFF2-40B4-BE49-F238E27FC236}">
                  <a16:creationId xmlns:a16="http://schemas.microsoft.com/office/drawing/2014/main" xmlns="" id="{22A9B3E6-FA18-456F-AFF2-55C1C04B3438}"/>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08" name="Oval 70">
              <a:extLst>
                <a:ext uri="{FF2B5EF4-FFF2-40B4-BE49-F238E27FC236}">
                  <a16:creationId xmlns:a16="http://schemas.microsoft.com/office/drawing/2014/main" xmlns="" id="{425E714A-B688-4FD1-8DCD-3373D4D31518}"/>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09" name="Oval 71">
              <a:extLst>
                <a:ext uri="{FF2B5EF4-FFF2-40B4-BE49-F238E27FC236}">
                  <a16:creationId xmlns:a16="http://schemas.microsoft.com/office/drawing/2014/main" xmlns="" id="{A4F9E3AB-5258-46E5-9001-B6627C59192C}"/>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10" name="Line 72">
              <a:extLst>
                <a:ext uri="{FF2B5EF4-FFF2-40B4-BE49-F238E27FC236}">
                  <a16:creationId xmlns:a16="http://schemas.microsoft.com/office/drawing/2014/main" xmlns="" id="{BE4EFD53-E24A-4860-8480-543A6344DC38}"/>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11" name="Oval 73">
              <a:extLst>
                <a:ext uri="{FF2B5EF4-FFF2-40B4-BE49-F238E27FC236}">
                  <a16:creationId xmlns:a16="http://schemas.microsoft.com/office/drawing/2014/main" xmlns="" id="{D2842A82-0707-47BA-9131-B2F1F7288456}"/>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12" name="Oval 74">
              <a:extLst>
                <a:ext uri="{FF2B5EF4-FFF2-40B4-BE49-F238E27FC236}">
                  <a16:creationId xmlns:a16="http://schemas.microsoft.com/office/drawing/2014/main" xmlns="" id="{BE560E88-CEBB-4580-8F9F-C9F60E39B23D}"/>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213" name="Group 75">
            <a:extLst>
              <a:ext uri="{FF2B5EF4-FFF2-40B4-BE49-F238E27FC236}">
                <a16:creationId xmlns:a16="http://schemas.microsoft.com/office/drawing/2014/main" xmlns="" id="{DF81687E-8512-4067-900C-945CC8446383}"/>
              </a:ext>
            </a:extLst>
          </p:cNvPr>
          <p:cNvGrpSpPr>
            <a:grpSpLocks/>
          </p:cNvGrpSpPr>
          <p:nvPr/>
        </p:nvGrpSpPr>
        <p:grpSpPr bwMode="auto">
          <a:xfrm>
            <a:off x="8575229" y="5606848"/>
            <a:ext cx="1643062" cy="136525"/>
            <a:chOff x="4319" y="9273"/>
            <a:chExt cx="2162" cy="180"/>
          </a:xfrm>
        </p:grpSpPr>
        <p:sp>
          <p:nvSpPr>
            <p:cNvPr id="214" name="Line 76">
              <a:extLst>
                <a:ext uri="{FF2B5EF4-FFF2-40B4-BE49-F238E27FC236}">
                  <a16:creationId xmlns:a16="http://schemas.microsoft.com/office/drawing/2014/main" xmlns="" id="{664AE7F8-A32D-42E7-8131-6DD342FAFB76}"/>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15" name="Oval 77">
              <a:extLst>
                <a:ext uri="{FF2B5EF4-FFF2-40B4-BE49-F238E27FC236}">
                  <a16:creationId xmlns:a16="http://schemas.microsoft.com/office/drawing/2014/main" xmlns="" id="{4134988F-5678-4810-830D-9DA6994787AB}"/>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16" name="Oval 78">
              <a:extLst>
                <a:ext uri="{FF2B5EF4-FFF2-40B4-BE49-F238E27FC236}">
                  <a16:creationId xmlns:a16="http://schemas.microsoft.com/office/drawing/2014/main" xmlns="" id="{806AC3D8-0087-4373-B5C2-1890DFBAD5B9}"/>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17" name="Line 79">
              <a:extLst>
                <a:ext uri="{FF2B5EF4-FFF2-40B4-BE49-F238E27FC236}">
                  <a16:creationId xmlns:a16="http://schemas.microsoft.com/office/drawing/2014/main" xmlns="" id="{2D7523C0-BE21-4B6B-B1F6-6F629990291C}"/>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18" name="Oval 80">
              <a:extLst>
                <a:ext uri="{FF2B5EF4-FFF2-40B4-BE49-F238E27FC236}">
                  <a16:creationId xmlns:a16="http://schemas.microsoft.com/office/drawing/2014/main" xmlns="" id="{36899DF9-D257-41C2-9C95-E5BF1A79626C}"/>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19" name="Oval 81">
              <a:extLst>
                <a:ext uri="{FF2B5EF4-FFF2-40B4-BE49-F238E27FC236}">
                  <a16:creationId xmlns:a16="http://schemas.microsoft.com/office/drawing/2014/main" xmlns="" id="{45363CAB-D807-403A-A5AA-7A294FE5EDDD}"/>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sp>
        <p:nvSpPr>
          <p:cNvPr id="220" name="Line 82">
            <a:extLst>
              <a:ext uri="{FF2B5EF4-FFF2-40B4-BE49-F238E27FC236}">
                <a16:creationId xmlns:a16="http://schemas.microsoft.com/office/drawing/2014/main" xmlns="" id="{202DD776-ADC9-4C6F-ADC5-EE064709687F}"/>
              </a:ext>
            </a:extLst>
          </p:cNvPr>
          <p:cNvSpPr>
            <a:spLocks noChangeShapeType="1"/>
          </p:cNvSpPr>
          <p:nvPr/>
        </p:nvSpPr>
        <p:spPr bwMode="auto">
          <a:xfrm>
            <a:off x="8578404" y="5500486"/>
            <a:ext cx="1641475" cy="1587"/>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21" name="Oval 83">
            <a:extLst>
              <a:ext uri="{FF2B5EF4-FFF2-40B4-BE49-F238E27FC236}">
                <a16:creationId xmlns:a16="http://schemas.microsoft.com/office/drawing/2014/main" xmlns="" id="{A61B4638-E5FE-4679-988B-D4C30A5AF722}"/>
              </a:ext>
            </a:extLst>
          </p:cNvPr>
          <p:cNvSpPr>
            <a:spLocks noChangeAspect="1" noChangeArrowheads="1"/>
          </p:cNvSpPr>
          <p:nvPr/>
        </p:nvSpPr>
        <p:spPr bwMode="auto">
          <a:xfrm>
            <a:off x="8859391" y="5467148"/>
            <a:ext cx="61913" cy="66675"/>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22" name="Oval 84">
            <a:extLst>
              <a:ext uri="{FF2B5EF4-FFF2-40B4-BE49-F238E27FC236}">
                <a16:creationId xmlns:a16="http://schemas.microsoft.com/office/drawing/2014/main" xmlns="" id="{29E4DCDF-5A88-480C-A16A-0C40D0EE5D71}"/>
              </a:ext>
            </a:extLst>
          </p:cNvPr>
          <p:cNvSpPr>
            <a:spLocks noChangeAspect="1" noChangeArrowheads="1"/>
          </p:cNvSpPr>
          <p:nvPr/>
        </p:nvSpPr>
        <p:spPr bwMode="auto">
          <a:xfrm>
            <a:off x="9453116" y="5467148"/>
            <a:ext cx="60325" cy="66675"/>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23" name="Line 85">
            <a:extLst>
              <a:ext uri="{FF2B5EF4-FFF2-40B4-BE49-F238E27FC236}">
                <a16:creationId xmlns:a16="http://schemas.microsoft.com/office/drawing/2014/main" xmlns="" id="{22D4E1B8-6AD1-4031-831F-BA9F9AF9CB58}"/>
              </a:ext>
            </a:extLst>
          </p:cNvPr>
          <p:cNvSpPr>
            <a:spLocks noChangeShapeType="1"/>
          </p:cNvSpPr>
          <p:nvPr/>
        </p:nvSpPr>
        <p:spPr bwMode="auto">
          <a:xfrm>
            <a:off x="8576816" y="5571923"/>
            <a:ext cx="1641475" cy="1588"/>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24" name="Oval 86">
            <a:extLst>
              <a:ext uri="{FF2B5EF4-FFF2-40B4-BE49-F238E27FC236}">
                <a16:creationId xmlns:a16="http://schemas.microsoft.com/office/drawing/2014/main" xmlns="" id="{69769EC9-C8AE-4787-ABF7-D13D1628BB54}"/>
              </a:ext>
            </a:extLst>
          </p:cNvPr>
          <p:cNvSpPr>
            <a:spLocks noChangeAspect="1" noChangeArrowheads="1"/>
          </p:cNvSpPr>
          <p:nvPr/>
        </p:nvSpPr>
        <p:spPr bwMode="auto">
          <a:xfrm>
            <a:off x="9137204" y="5536998"/>
            <a:ext cx="60325" cy="66675"/>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25" name="Oval 87">
            <a:extLst>
              <a:ext uri="{FF2B5EF4-FFF2-40B4-BE49-F238E27FC236}">
                <a16:creationId xmlns:a16="http://schemas.microsoft.com/office/drawing/2014/main" xmlns="" id="{17FCC927-2156-4853-B989-D11C2DF29705}"/>
              </a:ext>
            </a:extLst>
          </p:cNvPr>
          <p:cNvSpPr>
            <a:spLocks noChangeAspect="1" noChangeArrowheads="1"/>
          </p:cNvSpPr>
          <p:nvPr/>
        </p:nvSpPr>
        <p:spPr bwMode="auto">
          <a:xfrm>
            <a:off x="9873804" y="5536998"/>
            <a:ext cx="60325" cy="66675"/>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226" name="Group 88">
            <a:extLst>
              <a:ext uri="{FF2B5EF4-FFF2-40B4-BE49-F238E27FC236}">
                <a16:creationId xmlns:a16="http://schemas.microsoft.com/office/drawing/2014/main" xmlns="" id="{416291FC-19FC-43DA-8DE6-2EA957686C25}"/>
              </a:ext>
            </a:extLst>
          </p:cNvPr>
          <p:cNvGrpSpPr>
            <a:grpSpLocks/>
          </p:cNvGrpSpPr>
          <p:nvPr/>
        </p:nvGrpSpPr>
        <p:grpSpPr bwMode="auto">
          <a:xfrm>
            <a:off x="9197529" y="5559223"/>
            <a:ext cx="1641475" cy="69850"/>
            <a:chOff x="4328" y="7872"/>
            <a:chExt cx="2162" cy="94"/>
          </a:xfrm>
        </p:grpSpPr>
        <p:sp>
          <p:nvSpPr>
            <p:cNvPr id="227" name="Line 89">
              <a:extLst>
                <a:ext uri="{FF2B5EF4-FFF2-40B4-BE49-F238E27FC236}">
                  <a16:creationId xmlns:a16="http://schemas.microsoft.com/office/drawing/2014/main" xmlns="" id="{4DA44689-1098-4C0D-96AD-E294CC0D6C65}"/>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28" name="Line 90">
              <a:extLst>
                <a:ext uri="{FF2B5EF4-FFF2-40B4-BE49-F238E27FC236}">
                  <a16:creationId xmlns:a16="http://schemas.microsoft.com/office/drawing/2014/main" xmlns="" id="{D5DE8550-0FAB-4DA4-B87B-C45C73457A98}"/>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229" name="Group 91">
            <a:extLst>
              <a:ext uri="{FF2B5EF4-FFF2-40B4-BE49-F238E27FC236}">
                <a16:creationId xmlns:a16="http://schemas.microsoft.com/office/drawing/2014/main" xmlns="" id="{D1F0A6AE-CAC4-4F44-B595-58FE810600DF}"/>
              </a:ext>
            </a:extLst>
          </p:cNvPr>
          <p:cNvGrpSpPr>
            <a:grpSpLocks/>
          </p:cNvGrpSpPr>
          <p:nvPr/>
        </p:nvGrpSpPr>
        <p:grpSpPr bwMode="auto">
          <a:xfrm>
            <a:off x="9200704" y="5276648"/>
            <a:ext cx="1641475" cy="71438"/>
            <a:chOff x="4328" y="7872"/>
            <a:chExt cx="2162" cy="94"/>
          </a:xfrm>
        </p:grpSpPr>
        <p:sp>
          <p:nvSpPr>
            <p:cNvPr id="230" name="Line 92">
              <a:extLst>
                <a:ext uri="{FF2B5EF4-FFF2-40B4-BE49-F238E27FC236}">
                  <a16:creationId xmlns:a16="http://schemas.microsoft.com/office/drawing/2014/main" xmlns="" id="{4C76AEFB-1992-48A6-9D97-6759537A21A7}"/>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31" name="Line 93">
              <a:extLst>
                <a:ext uri="{FF2B5EF4-FFF2-40B4-BE49-F238E27FC236}">
                  <a16:creationId xmlns:a16="http://schemas.microsoft.com/office/drawing/2014/main" xmlns="" id="{129601AF-F083-4287-AAD6-24A46DFE406A}"/>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232" name="Group 94">
            <a:extLst>
              <a:ext uri="{FF2B5EF4-FFF2-40B4-BE49-F238E27FC236}">
                <a16:creationId xmlns:a16="http://schemas.microsoft.com/office/drawing/2014/main" xmlns="" id="{0D149DB4-A89D-4E5F-923B-629545C8B237}"/>
              </a:ext>
            </a:extLst>
          </p:cNvPr>
          <p:cNvGrpSpPr>
            <a:grpSpLocks/>
          </p:cNvGrpSpPr>
          <p:nvPr/>
        </p:nvGrpSpPr>
        <p:grpSpPr bwMode="auto">
          <a:xfrm>
            <a:off x="9197529" y="5419523"/>
            <a:ext cx="1643062" cy="71438"/>
            <a:chOff x="4328" y="7872"/>
            <a:chExt cx="2162" cy="94"/>
          </a:xfrm>
        </p:grpSpPr>
        <p:sp>
          <p:nvSpPr>
            <p:cNvPr id="233" name="Line 95">
              <a:extLst>
                <a:ext uri="{FF2B5EF4-FFF2-40B4-BE49-F238E27FC236}">
                  <a16:creationId xmlns:a16="http://schemas.microsoft.com/office/drawing/2014/main" xmlns="" id="{93038835-4B5E-4CCC-8CEB-273C6BFEF7C7}"/>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34" name="Line 96">
              <a:extLst>
                <a:ext uri="{FF2B5EF4-FFF2-40B4-BE49-F238E27FC236}">
                  <a16:creationId xmlns:a16="http://schemas.microsoft.com/office/drawing/2014/main" xmlns="" id="{9F60BA56-11E7-4E62-BB19-FFC3478D82F6}"/>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235" name="Group 97">
            <a:extLst>
              <a:ext uri="{FF2B5EF4-FFF2-40B4-BE49-F238E27FC236}">
                <a16:creationId xmlns:a16="http://schemas.microsoft.com/office/drawing/2014/main" xmlns="" id="{67E04B88-E1D0-4736-BD4F-7E5C1D75723E}"/>
              </a:ext>
            </a:extLst>
          </p:cNvPr>
          <p:cNvGrpSpPr>
            <a:grpSpLocks/>
          </p:cNvGrpSpPr>
          <p:nvPr/>
        </p:nvGrpSpPr>
        <p:grpSpPr bwMode="auto">
          <a:xfrm>
            <a:off x="9197529" y="5695748"/>
            <a:ext cx="1641475" cy="69850"/>
            <a:chOff x="4328" y="7872"/>
            <a:chExt cx="2162" cy="94"/>
          </a:xfrm>
        </p:grpSpPr>
        <p:sp>
          <p:nvSpPr>
            <p:cNvPr id="236" name="Line 98">
              <a:extLst>
                <a:ext uri="{FF2B5EF4-FFF2-40B4-BE49-F238E27FC236}">
                  <a16:creationId xmlns:a16="http://schemas.microsoft.com/office/drawing/2014/main" xmlns="" id="{F7071159-0701-454B-9BBF-756017E144D5}"/>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37" name="Line 99">
              <a:extLst>
                <a:ext uri="{FF2B5EF4-FFF2-40B4-BE49-F238E27FC236}">
                  <a16:creationId xmlns:a16="http://schemas.microsoft.com/office/drawing/2014/main" xmlns="" id="{58AE96A8-D9F4-42BB-9F63-FC8F69408DCF}"/>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238" name="Group 100">
            <a:extLst>
              <a:ext uri="{FF2B5EF4-FFF2-40B4-BE49-F238E27FC236}">
                <a16:creationId xmlns:a16="http://schemas.microsoft.com/office/drawing/2014/main" xmlns="" id="{E7892795-80BD-419F-998E-B3321EB37073}"/>
              </a:ext>
            </a:extLst>
          </p:cNvPr>
          <p:cNvGrpSpPr>
            <a:grpSpLocks/>
          </p:cNvGrpSpPr>
          <p:nvPr/>
        </p:nvGrpSpPr>
        <p:grpSpPr bwMode="auto">
          <a:xfrm>
            <a:off x="9200704" y="5146473"/>
            <a:ext cx="1641475" cy="71438"/>
            <a:chOff x="4328" y="7872"/>
            <a:chExt cx="2162" cy="94"/>
          </a:xfrm>
        </p:grpSpPr>
        <p:sp>
          <p:nvSpPr>
            <p:cNvPr id="239" name="Line 101">
              <a:extLst>
                <a:ext uri="{FF2B5EF4-FFF2-40B4-BE49-F238E27FC236}">
                  <a16:creationId xmlns:a16="http://schemas.microsoft.com/office/drawing/2014/main" xmlns="" id="{9A42CDE1-A999-4FF4-B400-EE78D27CFC62}"/>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40" name="Line 102">
              <a:extLst>
                <a:ext uri="{FF2B5EF4-FFF2-40B4-BE49-F238E27FC236}">
                  <a16:creationId xmlns:a16="http://schemas.microsoft.com/office/drawing/2014/main" xmlns="" id="{B8C7B5A6-30EE-4F43-BC90-975925FD202A}"/>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grpSp>
      <p:grpSp>
        <p:nvGrpSpPr>
          <p:cNvPr id="241" name="Group 103">
            <a:extLst>
              <a:ext uri="{FF2B5EF4-FFF2-40B4-BE49-F238E27FC236}">
                <a16:creationId xmlns:a16="http://schemas.microsoft.com/office/drawing/2014/main" xmlns="" id="{519AC1F0-7B7A-44FC-9652-0351B4D619B0}"/>
              </a:ext>
            </a:extLst>
          </p:cNvPr>
          <p:cNvGrpSpPr>
            <a:grpSpLocks/>
          </p:cNvGrpSpPr>
          <p:nvPr/>
        </p:nvGrpSpPr>
        <p:grpSpPr bwMode="auto">
          <a:xfrm>
            <a:off x="10881899" y="5900536"/>
            <a:ext cx="1643062" cy="282575"/>
            <a:chOff x="4318" y="9273"/>
            <a:chExt cx="2163" cy="372"/>
          </a:xfrm>
        </p:grpSpPr>
        <p:grpSp>
          <p:nvGrpSpPr>
            <p:cNvPr id="242" name="Group 104">
              <a:extLst>
                <a:ext uri="{FF2B5EF4-FFF2-40B4-BE49-F238E27FC236}">
                  <a16:creationId xmlns:a16="http://schemas.microsoft.com/office/drawing/2014/main" xmlns="" id="{8B665E17-72BB-4F87-8C6F-D8D7CB8F1480}"/>
                </a:ext>
              </a:extLst>
            </p:cNvPr>
            <p:cNvGrpSpPr>
              <a:grpSpLocks/>
            </p:cNvGrpSpPr>
            <p:nvPr/>
          </p:nvGrpSpPr>
          <p:grpSpPr bwMode="auto">
            <a:xfrm>
              <a:off x="4319" y="9273"/>
              <a:ext cx="2162" cy="180"/>
              <a:chOff x="4319" y="9273"/>
              <a:chExt cx="2162" cy="180"/>
            </a:xfrm>
          </p:grpSpPr>
          <p:sp>
            <p:nvSpPr>
              <p:cNvPr id="250" name="Line 105">
                <a:extLst>
                  <a:ext uri="{FF2B5EF4-FFF2-40B4-BE49-F238E27FC236}">
                    <a16:creationId xmlns:a16="http://schemas.microsoft.com/office/drawing/2014/main" xmlns="" id="{6FAC0298-F5FA-4319-8039-5ED38017B337}"/>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p>
            </p:txBody>
          </p:sp>
          <p:sp>
            <p:nvSpPr>
              <p:cNvPr id="251" name="Oval 106">
                <a:extLst>
                  <a:ext uri="{FF2B5EF4-FFF2-40B4-BE49-F238E27FC236}">
                    <a16:creationId xmlns:a16="http://schemas.microsoft.com/office/drawing/2014/main" xmlns="" id="{47BE3151-EE69-42E0-A925-E06B27EA84F1}"/>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52" name="Oval 107">
                <a:extLst>
                  <a:ext uri="{FF2B5EF4-FFF2-40B4-BE49-F238E27FC236}">
                    <a16:creationId xmlns:a16="http://schemas.microsoft.com/office/drawing/2014/main" xmlns="" id="{B67E0691-B3D0-469D-B9F6-E0B876D19837}"/>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53" name="Line 108">
                <a:extLst>
                  <a:ext uri="{FF2B5EF4-FFF2-40B4-BE49-F238E27FC236}">
                    <a16:creationId xmlns:a16="http://schemas.microsoft.com/office/drawing/2014/main" xmlns="" id="{EB9535E1-4DF1-4B82-9034-7A19E3996FD1}"/>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p>
            </p:txBody>
          </p:sp>
          <p:sp>
            <p:nvSpPr>
              <p:cNvPr id="254" name="Oval 109">
                <a:extLst>
                  <a:ext uri="{FF2B5EF4-FFF2-40B4-BE49-F238E27FC236}">
                    <a16:creationId xmlns:a16="http://schemas.microsoft.com/office/drawing/2014/main" xmlns="" id="{6456745B-98C7-4169-89B3-A193C63FFFF2}"/>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55" name="Oval 110">
                <a:extLst>
                  <a:ext uri="{FF2B5EF4-FFF2-40B4-BE49-F238E27FC236}">
                    <a16:creationId xmlns:a16="http://schemas.microsoft.com/office/drawing/2014/main" xmlns="" id="{EE597907-DC0C-4190-934C-D534C4E8B670}"/>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grpSp>
        <p:grpSp>
          <p:nvGrpSpPr>
            <p:cNvPr id="243" name="Group 111">
              <a:extLst>
                <a:ext uri="{FF2B5EF4-FFF2-40B4-BE49-F238E27FC236}">
                  <a16:creationId xmlns:a16="http://schemas.microsoft.com/office/drawing/2014/main" xmlns="" id="{44F571C8-EE06-4B0E-8D21-EDB7CD42A7B2}"/>
                </a:ext>
              </a:extLst>
            </p:cNvPr>
            <p:cNvGrpSpPr>
              <a:grpSpLocks/>
            </p:cNvGrpSpPr>
            <p:nvPr/>
          </p:nvGrpSpPr>
          <p:grpSpPr bwMode="auto">
            <a:xfrm>
              <a:off x="4318" y="9465"/>
              <a:ext cx="2162" cy="180"/>
              <a:chOff x="4319" y="9273"/>
              <a:chExt cx="2162" cy="180"/>
            </a:xfrm>
          </p:grpSpPr>
          <p:sp>
            <p:nvSpPr>
              <p:cNvPr id="244" name="Line 112">
                <a:extLst>
                  <a:ext uri="{FF2B5EF4-FFF2-40B4-BE49-F238E27FC236}">
                    <a16:creationId xmlns:a16="http://schemas.microsoft.com/office/drawing/2014/main" xmlns="" id="{963C88FC-AFF8-4818-907A-953732C0C2C8}"/>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p>
            </p:txBody>
          </p:sp>
          <p:sp>
            <p:nvSpPr>
              <p:cNvPr id="245" name="Oval 113">
                <a:extLst>
                  <a:ext uri="{FF2B5EF4-FFF2-40B4-BE49-F238E27FC236}">
                    <a16:creationId xmlns:a16="http://schemas.microsoft.com/office/drawing/2014/main" xmlns="" id="{3C4E826B-0476-434C-A502-88A5C248E1B4}"/>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46" name="Oval 114">
                <a:extLst>
                  <a:ext uri="{FF2B5EF4-FFF2-40B4-BE49-F238E27FC236}">
                    <a16:creationId xmlns:a16="http://schemas.microsoft.com/office/drawing/2014/main" xmlns="" id="{14E0FCAE-A7F3-452A-916F-954EF9543D56}"/>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47" name="Line 115">
                <a:extLst>
                  <a:ext uri="{FF2B5EF4-FFF2-40B4-BE49-F238E27FC236}">
                    <a16:creationId xmlns:a16="http://schemas.microsoft.com/office/drawing/2014/main" xmlns="" id="{E7B06DAD-1A6A-4C44-B63E-20C55FAE6E56}"/>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p>
            </p:txBody>
          </p:sp>
          <p:sp>
            <p:nvSpPr>
              <p:cNvPr id="248" name="Oval 116">
                <a:extLst>
                  <a:ext uri="{FF2B5EF4-FFF2-40B4-BE49-F238E27FC236}">
                    <a16:creationId xmlns:a16="http://schemas.microsoft.com/office/drawing/2014/main" xmlns="" id="{8363DB8A-2A79-4FA2-AC92-6C1F1E193364}"/>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49" name="Oval 117">
                <a:extLst>
                  <a:ext uri="{FF2B5EF4-FFF2-40B4-BE49-F238E27FC236}">
                    <a16:creationId xmlns:a16="http://schemas.microsoft.com/office/drawing/2014/main" xmlns="" id="{EBC9CADA-4A0F-4706-B697-2CF20472B68E}"/>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grpSp>
      </p:grpSp>
      <p:grpSp>
        <p:nvGrpSpPr>
          <p:cNvPr id="256" name="Group 118">
            <a:extLst>
              <a:ext uri="{FF2B5EF4-FFF2-40B4-BE49-F238E27FC236}">
                <a16:creationId xmlns:a16="http://schemas.microsoft.com/office/drawing/2014/main" xmlns="" id="{40A5F074-838F-46A1-AF5D-44E954D1C54E}"/>
              </a:ext>
            </a:extLst>
          </p:cNvPr>
          <p:cNvGrpSpPr>
            <a:grpSpLocks/>
          </p:cNvGrpSpPr>
          <p:nvPr/>
        </p:nvGrpSpPr>
        <p:grpSpPr bwMode="auto">
          <a:xfrm>
            <a:off x="10885074" y="5759248"/>
            <a:ext cx="1641475" cy="136525"/>
            <a:chOff x="4319" y="9273"/>
            <a:chExt cx="2162" cy="180"/>
          </a:xfrm>
        </p:grpSpPr>
        <p:sp>
          <p:nvSpPr>
            <p:cNvPr id="257" name="Line 119">
              <a:extLst>
                <a:ext uri="{FF2B5EF4-FFF2-40B4-BE49-F238E27FC236}">
                  <a16:creationId xmlns:a16="http://schemas.microsoft.com/office/drawing/2014/main" xmlns="" id="{4BB6EA75-1F1A-4C65-BE36-F59647DA7182}"/>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p>
          </p:txBody>
        </p:sp>
        <p:sp>
          <p:nvSpPr>
            <p:cNvPr id="258" name="Oval 120">
              <a:extLst>
                <a:ext uri="{FF2B5EF4-FFF2-40B4-BE49-F238E27FC236}">
                  <a16:creationId xmlns:a16="http://schemas.microsoft.com/office/drawing/2014/main" xmlns="" id="{2B4A512E-FC24-469C-9246-A67B9AE24526}"/>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59" name="Oval 121">
              <a:extLst>
                <a:ext uri="{FF2B5EF4-FFF2-40B4-BE49-F238E27FC236}">
                  <a16:creationId xmlns:a16="http://schemas.microsoft.com/office/drawing/2014/main" xmlns="" id="{CF23D4BF-8911-4CD7-8A63-8F9C9FCD8D24}"/>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0" name="Line 122">
              <a:extLst>
                <a:ext uri="{FF2B5EF4-FFF2-40B4-BE49-F238E27FC236}">
                  <a16:creationId xmlns:a16="http://schemas.microsoft.com/office/drawing/2014/main" xmlns="" id="{4EBC08F3-77E4-4A87-A688-A6B3B443F2D5}"/>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p>
          </p:txBody>
        </p:sp>
        <p:sp>
          <p:nvSpPr>
            <p:cNvPr id="261" name="Oval 123">
              <a:extLst>
                <a:ext uri="{FF2B5EF4-FFF2-40B4-BE49-F238E27FC236}">
                  <a16:creationId xmlns:a16="http://schemas.microsoft.com/office/drawing/2014/main" xmlns="" id="{5E994024-A18C-4511-A8BF-18DCB81259F3}"/>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2" name="Oval 124">
              <a:extLst>
                <a:ext uri="{FF2B5EF4-FFF2-40B4-BE49-F238E27FC236}">
                  <a16:creationId xmlns:a16="http://schemas.microsoft.com/office/drawing/2014/main" xmlns="" id="{9E7C71E8-DFC0-466E-B50A-28E2CD322EA7}"/>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grpSp>
      <p:grpSp>
        <p:nvGrpSpPr>
          <p:cNvPr id="263" name="Group 125">
            <a:extLst>
              <a:ext uri="{FF2B5EF4-FFF2-40B4-BE49-F238E27FC236}">
                <a16:creationId xmlns:a16="http://schemas.microsoft.com/office/drawing/2014/main" xmlns="" id="{AE22801D-DB97-4B49-AC6D-CE31E79D772B}"/>
              </a:ext>
            </a:extLst>
          </p:cNvPr>
          <p:cNvGrpSpPr>
            <a:grpSpLocks/>
          </p:cNvGrpSpPr>
          <p:nvPr/>
        </p:nvGrpSpPr>
        <p:grpSpPr bwMode="auto">
          <a:xfrm>
            <a:off x="10885074" y="5621136"/>
            <a:ext cx="1641475" cy="136525"/>
            <a:chOff x="4319" y="9273"/>
            <a:chExt cx="2162" cy="180"/>
          </a:xfrm>
        </p:grpSpPr>
        <p:sp>
          <p:nvSpPr>
            <p:cNvPr id="264" name="Line 126">
              <a:extLst>
                <a:ext uri="{FF2B5EF4-FFF2-40B4-BE49-F238E27FC236}">
                  <a16:creationId xmlns:a16="http://schemas.microsoft.com/office/drawing/2014/main" xmlns="" id="{623E15B1-C106-4371-8415-7FB4CA13B95E}"/>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p>
          </p:txBody>
        </p:sp>
        <p:sp>
          <p:nvSpPr>
            <p:cNvPr id="265" name="Oval 127">
              <a:extLst>
                <a:ext uri="{FF2B5EF4-FFF2-40B4-BE49-F238E27FC236}">
                  <a16:creationId xmlns:a16="http://schemas.microsoft.com/office/drawing/2014/main" xmlns="" id="{7D16BB29-796E-4E54-BFAD-FCFEE3EC76FB}"/>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6" name="Oval 128">
              <a:extLst>
                <a:ext uri="{FF2B5EF4-FFF2-40B4-BE49-F238E27FC236}">
                  <a16:creationId xmlns:a16="http://schemas.microsoft.com/office/drawing/2014/main" xmlns="" id="{55C1AA3D-C02C-4E6C-88A3-B28F1E74B7E5}"/>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7" name="Line 129">
              <a:extLst>
                <a:ext uri="{FF2B5EF4-FFF2-40B4-BE49-F238E27FC236}">
                  <a16:creationId xmlns:a16="http://schemas.microsoft.com/office/drawing/2014/main" xmlns="" id="{4845895A-FBDA-4536-AC48-7246119342E7}"/>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p>
          </p:txBody>
        </p:sp>
        <p:sp>
          <p:nvSpPr>
            <p:cNvPr id="268" name="Oval 130">
              <a:extLst>
                <a:ext uri="{FF2B5EF4-FFF2-40B4-BE49-F238E27FC236}">
                  <a16:creationId xmlns:a16="http://schemas.microsoft.com/office/drawing/2014/main" xmlns="" id="{0CDCC90F-3B3E-4B63-B451-58B434B67DE4}"/>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69" name="Oval 131">
              <a:extLst>
                <a:ext uri="{FF2B5EF4-FFF2-40B4-BE49-F238E27FC236}">
                  <a16:creationId xmlns:a16="http://schemas.microsoft.com/office/drawing/2014/main" xmlns="" id="{60271C6B-4E00-47B1-BCD3-398A03573EBA}"/>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楷体_GB2312" pitchFamily="49" charset="-122"/>
                <a:ea typeface="楷体_GB2312" pitchFamily="49" charset="-122"/>
              </a:endParaRPr>
            </a:p>
          </p:txBody>
        </p:sp>
      </p:grpSp>
      <p:sp>
        <p:nvSpPr>
          <p:cNvPr id="270" name="Line 132">
            <a:extLst>
              <a:ext uri="{FF2B5EF4-FFF2-40B4-BE49-F238E27FC236}">
                <a16:creationId xmlns:a16="http://schemas.microsoft.com/office/drawing/2014/main" xmlns="" id="{12100BDA-8AED-42E6-8542-E0600C7D4512}"/>
              </a:ext>
            </a:extLst>
          </p:cNvPr>
          <p:cNvSpPr>
            <a:spLocks noChangeShapeType="1"/>
          </p:cNvSpPr>
          <p:nvPr/>
        </p:nvSpPr>
        <p:spPr bwMode="auto">
          <a:xfrm>
            <a:off x="10886661" y="5514773"/>
            <a:ext cx="1641475" cy="1588"/>
          </a:xfrm>
          <a:prstGeom prst="line">
            <a:avLst/>
          </a:prstGeom>
          <a:noFill/>
          <a:ln w="22225">
            <a:solidFill>
              <a:srgbClr val="000000"/>
            </a:solidFill>
            <a:round/>
            <a:headEnd/>
            <a:tailEnd/>
          </a:ln>
        </p:spPr>
        <p:txBody>
          <a:bodyPr/>
          <a:lstStyle/>
          <a:p>
            <a:endParaRPr lang="zh-CN" altLang="en-US"/>
          </a:p>
        </p:txBody>
      </p:sp>
      <p:sp>
        <p:nvSpPr>
          <p:cNvPr id="271" name="Oval 133">
            <a:extLst>
              <a:ext uri="{FF2B5EF4-FFF2-40B4-BE49-F238E27FC236}">
                <a16:creationId xmlns:a16="http://schemas.microsoft.com/office/drawing/2014/main" xmlns="" id="{7B7BFC4D-9F14-4355-A298-4A71AC0C6162}"/>
              </a:ext>
            </a:extLst>
          </p:cNvPr>
          <p:cNvSpPr>
            <a:spLocks noChangeAspect="1" noChangeArrowheads="1"/>
          </p:cNvSpPr>
          <p:nvPr/>
        </p:nvSpPr>
        <p:spPr bwMode="auto">
          <a:xfrm>
            <a:off x="11172411" y="5486198"/>
            <a:ext cx="58738" cy="65088"/>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72" name="Oval 134">
            <a:extLst>
              <a:ext uri="{FF2B5EF4-FFF2-40B4-BE49-F238E27FC236}">
                <a16:creationId xmlns:a16="http://schemas.microsoft.com/office/drawing/2014/main" xmlns="" id="{E450EB06-CD2C-4547-8DBD-D3627F560820}"/>
              </a:ext>
            </a:extLst>
          </p:cNvPr>
          <p:cNvSpPr>
            <a:spLocks noChangeAspect="1" noChangeArrowheads="1"/>
          </p:cNvSpPr>
          <p:nvPr/>
        </p:nvSpPr>
        <p:spPr bwMode="auto">
          <a:xfrm>
            <a:off x="11755024" y="5481436"/>
            <a:ext cx="61912" cy="66675"/>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73" name="Line 135">
            <a:extLst>
              <a:ext uri="{FF2B5EF4-FFF2-40B4-BE49-F238E27FC236}">
                <a16:creationId xmlns:a16="http://schemas.microsoft.com/office/drawing/2014/main" xmlns="" id="{AB93A379-A58F-4051-AEFA-0730FA540488}"/>
              </a:ext>
            </a:extLst>
          </p:cNvPr>
          <p:cNvSpPr>
            <a:spLocks noChangeShapeType="1"/>
          </p:cNvSpPr>
          <p:nvPr/>
        </p:nvSpPr>
        <p:spPr bwMode="auto">
          <a:xfrm>
            <a:off x="10885074" y="5586211"/>
            <a:ext cx="1643062" cy="1587"/>
          </a:xfrm>
          <a:prstGeom prst="line">
            <a:avLst/>
          </a:prstGeom>
          <a:noFill/>
          <a:ln w="22225">
            <a:solidFill>
              <a:srgbClr val="000000"/>
            </a:solidFill>
            <a:round/>
            <a:headEnd/>
            <a:tailEnd/>
          </a:ln>
        </p:spPr>
        <p:txBody>
          <a:bodyPr/>
          <a:lstStyle/>
          <a:p>
            <a:endParaRPr lang="zh-CN" altLang="en-US"/>
          </a:p>
        </p:txBody>
      </p:sp>
      <p:sp>
        <p:nvSpPr>
          <p:cNvPr id="274" name="Oval 136">
            <a:extLst>
              <a:ext uri="{FF2B5EF4-FFF2-40B4-BE49-F238E27FC236}">
                <a16:creationId xmlns:a16="http://schemas.microsoft.com/office/drawing/2014/main" xmlns="" id="{726A87A8-64DF-48AC-AC16-417A67E861C4}"/>
              </a:ext>
            </a:extLst>
          </p:cNvPr>
          <p:cNvSpPr>
            <a:spLocks noChangeAspect="1" noChangeArrowheads="1"/>
          </p:cNvSpPr>
          <p:nvPr/>
        </p:nvSpPr>
        <p:spPr bwMode="auto">
          <a:xfrm>
            <a:off x="11447049" y="5551286"/>
            <a:ext cx="60325" cy="66675"/>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75" name="Oval 137">
            <a:extLst>
              <a:ext uri="{FF2B5EF4-FFF2-40B4-BE49-F238E27FC236}">
                <a16:creationId xmlns:a16="http://schemas.microsoft.com/office/drawing/2014/main" xmlns="" id="{6338233B-6DF7-4EBF-9C82-5A5550954FF4}"/>
              </a:ext>
            </a:extLst>
          </p:cNvPr>
          <p:cNvSpPr>
            <a:spLocks noChangeAspect="1" noChangeArrowheads="1"/>
          </p:cNvSpPr>
          <p:nvPr/>
        </p:nvSpPr>
        <p:spPr bwMode="auto">
          <a:xfrm>
            <a:off x="12183649" y="5551286"/>
            <a:ext cx="60325" cy="66675"/>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nvGrpSpPr>
          <p:cNvPr id="276" name="Group 138">
            <a:extLst>
              <a:ext uri="{FF2B5EF4-FFF2-40B4-BE49-F238E27FC236}">
                <a16:creationId xmlns:a16="http://schemas.microsoft.com/office/drawing/2014/main" xmlns="" id="{0935723A-8086-47FF-9630-99D1F86CE221}"/>
              </a:ext>
            </a:extLst>
          </p:cNvPr>
          <p:cNvGrpSpPr>
            <a:grpSpLocks/>
          </p:cNvGrpSpPr>
          <p:nvPr/>
        </p:nvGrpSpPr>
        <p:grpSpPr bwMode="auto">
          <a:xfrm>
            <a:off x="10881899" y="5076623"/>
            <a:ext cx="1641475" cy="69850"/>
            <a:chOff x="4328" y="7872"/>
            <a:chExt cx="2162" cy="94"/>
          </a:xfrm>
        </p:grpSpPr>
        <p:sp>
          <p:nvSpPr>
            <p:cNvPr id="277" name="Line 139">
              <a:extLst>
                <a:ext uri="{FF2B5EF4-FFF2-40B4-BE49-F238E27FC236}">
                  <a16:creationId xmlns:a16="http://schemas.microsoft.com/office/drawing/2014/main" xmlns="" id="{8B0C1CD1-607E-4065-BC1C-C8DEF25C05D2}"/>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278" name="Line 140">
              <a:extLst>
                <a:ext uri="{FF2B5EF4-FFF2-40B4-BE49-F238E27FC236}">
                  <a16:creationId xmlns:a16="http://schemas.microsoft.com/office/drawing/2014/main" xmlns="" id="{EBBC6D9F-9C41-4F91-95F1-5C7598EE59B0}"/>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grpSp>
        <p:nvGrpSpPr>
          <p:cNvPr id="279" name="Group 141">
            <a:extLst>
              <a:ext uri="{FF2B5EF4-FFF2-40B4-BE49-F238E27FC236}">
                <a16:creationId xmlns:a16="http://schemas.microsoft.com/office/drawing/2014/main" xmlns="" id="{156C7603-5270-4283-8FAA-F169D04C5953}"/>
              </a:ext>
            </a:extLst>
          </p:cNvPr>
          <p:cNvGrpSpPr>
            <a:grpSpLocks/>
          </p:cNvGrpSpPr>
          <p:nvPr/>
        </p:nvGrpSpPr>
        <p:grpSpPr bwMode="auto">
          <a:xfrm>
            <a:off x="10885074" y="4794048"/>
            <a:ext cx="1641475" cy="71438"/>
            <a:chOff x="4328" y="7872"/>
            <a:chExt cx="2162" cy="94"/>
          </a:xfrm>
        </p:grpSpPr>
        <p:sp>
          <p:nvSpPr>
            <p:cNvPr id="280" name="Line 142">
              <a:extLst>
                <a:ext uri="{FF2B5EF4-FFF2-40B4-BE49-F238E27FC236}">
                  <a16:creationId xmlns:a16="http://schemas.microsoft.com/office/drawing/2014/main" xmlns="" id="{450F583E-1F85-420F-AEC7-CB90B76A9599}"/>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281" name="Line 143">
              <a:extLst>
                <a:ext uri="{FF2B5EF4-FFF2-40B4-BE49-F238E27FC236}">
                  <a16:creationId xmlns:a16="http://schemas.microsoft.com/office/drawing/2014/main" xmlns="" id="{5554709B-D6B1-41A4-8C4F-FE11ECCC0B68}"/>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grpSp>
        <p:nvGrpSpPr>
          <p:cNvPr id="282" name="Group 144">
            <a:extLst>
              <a:ext uri="{FF2B5EF4-FFF2-40B4-BE49-F238E27FC236}">
                <a16:creationId xmlns:a16="http://schemas.microsoft.com/office/drawing/2014/main" xmlns="" id="{686FD859-698D-4E5D-8FCA-1B667428ECCE}"/>
              </a:ext>
            </a:extLst>
          </p:cNvPr>
          <p:cNvGrpSpPr>
            <a:grpSpLocks/>
          </p:cNvGrpSpPr>
          <p:nvPr/>
        </p:nvGrpSpPr>
        <p:grpSpPr bwMode="auto">
          <a:xfrm>
            <a:off x="10883486" y="4936923"/>
            <a:ext cx="1643063" cy="71438"/>
            <a:chOff x="4328" y="7872"/>
            <a:chExt cx="2162" cy="94"/>
          </a:xfrm>
        </p:grpSpPr>
        <p:sp>
          <p:nvSpPr>
            <p:cNvPr id="283" name="Line 145">
              <a:extLst>
                <a:ext uri="{FF2B5EF4-FFF2-40B4-BE49-F238E27FC236}">
                  <a16:creationId xmlns:a16="http://schemas.microsoft.com/office/drawing/2014/main" xmlns="" id="{F9789E53-2410-4B92-A1FA-0210040A7A43}"/>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284" name="Line 146">
              <a:extLst>
                <a:ext uri="{FF2B5EF4-FFF2-40B4-BE49-F238E27FC236}">
                  <a16:creationId xmlns:a16="http://schemas.microsoft.com/office/drawing/2014/main" xmlns="" id="{D8482EE5-DCB6-4C20-ABF4-51F6442B847F}"/>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grpSp>
        <p:nvGrpSpPr>
          <p:cNvPr id="285" name="Group 147">
            <a:extLst>
              <a:ext uri="{FF2B5EF4-FFF2-40B4-BE49-F238E27FC236}">
                <a16:creationId xmlns:a16="http://schemas.microsoft.com/office/drawing/2014/main" xmlns="" id="{56BBCD82-1CD0-4D4F-B630-5D3A8DED2C29}"/>
              </a:ext>
            </a:extLst>
          </p:cNvPr>
          <p:cNvGrpSpPr>
            <a:grpSpLocks/>
          </p:cNvGrpSpPr>
          <p:nvPr/>
        </p:nvGrpSpPr>
        <p:grpSpPr bwMode="auto">
          <a:xfrm>
            <a:off x="10881899" y="5213148"/>
            <a:ext cx="1641475" cy="69850"/>
            <a:chOff x="4328" y="7872"/>
            <a:chExt cx="2162" cy="94"/>
          </a:xfrm>
        </p:grpSpPr>
        <p:sp>
          <p:nvSpPr>
            <p:cNvPr id="286" name="Line 148">
              <a:extLst>
                <a:ext uri="{FF2B5EF4-FFF2-40B4-BE49-F238E27FC236}">
                  <a16:creationId xmlns:a16="http://schemas.microsoft.com/office/drawing/2014/main" xmlns="" id="{A2892B6B-515D-4B80-A9D0-F4ABA0217B0A}"/>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287" name="Line 149">
              <a:extLst>
                <a:ext uri="{FF2B5EF4-FFF2-40B4-BE49-F238E27FC236}">
                  <a16:creationId xmlns:a16="http://schemas.microsoft.com/office/drawing/2014/main" xmlns="" id="{49CBD012-5D45-4778-8FC7-13EA2FDF2594}"/>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grpSp>
        <p:nvGrpSpPr>
          <p:cNvPr id="288" name="Group 150">
            <a:extLst>
              <a:ext uri="{FF2B5EF4-FFF2-40B4-BE49-F238E27FC236}">
                <a16:creationId xmlns:a16="http://schemas.microsoft.com/office/drawing/2014/main" xmlns="" id="{50567407-76B7-4801-A0F4-2AA447647550}"/>
              </a:ext>
            </a:extLst>
          </p:cNvPr>
          <p:cNvGrpSpPr>
            <a:grpSpLocks/>
          </p:cNvGrpSpPr>
          <p:nvPr/>
        </p:nvGrpSpPr>
        <p:grpSpPr bwMode="auto">
          <a:xfrm>
            <a:off x="10885074" y="4663873"/>
            <a:ext cx="1641475" cy="71438"/>
            <a:chOff x="4328" y="7872"/>
            <a:chExt cx="2162" cy="94"/>
          </a:xfrm>
        </p:grpSpPr>
        <p:sp>
          <p:nvSpPr>
            <p:cNvPr id="289" name="Line 151">
              <a:extLst>
                <a:ext uri="{FF2B5EF4-FFF2-40B4-BE49-F238E27FC236}">
                  <a16:creationId xmlns:a16="http://schemas.microsoft.com/office/drawing/2014/main" xmlns="" id="{7E9329B2-A35E-4371-88E9-8E0D49522B86}"/>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290" name="Line 152">
              <a:extLst>
                <a:ext uri="{FF2B5EF4-FFF2-40B4-BE49-F238E27FC236}">
                  <a16:creationId xmlns:a16="http://schemas.microsoft.com/office/drawing/2014/main" xmlns="" id="{967B23ED-5E0E-4F1A-8A63-AF0DC3278253}"/>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sp>
        <p:nvSpPr>
          <p:cNvPr id="291" name="Text Box 153">
            <a:extLst>
              <a:ext uri="{FF2B5EF4-FFF2-40B4-BE49-F238E27FC236}">
                <a16:creationId xmlns:a16="http://schemas.microsoft.com/office/drawing/2014/main" xmlns="" id="{A83B9DAE-893E-4B33-87F6-DBACE7E83D18}"/>
              </a:ext>
            </a:extLst>
          </p:cNvPr>
          <p:cNvSpPr txBox="1">
            <a:spLocks noChangeArrowheads="1"/>
          </p:cNvSpPr>
          <p:nvPr/>
        </p:nvSpPr>
        <p:spPr bwMode="auto">
          <a:xfrm>
            <a:off x="12558934" y="4975023"/>
            <a:ext cx="788987" cy="327025"/>
          </a:xfrm>
          <a:prstGeom prst="rect">
            <a:avLst/>
          </a:prstGeom>
          <a:solidFill>
            <a:srgbClr val="FFFFFF"/>
          </a:solidFill>
          <a:ln w="22225">
            <a:noFill/>
            <a:miter lim="800000"/>
            <a:headEnd/>
            <a:tailEnd/>
          </a:ln>
        </p:spPr>
        <p:txBody>
          <a:bodyPr lIns="0" tIns="0" rIns="0" bIns="0"/>
          <a:lstStyle/>
          <a:p>
            <a:pPr algn="just" defTabSz="914400"/>
            <a:r>
              <a:rPr lang="zh-CN" altLang="en-US" b="1">
                <a:latin typeface="黑体" pitchFamily="2" charset="-122"/>
                <a:ea typeface="黑体" pitchFamily="2" charset="-122"/>
              </a:rPr>
              <a:t>导带</a:t>
            </a:r>
          </a:p>
        </p:txBody>
      </p:sp>
      <p:sp>
        <p:nvSpPr>
          <p:cNvPr id="292" name="Text Box 154">
            <a:extLst>
              <a:ext uri="{FF2B5EF4-FFF2-40B4-BE49-F238E27FC236}">
                <a16:creationId xmlns:a16="http://schemas.microsoft.com/office/drawing/2014/main" xmlns="" id="{FC45DFAD-E780-44B7-8C88-2A82E7FDBC1C}"/>
              </a:ext>
            </a:extLst>
          </p:cNvPr>
          <p:cNvSpPr txBox="1">
            <a:spLocks noChangeArrowheads="1"/>
          </p:cNvSpPr>
          <p:nvPr/>
        </p:nvSpPr>
        <p:spPr bwMode="auto">
          <a:xfrm>
            <a:off x="8442017" y="6567131"/>
            <a:ext cx="3060493" cy="533400"/>
          </a:xfrm>
          <a:prstGeom prst="rect">
            <a:avLst/>
          </a:prstGeom>
          <a:solidFill>
            <a:srgbClr val="FFFFFF"/>
          </a:solidFill>
          <a:ln w="9525">
            <a:noFill/>
            <a:miter lim="800000"/>
            <a:headEnd/>
            <a:tailEnd/>
          </a:ln>
        </p:spPr>
        <p:txBody>
          <a:bodyPr lIns="0" tIns="0" rIns="0" bIns="0" anchor="ctr"/>
          <a:lstStyle/>
          <a:p>
            <a:pPr algn="ctr" defTabSz="914400"/>
            <a:r>
              <a:rPr lang="zh-CN" altLang="en-US" sz="2800" b="1" dirty="0">
                <a:solidFill>
                  <a:srgbClr val="FF00FF"/>
                </a:solidFill>
                <a:latin typeface="Times New Roman" pitchFamily="18" charset="0"/>
                <a:ea typeface="微软雅黑" pitchFamily="34" charset="-122"/>
                <a:cs typeface="Times New Roman" pitchFamily="18" charset="0"/>
              </a:rPr>
              <a:t>金属导体的能带</a:t>
            </a:r>
          </a:p>
        </p:txBody>
      </p:sp>
      <p:sp>
        <p:nvSpPr>
          <p:cNvPr id="293" name="Text Box 155">
            <a:extLst>
              <a:ext uri="{FF2B5EF4-FFF2-40B4-BE49-F238E27FC236}">
                <a16:creationId xmlns:a16="http://schemas.microsoft.com/office/drawing/2014/main" xmlns="" id="{D896FF4E-64F9-4F86-9A1A-E61482A07B91}"/>
              </a:ext>
            </a:extLst>
          </p:cNvPr>
          <p:cNvSpPr txBox="1">
            <a:spLocks noChangeArrowheads="1"/>
          </p:cNvSpPr>
          <p:nvPr/>
        </p:nvSpPr>
        <p:spPr bwMode="auto">
          <a:xfrm>
            <a:off x="7542544" y="6238673"/>
            <a:ext cx="563562" cy="307975"/>
          </a:xfrm>
          <a:prstGeom prst="rect">
            <a:avLst/>
          </a:prstGeom>
          <a:solidFill>
            <a:srgbClr val="FFFFFF"/>
          </a:solidFill>
          <a:ln w="22225">
            <a:noFill/>
            <a:miter lim="800000"/>
            <a:headEnd/>
            <a:tailEnd/>
          </a:ln>
        </p:spPr>
        <p:txBody>
          <a:bodyPr lIns="0" tIns="0" rIns="0" bIns="0"/>
          <a:lstStyle/>
          <a:p>
            <a:pPr algn="just" defTabSz="914400"/>
            <a:r>
              <a:rPr lang="en-US" altLang="zh-CN" sz="1600" b="1">
                <a:latin typeface="Times New Roman" pitchFamily="18" charset="0"/>
                <a:ea typeface="微软雅黑" pitchFamily="34" charset="-122"/>
                <a:cs typeface="Times New Roman" pitchFamily="18" charset="0"/>
              </a:rPr>
              <a:t>(a)</a:t>
            </a:r>
          </a:p>
        </p:txBody>
      </p:sp>
      <p:sp>
        <p:nvSpPr>
          <p:cNvPr id="294" name="Text Box 156">
            <a:extLst>
              <a:ext uri="{FF2B5EF4-FFF2-40B4-BE49-F238E27FC236}">
                <a16:creationId xmlns:a16="http://schemas.microsoft.com/office/drawing/2014/main" xmlns="" id="{B1EC8A10-23F0-4F17-96DD-8B023AD71627}"/>
              </a:ext>
            </a:extLst>
          </p:cNvPr>
          <p:cNvSpPr txBox="1">
            <a:spLocks noChangeArrowheads="1"/>
          </p:cNvSpPr>
          <p:nvPr/>
        </p:nvSpPr>
        <p:spPr bwMode="auto">
          <a:xfrm>
            <a:off x="9468991" y="6189461"/>
            <a:ext cx="539750" cy="268287"/>
          </a:xfrm>
          <a:prstGeom prst="rect">
            <a:avLst/>
          </a:prstGeom>
          <a:solidFill>
            <a:srgbClr val="FFFFFF"/>
          </a:solidFill>
          <a:ln w="22225">
            <a:noFill/>
            <a:miter lim="800000"/>
            <a:headEnd/>
            <a:tailEnd/>
          </a:ln>
        </p:spPr>
        <p:txBody>
          <a:bodyPr lIns="0" tIns="0" rIns="0" bIns="0"/>
          <a:lstStyle/>
          <a:p>
            <a:pPr algn="just" defTabSz="914400"/>
            <a:r>
              <a:rPr lang="en-US" altLang="zh-CN" sz="1600" b="1">
                <a:latin typeface="Times New Roman" pitchFamily="18" charset="0"/>
                <a:ea typeface="微软雅黑" pitchFamily="34" charset="-122"/>
                <a:cs typeface="Times New Roman" pitchFamily="18" charset="0"/>
              </a:rPr>
              <a:t>(b)</a:t>
            </a:r>
          </a:p>
        </p:txBody>
      </p:sp>
      <p:sp>
        <p:nvSpPr>
          <p:cNvPr id="295" name="Text Box 157">
            <a:extLst>
              <a:ext uri="{FF2B5EF4-FFF2-40B4-BE49-F238E27FC236}">
                <a16:creationId xmlns:a16="http://schemas.microsoft.com/office/drawing/2014/main" xmlns="" id="{9A83A03D-866C-43F8-9C34-DC0D2A2B723B}"/>
              </a:ext>
            </a:extLst>
          </p:cNvPr>
          <p:cNvSpPr txBox="1">
            <a:spLocks noChangeArrowheads="1"/>
          </p:cNvSpPr>
          <p:nvPr/>
        </p:nvSpPr>
        <p:spPr bwMode="auto">
          <a:xfrm>
            <a:off x="11559761" y="6229148"/>
            <a:ext cx="441325" cy="317500"/>
          </a:xfrm>
          <a:prstGeom prst="rect">
            <a:avLst/>
          </a:prstGeom>
          <a:solidFill>
            <a:srgbClr val="FFFFFF"/>
          </a:solidFill>
          <a:ln w="22225">
            <a:noFill/>
            <a:miter lim="800000"/>
            <a:headEnd/>
            <a:tailEnd/>
          </a:ln>
        </p:spPr>
        <p:txBody>
          <a:bodyPr lIns="0" tIns="0" rIns="0" bIns="0"/>
          <a:lstStyle/>
          <a:p>
            <a:pPr algn="just" defTabSz="914400"/>
            <a:r>
              <a:rPr lang="en-US" altLang="zh-CN" sz="1600" b="1">
                <a:latin typeface="Times New Roman" pitchFamily="18" charset="0"/>
                <a:ea typeface="微软雅黑" pitchFamily="34" charset="-122"/>
                <a:cs typeface="Times New Roman" pitchFamily="18" charset="0"/>
              </a:rPr>
              <a:t>(c)</a:t>
            </a:r>
          </a:p>
        </p:txBody>
      </p:sp>
      <p:grpSp>
        <p:nvGrpSpPr>
          <p:cNvPr id="296" name="Group 158">
            <a:extLst>
              <a:ext uri="{FF2B5EF4-FFF2-40B4-BE49-F238E27FC236}">
                <a16:creationId xmlns:a16="http://schemas.microsoft.com/office/drawing/2014/main" xmlns="" id="{07424B1A-4CB5-4773-8843-16DFA2FF16D0}"/>
              </a:ext>
            </a:extLst>
          </p:cNvPr>
          <p:cNvGrpSpPr>
            <a:grpSpLocks/>
          </p:cNvGrpSpPr>
          <p:nvPr/>
        </p:nvGrpSpPr>
        <p:grpSpPr bwMode="auto">
          <a:xfrm>
            <a:off x="6866269" y="4763886"/>
            <a:ext cx="1641475" cy="134937"/>
            <a:chOff x="4319" y="9273"/>
            <a:chExt cx="2162" cy="180"/>
          </a:xfrm>
        </p:grpSpPr>
        <p:sp>
          <p:nvSpPr>
            <p:cNvPr id="297" name="Line 159">
              <a:extLst>
                <a:ext uri="{FF2B5EF4-FFF2-40B4-BE49-F238E27FC236}">
                  <a16:creationId xmlns:a16="http://schemas.microsoft.com/office/drawing/2014/main" xmlns="" id="{D1CC2441-85E9-4926-B5E7-801316CFD041}"/>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298" name="Oval 160">
              <a:extLst>
                <a:ext uri="{FF2B5EF4-FFF2-40B4-BE49-F238E27FC236}">
                  <a16:creationId xmlns:a16="http://schemas.microsoft.com/office/drawing/2014/main" xmlns="" id="{87CB6110-CF40-4FA0-96EF-E567CFB9AE18}"/>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299" name="Oval 161">
              <a:extLst>
                <a:ext uri="{FF2B5EF4-FFF2-40B4-BE49-F238E27FC236}">
                  <a16:creationId xmlns:a16="http://schemas.microsoft.com/office/drawing/2014/main" xmlns="" id="{DF4BBA60-67F2-4E6E-94EB-6F8007567798}"/>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300" name="Line 162">
              <a:extLst>
                <a:ext uri="{FF2B5EF4-FFF2-40B4-BE49-F238E27FC236}">
                  <a16:creationId xmlns:a16="http://schemas.microsoft.com/office/drawing/2014/main" xmlns="" id="{2AFFF779-35EB-4AF4-BB34-3DB8F87BB761}"/>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301" name="Oval 163">
              <a:extLst>
                <a:ext uri="{FF2B5EF4-FFF2-40B4-BE49-F238E27FC236}">
                  <a16:creationId xmlns:a16="http://schemas.microsoft.com/office/drawing/2014/main" xmlns="" id="{94048378-53F3-4F3A-9F3E-3271A83AFC66}"/>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302" name="Oval 164">
              <a:extLst>
                <a:ext uri="{FF2B5EF4-FFF2-40B4-BE49-F238E27FC236}">
                  <a16:creationId xmlns:a16="http://schemas.microsoft.com/office/drawing/2014/main" xmlns="" id="{D480C1B9-9664-4C23-9B8A-1ED00166241A}"/>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303" name="Group 165">
            <a:extLst>
              <a:ext uri="{FF2B5EF4-FFF2-40B4-BE49-F238E27FC236}">
                <a16:creationId xmlns:a16="http://schemas.microsoft.com/office/drawing/2014/main" xmlns="" id="{ECCFE716-EDAB-4304-B054-DC7364F49718}"/>
              </a:ext>
            </a:extLst>
          </p:cNvPr>
          <p:cNvGrpSpPr>
            <a:grpSpLocks/>
          </p:cNvGrpSpPr>
          <p:nvPr/>
        </p:nvGrpSpPr>
        <p:grpSpPr bwMode="auto">
          <a:xfrm>
            <a:off x="6882144" y="5603673"/>
            <a:ext cx="1641475" cy="136525"/>
            <a:chOff x="4319" y="9273"/>
            <a:chExt cx="2162" cy="180"/>
          </a:xfrm>
        </p:grpSpPr>
        <p:sp>
          <p:nvSpPr>
            <p:cNvPr id="304" name="Line 166">
              <a:extLst>
                <a:ext uri="{FF2B5EF4-FFF2-40B4-BE49-F238E27FC236}">
                  <a16:creationId xmlns:a16="http://schemas.microsoft.com/office/drawing/2014/main" xmlns="" id="{65FC85F7-6FBC-45FF-88C8-0535291BCC08}"/>
                </a:ext>
              </a:extLst>
            </p:cNvPr>
            <p:cNvSpPr>
              <a:spLocks noChangeShapeType="1"/>
            </p:cNvSpPr>
            <p:nvPr/>
          </p:nvSpPr>
          <p:spPr bwMode="auto">
            <a:xfrm>
              <a:off x="4320" y="9318"/>
              <a:ext cx="2161" cy="0"/>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305" name="Oval 167">
              <a:extLst>
                <a:ext uri="{FF2B5EF4-FFF2-40B4-BE49-F238E27FC236}">
                  <a16:creationId xmlns:a16="http://schemas.microsoft.com/office/drawing/2014/main" xmlns="" id="{72887AFD-5635-4ED5-8D18-823212314C5A}"/>
                </a:ext>
              </a:extLst>
            </p:cNvPr>
            <p:cNvSpPr>
              <a:spLocks noChangeAspect="1" noChangeArrowheads="1"/>
            </p:cNvSpPr>
            <p:nvPr/>
          </p:nvSpPr>
          <p:spPr bwMode="auto">
            <a:xfrm>
              <a:off x="4692"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306" name="Oval 168">
              <a:extLst>
                <a:ext uri="{FF2B5EF4-FFF2-40B4-BE49-F238E27FC236}">
                  <a16:creationId xmlns:a16="http://schemas.microsoft.com/office/drawing/2014/main" xmlns="" id="{7B916D9A-883D-4F54-8314-D336AECDCA86}"/>
                </a:ext>
              </a:extLst>
            </p:cNvPr>
            <p:cNvSpPr>
              <a:spLocks noChangeAspect="1" noChangeArrowheads="1"/>
            </p:cNvSpPr>
            <p:nvPr/>
          </p:nvSpPr>
          <p:spPr bwMode="auto">
            <a:xfrm>
              <a:off x="5464" y="9273"/>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307" name="Line 169">
              <a:extLst>
                <a:ext uri="{FF2B5EF4-FFF2-40B4-BE49-F238E27FC236}">
                  <a16:creationId xmlns:a16="http://schemas.microsoft.com/office/drawing/2014/main" xmlns="" id="{9C11276B-CD0C-4B1A-959F-6E057494B32F}"/>
                </a:ext>
              </a:extLst>
            </p:cNvPr>
            <p:cNvSpPr>
              <a:spLocks noChangeShapeType="1"/>
            </p:cNvSpPr>
            <p:nvPr/>
          </p:nvSpPr>
          <p:spPr bwMode="auto">
            <a:xfrm>
              <a:off x="4319" y="9411"/>
              <a:ext cx="2161" cy="1"/>
            </a:xfrm>
            <a:prstGeom prst="line">
              <a:avLst/>
            </a:prstGeom>
            <a:noFill/>
            <a:ln w="22225">
              <a:solidFill>
                <a:srgbClr val="000000"/>
              </a:solidFill>
              <a:round/>
              <a:headEnd/>
              <a:tailEnd/>
            </a:ln>
          </p:spPr>
          <p:txBody>
            <a:bodyPr/>
            <a:lstStyle/>
            <a:p>
              <a:endParaRPr lang="zh-CN" altLang="en-US">
                <a:latin typeface="Times New Roman" pitchFamily="18" charset="0"/>
                <a:ea typeface="微软雅黑" pitchFamily="34" charset="-122"/>
                <a:cs typeface="Times New Roman" pitchFamily="18" charset="0"/>
              </a:endParaRPr>
            </a:p>
          </p:txBody>
        </p:sp>
        <p:sp>
          <p:nvSpPr>
            <p:cNvPr id="308" name="Oval 170">
              <a:extLst>
                <a:ext uri="{FF2B5EF4-FFF2-40B4-BE49-F238E27FC236}">
                  <a16:creationId xmlns:a16="http://schemas.microsoft.com/office/drawing/2014/main" xmlns="" id="{B035B8F2-7581-47A7-B8F0-963B25A54DE9}"/>
                </a:ext>
              </a:extLst>
            </p:cNvPr>
            <p:cNvSpPr>
              <a:spLocks noChangeAspect="1" noChangeArrowheads="1"/>
            </p:cNvSpPr>
            <p:nvPr/>
          </p:nvSpPr>
          <p:spPr bwMode="auto">
            <a:xfrm>
              <a:off x="505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sp>
          <p:nvSpPr>
            <p:cNvPr id="309" name="Oval 171">
              <a:extLst>
                <a:ext uri="{FF2B5EF4-FFF2-40B4-BE49-F238E27FC236}">
                  <a16:creationId xmlns:a16="http://schemas.microsoft.com/office/drawing/2014/main" xmlns="" id="{9E8563EE-B7C4-484D-816B-34FD8AE98367}"/>
                </a:ext>
              </a:extLst>
            </p:cNvPr>
            <p:cNvSpPr>
              <a:spLocks noChangeAspect="1" noChangeArrowheads="1"/>
            </p:cNvSpPr>
            <p:nvPr/>
          </p:nvSpPr>
          <p:spPr bwMode="auto">
            <a:xfrm>
              <a:off x="6027" y="9366"/>
              <a:ext cx="79" cy="87"/>
            </a:xfrm>
            <a:prstGeom prst="ellipse">
              <a:avLst/>
            </a:prstGeom>
            <a:solidFill>
              <a:srgbClr val="000000"/>
            </a:solidFill>
            <a:ln w="22225">
              <a:solidFill>
                <a:srgbClr val="000000"/>
              </a:solidFill>
              <a:round/>
              <a:headEnd/>
              <a:tailEnd/>
            </a:ln>
          </p:spPr>
          <p:txBody>
            <a:bodyPr/>
            <a:lstStyle/>
            <a:p>
              <a:pPr defTabSz="914400"/>
              <a:endParaRPr lang="zh-CN" altLang="en-US" sz="2800" b="1">
                <a:latin typeface="Times New Roman" pitchFamily="18" charset="0"/>
                <a:ea typeface="微软雅黑" pitchFamily="34" charset="-122"/>
                <a:cs typeface="Times New Roman" pitchFamily="18" charset="0"/>
              </a:endParaRPr>
            </a:p>
          </p:txBody>
        </p:sp>
      </p:grpSp>
      <p:grpSp>
        <p:nvGrpSpPr>
          <p:cNvPr id="310" name="Group 172">
            <a:extLst>
              <a:ext uri="{FF2B5EF4-FFF2-40B4-BE49-F238E27FC236}">
                <a16:creationId xmlns:a16="http://schemas.microsoft.com/office/drawing/2014/main" xmlns="" id="{6B44DB3E-C7BE-4D53-96F0-401045F0E0AF}"/>
              </a:ext>
            </a:extLst>
          </p:cNvPr>
          <p:cNvGrpSpPr>
            <a:grpSpLocks/>
          </p:cNvGrpSpPr>
          <p:nvPr/>
        </p:nvGrpSpPr>
        <p:grpSpPr bwMode="auto">
          <a:xfrm>
            <a:off x="11481021" y="4717848"/>
            <a:ext cx="1641475" cy="73025"/>
            <a:chOff x="4328" y="7872"/>
            <a:chExt cx="2162" cy="94"/>
          </a:xfrm>
        </p:grpSpPr>
        <p:sp>
          <p:nvSpPr>
            <p:cNvPr id="311" name="Line 173">
              <a:extLst>
                <a:ext uri="{FF2B5EF4-FFF2-40B4-BE49-F238E27FC236}">
                  <a16:creationId xmlns:a16="http://schemas.microsoft.com/office/drawing/2014/main" xmlns="" id="{D3ACCA30-BE05-460E-A5BE-D18532206969}"/>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312" name="Line 174">
              <a:extLst>
                <a:ext uri="{FF2B5EF4-FFF2-40B4-BE49-F238E27FC236}">
                  <a16:creationId xmlns:a16="http://schemas.microsoft.com/office/drawing/2014/main" xmlns="" id="{98324820-86E6-430C-B270-0C67339D93AE}"/>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grpSp>
        <p:nvGrpSpPr>
          <p:cNvPr id="313" name="Group 175">
            <a:extLst>
              <a:ext uri="{FF2B5EF4-FFF2-40B4-BE49-F238E27FC236}">
                <a16:creationId xmlns:a16="http://schemas.microsoft.com/office/drawing/2014/main" xmlns="" id="{00AC17E1-C218-4DC2-A053-9D65522BEF6B}"/>
              </a:ext>
            </a:extLst>
          </p:cNvPr>
          <p:cNvGrpSpPr>
            <a:grpSpLocks/>
          </p:cNvGrpSpPr>
          <p:nvPr/>
        </p:nvGrpSpPr>
        <p:grpSpPr bwMode="auto">
          <a:xfrm>
            <a:off x="11484196" y="4436861"/>
            <a:ext cx="1641475" cy="69850"/>
            <a:chOff x="4328" y="7872"/>
            <a:chExt cx="2162" cy="94"/>
          </a:xfrm>
        </p:grpSpPr>
        <p:sp>
          <p:nvSpPr>
            <p:cNvPr id="314" name="Line 176">
              <a:extLst>
                <a:ext uri="{FF2B5EF4-FFF2-40B4-BE49-F238E27FC236}">
                  <a16:creationId xmlns:a16="http://schemas.microsoft.com/office/drawing/2014/main" xmlns="" id="{1731BB4E-4FED-4DA8-BE16-07D86B8E1AA8}"/>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315" name="Line 177">
              <a:extLst>
                <a:ext uri="{FF2B5EF4-FFF2-40B4-BE49-F238E27FC236}">
                  <a16:creationId xmlns:a16="http://schemas.microsoft.com/office/drawing/2014/main" xmlns="" id="{1F8125C1-AA62-488E-9579-D493B96AA388}"/>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grpSp>
        <p:nvGrpSpPr>
          <p:cNvPr id="316" name="Group 178">
            <a:extLst>
              <a:ext uri="{FF2B5EF4-FFF2-40B4-BE49-F238E27FC236}">
                <a16:creationId xmlns:a16="http://schemas.microsoft.com/office/drawing/2014/main" xmlns="" id="{6AABC22E-366F-4B1F-95AA-94C23E73F0DA}"/>
              </a:ext>
            </a:extLst>
          </p:cNvPr>
          <p:cNvGrpSpPr>
            <a:grpSpLocks/>
          </p:cNvGrpSpPr>
          <p:nvPr/>
        </p:nvGrpSpPr>
        <p:grpSpPr bwMode="auto">
          <a:xfrm>
            <a:off x="11482609" y="4579736"/>
            <a:ext cx="1643062" cy="71437"/>
            <a:chOff x="4328" y="7872"/>
            <a:chExt cx="2162" cy="94"/>
          </a:xfrm>
        </p:grpSpPr>
        <p:sp>
          <p:nvSpPr>
            <p:cNvPr id="317" name="Line 179">
              <a:extLst>
                <a:ext uri="{FF2B5EF4-FFF2-40B4-BE49-F238E27FC236}">
                  <a16:creationId xmlns:a16="http://schemas.microsoft.com/office/drawing/2014/main" xmlns="" id="{45DC06B1-A9C7-4055-9518-07C8AD67F875}"/>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318" name="Line 180">
              <a:extLst>
                <a:ext uri="{FF2B5EF4-FFF2-40B4-BE49-F238E27FC236}">
                  <a16:creationId xmlns:a16="http://schemas.microsoft.com/office/drawing/2014/main" xmlns="" id="{2C419089-D41E-4B78-9E13-177DA7C44149}"/>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grpSp>
        <p:nvGrpSpPr>
          <p:cNvPr id="319" name="Group 181">
            <a:extLst>
              <a:ext uri="{FF2B5EF4-FFF2-40B4-BE49-F238E27FC236}">
                <a16:creationId xmlns:a16="http://schemas.microsoft.com/office/drawing/2014/main" xmlns="" id="{4C24D448-12D5-4BCC-B2EB-4AFD8378CB56}"/>
              </a:ext>
            </a:extLst>
          </p:cNvPr>
          <p:cNvGrpSpPr>
            <a:grpSpLocks/>
          </p:cNvGrpSpPr>
          <p:nvPr/>
        </p:nvGrpSpPr>
        <p:grpSpPr bwMode="auto">
          <a:xfrm>
            <a:off x="11481021" y="4855961"/>
            <a:ext cx="1641475" cy="69850"/>
            <a:chOff x="4328" y="7872"/>
            <a:chExt cx="2162" cy="94"/>
          </a:xfrm>
        </p:grpSpPr>
        <p:sp>
          <p:nvSpPr>
            <p:cNvPr id="320" name="Line 182">
              <a:extLst>
                <a:ext uri="{FF2B5EF4-FFF2-40B4-BE49-F238E27FC236}">
                  <a16:creationId xmlns:a16="http://schemas.microsoft.com/office/drawing/2014/main" xmlns="" id="{3DFB592D-558B-45D5-9A4E-A651B79C7EDE}"/>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321" name="Line 183">
              <a:extLst>
                <a:ext uri="{FF2B5EF4-FFF2-40B4-BE49-F238E27FC236}">
                  <a16:creationId xmlns:a16="http://schemas.microsoft.com/office/drawing/2014/main" xmlns="" id="{B337BE9D-DD61-4519-B1A5-194D26D48E23}"/>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grpSp>
        <p:nvGrpSpPr>
          <p:cNvPr id="322" name="Group 184">
            <a:extLst>
              <a:ext uri="{FF2B5EF4-FFF2-40B4-BE49-F238E27FC236}">
                <a16:creationId xmlns:a16="http://schemas.microsoft.com/office/drawing/2014/main" xmlns="" id="{B2DBD68A-6FA5-4EC8-A9AB-C9DBE28C0223}"/>
              </a:ext>
            </a:extLst>
          </p:cNvPr>
          <p:cNvGrpSpPr>
            <a:grpSpLocks/>
          </p:cNvGrpSpPr>
          <p:nvPr/>
        </p:nvGrpSpPr>
        <p:grpSpPr bwMode="auto">
          <a:xfrm>
            <a:off x="11484196" y="4306686"/>
            <a:ext cx="1641475" cy="71437"/>
            <a:chOff x="4328" y="7872"/>
            <a:chExt cx="2162" cy="94"/>
          </a:xfrm>
        </p:grpSpPr>
        <p:sp>
          <p:nvSpPr>
            <p:cNvPr id="323" name="Line 185">
              <a:extLst>
                <a:ext uri="{FF2B5EF4-FFF2-40B4-BE49-F238E27FC236}">
                  <a16:creationId xmlns:a16="http://schemas.microsoft.com/office/drawing/2014/main" xmlns="" id="{D53709A6-2525-43BF-887E-8BE264E5856C}"/>
                </a:ext>
              </a:extLst>
            </p:cNvPr>
            <p:cNvSpPr>
              <a:spLocks noChangeShapeType="1"/>
            </p:cNvSpPr>
            <p:nvPr/>
          </p:nvSpPr>
          <p:spPr bwMode="auto">
            <a:xfrm>
              <a:off x="4329" y="7872"/>
              <a:ext cx="2161" cy="0"/>
            </a:xfrm>
            <a:prstGeom prst="line">
              <a:avLst/>
            </a:prstGeom>
            <a:noFill/>
            <a:ln w="22225">
              <a:solidFill>
                <a:srgbClr val="000000"/>
              </a:solidFill>
              <a:round/>
              <a:headEnd/>
              <a:tailEnd/>
            </a:ln>
          </p:spPr>
          <p:txBody>
            <a:bodyPr/>
            <a:lstStyle/>
            <a:p>
              <a:endParaRPr lang="zh-CN" altLang="en-US"/>
            </a:p>
          </p:txBody>
        </p:sp>
        <p:sp>
          <p:nvSpPr>
            <p:cNvPr id="324" name="Line 186">
              <a:extLst>
                <a:ext uri="{FF2B5EF4-FFF2-40B4-BE49-F238E27FC236}">
                  <a16:creationId xmlns:a16="http://schemas.microsoft.com/office/drawing/2014/main" xmlns="" id="{63942D6C-E2C6-4112-AD9D-7D666561F889}"/>
                </a:ext>
              </a:extLst>
            </p:cNvPr>
            <p:cNvSpPr>
              <a:spLocks noChangeShapeType="1"/>
            </p:cNvSpPr>
            <p:nvPr/>
          </p:nvSpPr>
          <p:spPr bwMode="auto">
            <a:xfrm>
              <a:off x="4328" y="7965"/>
              <a:ext cx="2161" cy="1"/>
            </a:xfrm>
            <a:prstGeom prst="line">
              <a:avLst/>
            </a:prstGeom>
            <a:noFill/>
            <a:ln w="22225">
              <a:solidFill>
                <a:srgbClr val="000000"/>
              </a:solidFill>
              <a:round/>
              <a:headEnd/>
              <a:tailEnd/>
            </a:ln>
          </p:spPr>
          <p:txBody>
            <a:bodyPr/>
            <a:lstStyle/>
            <a:p>
              <a:endParaRPr lang="zh-CN" altLang="en-US"/>
            </a:p>
          </p:txBody>
        </p:sp>
      </p:grpSp>
    </p:spTree>
    <p:extLst>
      <p:ext uri="{BB962C8B-B14F-4D97-AF65-F5344CB8AC3E}">
        <p14:creationId xmlns:p14="http://schemas.microsoft.com/office/powerpoint/2010/main" val="187973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晶体的能带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aphicFrame>
        <p:nvGraphicFramePr>
          <p:cNvPr id="9" name="图示 8">
            <a:extLst>
              <a:ext uri="{FF2B5EF4-FFF2-40B4-BE49-F238E27FC236}">
                <a16:creationId xmlns:a16="http://schemas.microsoft.com/office/drawing/2014/main" xmlns="" id="{D0E8F925-5088-4C17-93C9-2878930E0475}"/>
              </a:ext>
            </a:extLst>
          </p:cNvPr>
          <p:cNvGraphicFramePr/>
          <p:nvPr>
            <p:extLst>
              <p:ext uri="{D42A27DB-BD31-4B8C-83A1-F6EECF244321}">
                <p14:modId xmlns:p14="http://schemas.microsoft.com/office/powerpoint/2010/main" val="2003348661"/>
              </p:ext>
            </p:extLst>
          </p:nvPr>
        </p:nvGraphicFramePr>
        <p:xfrm>
          <a:off x="1671239" y="1887037"/>
          <a:ext cx="6170515" cy="48870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 Box 4">
            <a:extLst>
              <a:ext uri="{FF2B5EF4-FFF2-40B4-BE49-F238E27FC236}">
                <a16:creationId xmlns:a16="http://schemas.microsoft.com/office/drawing/2014/main" xmlns="" id="{D40E5D55-099C-45E2-9840-C2095BD8240E}"/>
              </a:ext>
            </a:extLst>
          </p:cNvPr>
          <p:cNvSpPr txBox="1">
            <a:spLocks noChangeArrowheads="1"/>
          </p:cNvSpPr>
          <p:nvPr/>
        </p:nvSpPr>
        <p:spPr bwMode="auto">
          <a:xfrm>
            <a:off x="4246537" y="860154"/>
            <a:ext cx="5828131" cy="646331"/>
          </a:xfrm>
          <a:prstGeom prst="rect">
            <a:avLst/>
          </a:prstGeom>
          <a:noFill/>
          <a:ln w="9525">
            <a:noFill/>
            <a:miter lim="800000"/>
            <a:headEnd/>
            <a:tailEnd/>
          </a:ln>
        </p:spPr>
        <p:txBody>
          <a:bodyPr wrap="square">
            <a:spAutoFit/>
          </a:bodyPr>
          <a:lstStyle/>
          <a:p>
            <a:pPr algn="ctr" defTabSz="914400">
              <a:spcBef>
                <a:spcPct val="50000"/>
              </a:spcBef>
            </a:pPr>
            <a:r>
              <a:rPr lang="en-US" altLang="zh-CN" sz="3600" b="1" dirty="0">
                <a:solidFill>
                  <a:srgbClr val="0000CC"/>
                </a:solidFill>
                <a:latin typeface="微软雅黑" pitchFamily="34" charset="-122"/>
                <a:ea typeface="微软雅黑" pitchFamily="34" charset="-122"/>
              </a:rPr>
              <a:t>4.</a:t>
            </a:r>
            <a:r>
              <a:rPr lang="zh-CN" altLang="en-US" sz="3600" b="1" dirty="0">
                <a:solidFill>
                  <a:srgbClr val="0000CC"/>
                </a:solidFill>
                <a:latin typeface="微软雅黑" pitchFamily="34" charset="-122"/>
                <a:ea typeface="微软雅黑" pitchFamily="34" charset="-122"/>
              </a:rPr>
              <a:t>本征半导体和杂质半导体</a:t>
            </a:r>
          </a:p>
        </p:txBody>
      </p:sp>
      <p:sp>
        <p:nvSpPr>
          <p:cNvPr id="12" name="Text Box 3">
            <a:extLst>
              <a:ext uri="{FF2B5EF4-FFF2-40B4-BE49-F238E27FC236}">
                <a16:creationId xmlns:a16="http://schemas.microsoft.com/office/drawing/2014/main" xmlns="" id="{776EE736-B11F-4887-B146-4357E8BC8794}"/>
              </a:ext>
            </a:extLst>
          </p:cNvPr>
          <p:cNvSpPr txBox="1">
            <a:spLocks noChangeArrowheads="1"/>
          </p:cNvSpPr>
          <p:nvPr/>
        </p:nvSpPr>
        <p:spPr bwMode="auto">
          <a:xfrm>
            <a:off x="846829" y="3044410"/>
            <a:ext cx="864005" cy="2400657"/>
          </a:xfrm>
          <a:prstGeom prst="rect">
            <a:avLst/>
          </a:prstGeom>
          <a:solidFill>
            <a:schemeClr val="accent4">
              <a:lumMod val="20000"/>
              <a:lumOff val="80000"/>
            </a:schemeClr>
          </a:solidFill>
          <a:ln w="9525">
            <a:noFill/>
            <a:miter lim="800000"/>
            <a:headEnd/>
            <a:tailEnd/>
          </a:ln>
        </p:spPr>
        <p:txBody>
          <a:bodyPr wrap="square">
            <a:spAutoFit/>
          </a:bodyPr>
          <a:lstStyle/>
          <a:p>
            <a:pPr algn="ctr" defTabSz="914400">
              <a:lnSpc>
                <a:spcPct val="150000"/>
              </a:lnSpc>
              <a:spcBef>
                <a:spcPct val="50000"/>
              </a:spcBef>
            </a:pPr>
            <a:r>
              <a:rPr kumimoji="1" lang="zh-CN" altLang="en-US" b="1" dirty="0">
                <a:latin typeface="微软雅黑" pitchFamily="34" charset="-122"/>
                <a:ea typeface="微软雅黑" pitchFamily="34" charset="-122"/>
                <a:cs typeface="Times New Roman" pitchFamily="18" charset="0"/>
              </a:rPr>
              <a:t>半导体材料多为共价键</a:t>
            </a:r>
          </a:p>
        </p:txBody>
      </p:sp>
      <p:sp>
        <p:nvSpPr>
          <p:cNvPr id="14" name="Text Box 3">
            <a:extLst>
              <a:ext uri="{FF2B5EF4-FFF2-40B4-BE49-F238E27FC236}">
                <a16:creationId xmlns:a16="http://schemas.microsoft.com/office/drawing/2014/main" xmlns="" id="{9D3483F4-724A-4E42-BF1E-54DE24F4F030}"/>
              </a:ext>
            </a:extLst>
          </p:cNvPr>
          <p:cNvSpPr txBox="1">
            <a:spLocks noChangeArrowheads="1"/>
          </p:cNvSpPr>
          <p:nvPr/>
        </p:nvSpPr>
        <p:spPr bwMode="auto">
          <a:xfrm>
            <a:off x="2126898" y="5914705"/>
            <a:ext cx="1625998" cy="1338828"/>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9525">
            <a:noFill/>
            <a:miter lim="800000"/>
            <a:headEnd/>
            <a:tailEnd/>
          </a:ln>
        </p:spPr>
        <p:txBody>
          <a:bodyPr wrap="square">
            <a:spAutoFit/>
          </a:bodyPr>
          <a:lstStyle/>
          <a:p>
            <a:pPr algn="ctr" defTabSz="914400">
              <a:lnSpc>
                <a:spcPct val="150000"/>
              </a:lnSpc>
              <a:spcBef>
                <a:spcPts val="0"/>
              </a:spcBef>
            </a:pPr>
            <a:r>
              <a:rPr kumimoji="1" lang="zh-CN" altLang="en-US" sz="1800" b="1" dirty="0">
                <a:latin typeface="微软雅黑" pitchFamily="34" charset="-122"/>
                <a:ea typeface="微软雅黑" pitchFamily="34" charset="-122"/>
                <a:cs typeface="Times New Roman" pitchFamily="18" charset="0"/>
              </a:rPr>
              <a:t>热激发而跃过禁带占据导带上面的能带</a:t>
            </a:r>
          </a:p>
        </p:txBody>
      </p:sp>
      <p:graphicFrame>
        <p:nvGraphicFramePr>
          <p:cNvPr id="15" name="图示 14">
            <a:extLst>
              <a:ext uri="{FF2B5EF4-FFF2-40B4-BE49-F238E27FC236}">
                <a16:creationId xmlns:a16="http://schemas.microsoft.com/office/drawing/2014/main" xmlns="" id="{AA0250F0-E54B-4824-A49D-5FD30BF9AEAB}"/>
              </a:ext>
            </a:extLst>
          </p:cNvPr>
          <p:cNvGraphicFramePr/>
          <p:nvPr>
            <p:extLst>
              <p:ext uri="{D42A27DB-BD31-4B8C-83A1-F6EECF244321}">
                <p14:modId xmlns:p14="http://schemas.microsoft.com/office/powerpoint/2010/main" val="1509025100"/>
              </p:ext>
            </p:extLst>
          </p:nvPr>
        </p:nvGraphicFramePr>
        <p:xfrm>
          <a:off x="8151506" y="1850074"/>
          <a:ext cx="3038538" cy="514614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6" name="Text Box 4">
            <a:extLst>
              <a:ext uri="{FF2B5EF4-FFF2-40B4-BE49-F238E27FC236}">
                <a16:creationId xmlns:a16="http://schemas.microsoft.com/office/drawing/2014/main" xmlns="" id="{E11F9597-3DEB-4F9A-A443-18E31F2E98BF}"/>
              </a:ext>
            </a:extLst>
          </p:cNvPr>
          <p:cNvSpPr txBox="1">
            <a:spLocks noChangeArrowheads="1"/>
          </p:cNvSpPr>
          <p:nvPr/>
        </p:nvSpPr>
        <p:spPr bwMode="auto">
          <a:xfrm>
            <a:off x="11659789" y="4599953"/>
            <a:ext cx="1470515" cy="662554"/>
          </a:xfrm>
          <a:prstGeom prst="rect">
            <a:avLst/>
          </a:prstGeom>
          <a:noFill/>
          <a:ln w="9525">
            <a:noFill/>
            <a:miter lim="800000"/>
            <a:headEnd/>
            <a:tailEnd/>
          </a:ln>
        </p:spPr>
        <p:txBody>
          <a:bodyPr wrap="square">
            <a:spAutoFit/>
          </a:bodyPr>
          <a:lstStyle/>
          <a:p>
            <a:pPr algn="ctr" defTabSz="914400">
              <a:lnSpc>
                <a:spcPct val="150000"/>
              </a:lnSpc>
              <a:spcBef>
                <a:spcPct val="50000"/>
              </a:spcBef>
            </a:pPr>
            <a:r>
              <a:rPr kumimoji="1" lang="zh-CN" altLang="en-US" sz="2800" b="1" dirty="0">
                <a:solidFill>
                  <a:srgbClr val="0000FF"/>
                </a:solidFill>
                <a:latin typeface="微软雅黑" pitchFamily="34" charset="-122"/>
                <a:ea typeface="微软雅黑" pitchFamily="34" charset="-122"/>
              </a:rPr>
              <a:t>载流子</a:t>
            </a:r>
          </a:p>
        </p:txBody>
      </p:sp>
      <p:sp>
        <p:nvSpPr>
          <p:cNvPr id="17" name="下箭头 14">
            <a:extLst>
              <a:ext uri="{FF2B5EF4-FFF2-40B4-BE49-F238E27FC236}">
                <a16:creationId xmlns:a16="http://schemas.microsoft.com/office/drawing/2014/main" xmlns="" id="{E1F6D4AF-134F-463F-B0A6-7042C7C93866}"/>
              </a:ext>
            </a:extLst>
          </p:cNvPr>
          <p:cNvSpPr/>
          <p:nvPr/>
        </p:nvSpPr>
        <p:spPr>
          <a:xfrm>
            <a:off x="2509278" y="5177444"/>
            <a:ext cx="861238" cy="674924"/>
          </a:xfrm>
          <a:prstGeom prst="down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燕尾形箭头 15">
            <a:extLst>
              <a:ext uri="{FF2B5EF4-FFF2-40B4-BE49-F238E27FC236}">
                <a16:creationId xmlns:a16="http://schemas.microsoft.com/office/drawing/2014/main" xmlns="" id="{B80021DC-F54B-46EB-AB7B-2CA890C9D864}"/>
              </a:ext>
            </a:extLst>
          </p:cNvPr>
          <p:cNvSpPr/>
          <p:nvPr/>
        </p:nvSpPr>
        <p:spPr>
          <a:xfrm>
            <a:off x="11266383" y="4748670"/>
            <a:ext cx="510363" cy="513837"/>
          </a:xfrm>
          <a:prstGeom prst="notched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8558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ox(i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9">
                                            <p:graphicEl>
                                              <a:dgm id="{A1F94458-568B-47A6-B528-4C77B475F78D}"/>
                                            </p:graphicEl>
                                          </p:spTgt>
                                        </p:tgtEl>
                                        <p:attrNameLst>
                                          <p:attrName>style.visibility</p:attrName>
                                        </p:attrNameLst>
                                      </p:cBhvr>
                                      <p:to>
                                        <p:strVal val="visible"/>
                                      </p:to>
                                    </p:set>
                                    <p:animEffect transition="in" filter="wheel(1)">
                                      <p:cBhvr>
                                        <p:cTn id="17" dur="2000"/>
                                        <p:tgtEl>
                                          <p:spTgt spid="9">
                                            <p:graphicEl>
                                              <a:dgm id="{A1F94458-568B-47A6-B528-4C77B475F78D}"/>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9">
                                            <p:graphicEl>
                                              <a:dgm id="{C0DF3E0A-D560-418D-B61A-07D84B26EC79}"/>
                                            </p:graphicEl>
                                          </p:spTgt>
                                        </p:tgtEl>
                                        <p:attrNameLst>
                                          <p:attrName>style.visibility</p:attrName>
                                        </p:attrNameLst>
                                      </p:cBhvr>
                                      <p:to>
                                        <p:strVal val="visible"/>
                                      </p:to>
                                    </p:set>
                                    <p:animEffect transition="in" filter="wheel(1)">
                                      <p:cBhvr>
                                        <p:cTn id="22" dur="2000"/>
                                        <p:tgtEl>
                                          <p:spTgt spid="9">
                                            <p:graphicEl>
                                              <a:dgm id="{C0DF3E0A-D560-418D-B61A-07D84B26EC79}"/>
                                            </p:graphicEl>
                                          </p:spTgt>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9">
                                            <p:graphicEl>
                                              <a:dgm id="{66F44DAB-F73F-43F2-9BC0-97FBF97B2619}"/>
                                            </p:graphicEl>
                                          </p:spTgt>
                                        </p:tgtEl>
                                        <p:attrNameLst>
                                          <p:attrName>style.visibility</p:attrName>
                                        </p:attrNameLst>
                                      </p:cBhvr>
                                      <p:to>
                                        <p:strVal val="visible"/>
                                      </p:to>
                                    </p:set>
                                    <p:animEffect transition="in" filter="wheel(1)">
                                      <p:cBhvr>
                                        <p:cTn id="25" dur="2000"/>
                                        <p:tgtEl>
                                          <p:spTgt spid="9">
                                            <p:graphicEl>
                                              <a:dgm id="{66F44DAB-F73F-43F2-9BC0-97FBF97B2619}"/>
                                            </p:graphicEl>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9">
                                            <p:graphicEl>
                                              <a:dgm id="{6D6E9AC9-D371-473A-8EA8-D0D26BA1D40F}"/>
                                            </p:graphicEl>
                                          </p:spTgt>
                                        </p:tgtEl>
                                        <p:attrNameLst>
                                          <p:attrName>style.visibility</p:attrName>
                                        </p:attrNameLst>
                                      </p:cBhvr>
                                      <p:to>
                                        <p:strVal val="visible"/>
                                      </p:to>
                                    </p:set>
                                    <p:animEffect transition="in" filter="wheel(1)">
                                      <p:cBhvr>
                                        <p:cTn id="30" dur="2000"/>
                                        <p:tgtEl>
                                          <p:spTgt spid="9">
                                            <p:graphicEl>
                                              <a:dgm id="{6D6E9AC9-D371-473A-8EA8-D0D26BA1D40F}"/>
                                            </p:graphicEl>
                                          </p:spTgt>
                                        </p:tgtEl>
                                      </p:cBhvr>
                                    </p:animEffect>
                                  </p:childTnLst>
                                </p:cTn>
                              </p:par>
                              <p:par>
                                <p:cTn id="31" presetID="21" presetClass="entr" presetSubtype="1" fill="hold" grpId="0" nodeType="withEffect">
                                  <p:stCondLst>
                                    <p:cond delay="0"/>
                                  </p:stCondLst>
                                  <p:childTnLst>
                                    <p:set>
                                      <p:cBhvr>
                                        <p:cTn id="32" dur="1" fill="hold">
                                          <p:stCondLst>
                                            <p:cond delay="0"/>
                                          </p:stCondLst>
                                        </p:cTn>
                                        <p:tgtEl>
                                          <p:spTgt spid="9">
                                            <p:graphicEl>
                                              <a:dgm id="{1A80D09A-CFA6-4402-A0B4-FD40F1E096FF}"/>
                                            </p:graphicEl>
                                          </p:spTgt>
                                        </p:tgtEl>
                                        <p:attrNameLst>
                                          <p:attrName>style.visibility</p:attrName>
                                        </p:attrNameLst>
                                      </p:cBhvr>
                                      <p:to>
                                        <p:strVal val="visible"/>
                                      </p:to>
                                    </p:set>
                                    <p:animEffect transition="in" filter="wheel(1)">
                                      <p:cBhvr>
                                        <p:cTn id="33" dur="2000"/>
                                        <p:tgtEl>
                                          <p:spTgt spid="9">
                                            <p:graphicEl>
                                              <a:dgm id="{1A80D09A-CFA6-4402-A0B4-FD40F1E096FF}"/>
                                            </p:graphicEl>
                                          </p:spTgt>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9">
                                            <p:graphicEl>
                                              <a:dgm id="{15EDDCDB-6068-4F4E-BA15-EF5AAF37488D}"/>
                                            </p:graphicEl>
                                          </p:spTgt>
                                        </p:tgtEl>
                                        <p:attrNameLst>
                                          <p:attrName>style.visibility</p:attrName>
                                        </p:attrNameLst>
                                      </p:cBhvr>
                                      <p:to>
                                        <p:strVal val="visible"/>
                                      </p:to>
                                    </p:set>
                                    <p:animEffect transition="in" filter="wheel(1)">
                                      <p:cBhvr>
                                        <p:cTn id="38" dur="2000"/>
                                        <p:tgtEl>
                                          <p:spTgt spid="9">
                                            <p:graphicEl>
                                              <a:dgm id="{15EDDCDB-6068-4F4E-BA15-EF5AAF37488D}"/>
                                            </p:graphicEl>
                                          </p:spTgt>
                                        </p:tgtEl>
                                      </p:cBhvr>
                                    </p:animEffect>
                                  </p:childTnLst>
                                </p:cTn>
                              </p:par>
                              <p:par>
                                <p:cTn id="39" presetID="21" presetClass="entr" presetSubtype="1" fill="hold" grpId="0" nodeType="withEffect">
                                  <p:stCondLst>
                                    <p:cond delay="0"/>
                                  </p:stCondLst>
                                  <p:childTnLst>
                                    <p:set>
                                      <p:cBhvr>
                                        <p:cTn id="40" dur="1" fill="hold">
                                          <p:stCondLst>
                                            <p:cond delay="0"/>
                                          </p:stCondLst>
                                        </p:cTn>
                                        <p:tgtEl>
                                          <p:spTgt spid="9">
                                            <p:graphicEl>
                                              <a:dgm id="{DB78F092-C423-4364-B834-731034FDE7F7}"/>
                                            </p:graphicEl>
                                          </p:spTgt>
                                        </p:tgtEl>
                                        <p:attrNameLst>
                                          <p:attrName>style.visibility</p:attrName>
                                        </p:attrNameLst>
                                      </p:cBhvr>
                                      <p:to>
                                        <p:strVal val="visible"/>
                                      </p:to>
                                    </p:set>
                                    <p:animEffect transition="in" filter="wheel(1)">
                                      <p:cBhvr>
                                        <p:cTn id="41" dur="2000"/>
                                        <p:tgtEl>
                                          <p:spTgt spid="9">
                                            <p:graphicEl>
                                              <a:dgm id="{DB78F092-C423-4364-B834-731034FDE7F7}"/>
                                            </p:graphicEl>
                                          </p:spTgt>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grpId="0" nodeType="clickEffect">
                                  <p:stCondLst>
                                    <p:cond delay="0"/>
                                  </p:stCondLst>
                                  <p:childTnLst>
                                    <p:set>
                                      <p:cBhvr>
                                        <p:cTn id="45" dur="1" fill="hold">
                                          <p:stCondLst>
                                            <p:cond delay="0"/>
                                          </p:stCondLst>
                                        </p:cTn>
                                        <p:tgtEl>
                                          <p:spTgt spid="9">
                                            <p:graphicEl>
                                              <a:dgm id="{EBB18F83-6929-4EC2-BE3D-035C9AE932EE}"/>
                                            </p:graphicEl>
                                          </p:spTgt>
                                        </p:tgtEl>
                                        <p:attrNameLst>
                                          <p:attrName>style.visibility</p:attrName>
                                        </p:attrNameLst>
                                      </p:cBhvr>
                                      <p:to>
                                        <p:strVal val="visible"/>
                                      </p:to>
                                    </p:set>
                                    <p:animEffect transition="in" filter="wheel(1)">
                                      <p:cBhvr>
                                        <p:cTn id="46" dur="2000"/>
                                        <p:tgtEl>
                                          <p:spTgt spid="9">
                                            <p:graphicEl>
                                              <a:dgm id="{EBB18F83-6929-4EC2-BE3D-035C9AE932EE}"/>
                                            </p:graphicEl>
                                          </p:spTgt>
                                        </p:tgtEl>
                                      </p:cBhvr>
                                    </p:animEffect>
                                  </p:childTnLst>
                                </p:cTn>
                              </p:par>
                              <p:par>
                                <p:cTn id="47" presetID="21" presetClass="entr" presetSubtype="1" fill="hold" grpId="0" nodeType="withEffect">
                                  <p:stCondLst>
                                    <p:cond delay="0"/>
                                  </p:stCondLst>
                                  <p:childTnLst>
                                    <p:set>
                                      <p:cBhvr>
                                        <p:cTn id="48" dur="1" fill="hold">
                                          <p:stCondLst>
                                            <p:cond delay="0"/>
                                          </p:stCondLst>
                                        </p:cTn>
                                        <p:tgtEl>
                                          <p:spTgt spid="9">
                                            <p:graphicEl>
                                              <a:dgm id="{26DB444D-C6C9-4199-8FF2-1C29DA24AA5E}"/>
                                            </p:graphicEl>
                                          </p:spTgt>
                                        </p:tgtEl>
                                        <p:attrNameLst>
                                          <p:attrName>style.visibility</p:attrName>
                                        </p:attrNameLst>
                                      </p:cBhvr>
                                      <p:to>
                                        <p:strVal val="visible"/>
                                      </p:to>
                                    </p:set>
                                    <p:animEffect transition="in" filter="wheel(1)">
                                      <p:cBhvr>
                                        <p:cTn id="49" dur="2000"/>
                                        <p:tgtEl>
                                          <p:spTgt spid="9">
                                            <p:graphicEl>
                                              <a:dgm id="{26DB444D-C6C9-4199-8FF2-1C29DA24AA5E}"/>
                                            </p:graphicEl>
                                          </p:spTgt>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1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box(in)">
                                      <p:cBhvr>
                                        <p:cTn id="58" dur="500"/>
                                        <p:tgtEl>
                                          <p:spTgt spid="1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15">
                                            <p:graphicEl>
                                              <a:dgm id="{BD3FE8AF-B4B3-43B6-9858-EFE9A0B841B0}"/>
                                            </p:graphicEl>
                                          </p:spTgt>
                                        </p:tgtEl>
                                        <p:attrNameLst>
                                          <p:attrName>style.visibility</p:attrName>
                                        </p:attrNameLst>
                                      </p:cBhvr>
                                      <p:to>
                                        <p:strVal val="visible"/>
                                      </p:to>
                                    </p:set>
                                    <p:animEffect transition="in" filter="wipe(up)">
                                      <p:cBhvr>
                                        <p:cTn id="63" dur="500"/>
                                        <p:tgtEl>
                                          <p:spTgt spid="15">
                                            <p:graphicEl>
                                              <a:dgm id="{BD3FE8AF-B4B3-43B6-9858-EFE9A0B841B0}"/>
                                            </p:graphic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15">
                                            <p:graphicEl>
                                              <a:dgm id="{C1CDF8E2-6A26-452B-8646-67AAD716C127}"/>
                                            </p:graphicEl>
                                          </p:spTgt>
                                        </p:tgtEl>
                                        <p:attrNameLst>
                                          <p:attrName>style.visibility</p:attrName>
                                        </p:attrNameLst>
                                      </p:cBhvr>
                                      <p:to>
                                        <p:strVal val="visible"/>
                                      </p:to>
                                    </p:set>
                                    <p:animEffect transition="in" filter="wipe(up)">
                                      <p:cBhvr>
                                        <p:cTn id="68" dur="500"/>
                                        <p:tgtEl>
                                          <p:spTgt spid="15">
                                            <p:graphicEl>
                                              <a:dgm id="{C1CDF8E2-6A26-452B-8646-67AAD716C127}"/>
                                            </p:graphicEl>
                                          </p:spTgt>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15">
                                            <p:graphicEl>
                                              <a:dgm id="{C48F60AA-AE4C-4F93-8DE6-34A6AA6C064D}"/>
                                            </p:graphicEl>
                                          </p:spTgt>
                                        </p:tgtEl>
                                        <p:attrNameLst>
                                          <p:attrName>style.visibility</p:attrName>
                                        </p:attrNameLst>
                                      </p:cBhvr>
                                      <p:to>
                                        <p:strVal val="visible"/>
                                      </p:to>
                                    </p:set>
                                    <p:animEffect transition="in" filter="wipe(up)">
                                      <p:cBhvr>
                                        <p:cTn id="71" dur="500"/>
                                        <p:tgtEl>
                                          <p:spTgt spid="15">
                                            <p:graphicEl>
                                              <a:dgm id="{C48F60AA-AE4C-4F93-8DE6-34A6AA6C064D}"/>
                                            </p:graphic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15">
                                            <p:graphicEl>
                                              <a:dgm id="{E193A7F3-9CA0-4A1B-9BF1-E1BFBBD933BA}"/>
                                            </p:graphicEl>
                                          </p:spTgt>
                                        </p:tgtEl>
                                        <p:attrNameLst>
                                          <p:attrName>style.visibility</p:attrName>
                                        </p:attrNameLst>
                                      </p:cBhvr>
                                      <p:to>
                                        <p:strVal val="visible"/>
                                      </p:to>
                                    </p:set>
                                    <p:animEffect transition="in" filter="wipe(up)">
                                      <p:cBhvr>
                                        <p:cTn id="76" dur="500"/>
                                        <p:tgtEl>
                                          <p:spTgt spid="15">
                                            <p:graphicEl>
                                              <a:dgm id="{E193A7F3-9CA0-4A1B-9BF1-E1BFBBD933BA}"/>
                                            </p:graphicEl>
                                          </p:spTgt>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15">
                                            <p:graphicEl>
                                              <a:dgm id="{34099784-F0CB-49D4-8573-F156795E96ED}"/>
                                            </p:graphicEl>
                                          </p:spTgt>
                                        </p:tgtEl>
                                        <p:attrNameLst>
                                          <p:attrName>style.visibility</p:attrName>
                                        </p:attrNameLst>
                                      </p:cBhvr>
                                      <p:to>
                                        <p:strVal val="visible"/>
                                      </p:to>
                                    </p:set>
                                    <p:animEffect transition="in" filter="wipe(up)">
                                      <p:cBhvr>
                                        <p:cTn id="79" dur="500"/>
                                        <p:tgtEl>
                                          <p:spTgt spid="15">
                                            <p:graphicEl>
                                              <a:dgm id="{34099784-F0CB-49D4-8573-F156795E96ED}"/>
                                            </p:graphic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15">
                                            <p:graphicEl>
                                              <a:dgm id="{DC54E49B-EC8A-48CC-B4E1-5C45A59F8B1F}"/>
                                            </p:graphicEl>
                                          </p:spTgt>
                                        </p:tgtEl>
                                        <p:attrNameLst>
                                          <p:attrName>style.visibility</p:attrName>
                                        </p:attrNameLst>
                                      </p:cBhvr>
                                      <p:to>
                                        <p:strVal val="visible"/>
                                      </p:to>
                                    </p:set>
                                    <p:animEffect transition="in" filter="wipe(up)">
                                      <p:cBhvr>
                                        <p:cTn id="84" dur="500"/>
                                        <p:tgtEl>
                                          <p:spTgt spid="15">
                                            <p:graphicEl>
                                              <a:dgm id="{DC54E49B-EC8A-48CC-B4E1-5C45A59F8B1F}"/>
                                            </p:graphicEl>
                                          </p:spTgt>
                                        </p:tgtEl>
                                      </p:cBhvr>
                                    </p:animEffect>
                                  </p:childTnLst>
                                </p:cTn>
                              </p:par>
                              <p:par>
                                <p:cTn id="85" presetID="22" presetClass="entr" presetSubtype="1" fill="hold" grpId="0" nodeType="withEffect">
                                  <p:stCondLst>
                                    <p:cond delay="0"/>
                                  </p:stCondLst>
                                  <p:childTnLst>
                                    <p:set>
                                      <p:cBhvr>
                                        <p:cTn id="86" dur="1" fill="hold">
                                          <p:stCondLst>
                                            <p:cond delay="0"/>
                                          </p:stCondLst>
                                        </p:cTn>
                                        <p:tgtEl>
                                          <p:spTgt spid="15">
                                            <p:graphicEl>
                                              <a:dgm id="{BB02A39E-04E9-4389-82DF-3BBC765236D5}"/>
                                            </p:graphicEl>
                                          </p:spTgt>
                                        </p:tgtEl>
                                        <p:attrNameLst>
                                          <p:attrName>style.visibility</p:attrName>
                                        </p:attrNameLst>
                                      </p:cBhvr>
                                      <p:to>
                                        <p:strVal val="visible"/>
                                      </p:to>
                                    </p:set>
                                    <p:animEffect transition="in" filter="wipe(up)">
                                      <p:cBhvr>
                                        <p:cTn id="87" dur="500"/>
                                        <p:tgtEl>
                                          <p:spTgt spid="15">
                                            <p:graphicEl>
                                              <a:dgm id="{BB02A39E-04E9-4389-82DF-3BBC765236D5}"/>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499"/>
                                          </p:stCondLst>
                                        </p:cTn>
                                        <p:tgtEl>
                                          <p:spTgt spid="18"/>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4" presetClass="entr" presetSubtype="16" fill="hold" grpId="0" nodeType="clickEffect">
                                  <p:stCondLst>
                                    <p:cond delay="0"/>
                                  </p:stCondLst>
                                  <p:childTnLst>
                                    <p:set>
                                      <p:cBhvr>
                                        <p:cTn id="95" dur="1" fill="hold">
                                          <p:stCondLst>
                                            <p:cond delay="0"/>
                                          </p:stCondLst>
                                        </p:cTn>
                                        <p:tgtEl>
                                          <p:spTgt spid="16"/>
                                        </p:tgtEl>
                                        <p:attrNameLst>
                                          <p:attrName>style.visibility</p:attrName>
                                        </p:attrNameLst>
                                      </p:cBhvr>
                                      <p:to>
                                        <p:strVal val="visible"/>
                                      </p:to>
                                    </p:set>
                                    <p:animEffect transition="in" filter="box(in)">
                                      <p:cBhvr>
                                        <p:cTn id="9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one"/>
        </p:bldSub>
      </p:bldGraphic>
      <p:bldP spid="10" grpId="0"/>
      <p:bldP spid="12" grpId="0" animBg="1"/>
      <p:bldP spid="14" grpId="0" animBg="1"/>
      <p:bldGraphic spid="15" grpId="0">
        <p:bldSub>
          <a:bldDgm bld="one"/>
        </p:bldSub>
      </p:bldGraphic>
      <p:bldP spid="16" grpId="0"/>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晶体的能带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grpSp>
        <p:nvGrpSpPr>
          <p:cNvPr id="9" name="组合 8">
            <a:extLst>
              <a:ext uri="{FF2B5EF4-FFF2-40B4-BE49-F238E27FC236}">
                <a16:creationId xmlns:a16="http://schemas.microsoft.com/office/drawing/2014/main" xmlns="" id="{E53A2F6D-F04C-4C50-82D1-61E8CDCBEA52}"/>
              </a:ext>
            </a:extLst>
          </p:cNvPr>
          <p:cNvGrpSpPr>
            <a:grpSpLocks/>
          </p:cNvGrpSpPr>
          <p:nvPr/>
        </p:nvGrpSpPr>
        <p:grpSpPr bwMode="auto">
          <a:xfrm>
            <a:off x="10511338" y="5821758"/>
            <a:ext cx="422275" cy="428625"/>
            <a:chOff x="7243763" y="2911475"/>
            <a:chExt cx="422275" cy="428625"/>
          </a:xfrm>
        </p:grpSpPr>
        <p:sp>
          <p:nvSpPr>
            <p:cNvPr id="10" name="Oval 118">
              <a:extLst>
                <a:ext uri="{FF2B5EF4-FFF2-40B4-BE49-F238E27FC236}">
                  <a16:creationId xmlns:a16="http://schemas.microsoft.com/office/drawing/2014/main" xmlns="" id="{1E152605-47BD-4316-9067-504186CBBBCC}"/>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12" name="Text Box 119">
              <a:extLst>
                <a:ext uri="{FF2B5EF4-FFF2-40B4-BE49-F238E27FC236}">
                  <a16:creationId xmlns:a16="http://schemas.microsoft.com/office/drawing/2014/main" xmlns="" id="{6701E9EC-9B59-425D-800F-65E1BB1AB13B}"/>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14" name="组合 6">
            <a:extLst>
              <a:ext uri="{FF2B5EF4-FFF2-40B4-BE49-F238E27FC236}">
                <a16:creationId xmlns:a16="http://schemas.microsoft.com/office/drawing/2014/main" xmlns="" id="{E7CFA1F1-0F8C-4D8F-8ACE-0343A758DA0A}"/>
              </a:ext>
            </a:extLst>
          </p:cNvPr>
          <p:cNvGrpSpPr>
            <a:grpSpLocks/>
          </p:cNvGrpSpPr>
          <p:nvPr/>
        </p:nvGrpSpPr>
        <p:grpSpPr bwMode="auto">
          <a:xfrm>
            <a:off x="8392025" y="2629296"/>
            <a:ext cx="422275" cy="428625"/>
            <a:chOff x="7243763" y="2911475"/>
            <a:chExt cx="422275" cy="428625"/>
          </a:xfrm>
        </p:grpSpPr>
        <p:sp>
          <p:nvSpPr>
            <p:cNvPr id="15" name="Oval 118">
              <a:extLst>
                <a:ext uri="{FF2B5EF4-FFF2-40B4-BE49-F238E27FC236}">
                  <a16:creationId xmlns:a16="http://schemas.microsoft.com/office/drawing/2014/main" xmlns="" id="{63184B6F-97E1-4C7E-BEE6-B6AFF691FE35}"/>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16" name="Text Box 119">
              <a:extLst>
                <a:ext uri="{FF2B5EF4-FFF2-40B4-BE49-F238E27FC236}">
                  <a16:creationId xmlns:a16="http://schemas.microsoft.com/office/drawing/2014/main" xmlns="" id="{8A25F2F0-E586-4A88-B3AE-30555E176116}"/>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17" name="组合 11">
            <a:extLst>
              <a:ext uri="{FF2B5EF4-FFF2-40B4-BE49-F238E27FC236}">
                <a16:creationId xmlns:a16="http://schemas.microsoft.com/office/drawing/2014/main" xmlns="" id="{BDA97E94-7251-4022-AD75-F7EE46116995}"/>
              </a:ext>
            </a:extLst>
          </p:cNvPr>
          <p:cNvGrpSpPr>
            <a:grpSpLocks/>
          </p:cNvGrpSpPr>
          <p:nvPr/>
        </p:nvGrpSpPr>
        <p:grpSpPr bwMode="auto">
          <a:xfrm>
            <a:off x="10481175" y="2621358"/>
            <a:ext cx="422275" cy="428625"/>
            <a:chOff x="7243763" y="2911475"/>
            <a:chExt cx="422275" cy="428625"/>
          </a:xfrm>
        </p:grpSpPr>
        <p:sp>
          <p:nvSpPr>
            <p:cNvPr id="18" name="Oval 118">
              <a:extLst>
                <a:ext uri="{FF2B5EF4-FFF2-40B4-BE49-F238E27FC236}">
                  <a16:creationId xmlns:a16="http://schemas.microsoft.com/office/drawing/2014/main" xmlns="" id="{90E61B05-0C2A-476B-A428-481594618ECD}"/>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19" name="Text Box 119">
              <a:extLst>
                <a:ext uri="{FF2B5EF4-FFF2-40B4-BE49-F238E27FC236}">
                  <a16:creationId xmlns:a16="http://schemas.microsoft.com/office/drawing/2014/main" xmlns="" id="{9D2AA58E-B681-4BFA-8B1E-F9EB60AC92E2}"/>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21" name="组合 16">
            <a:extLst>
              <a:ext uri="{FF2B5EF4-FFF2-40B4-BE49-F238E27FC236}">
                <a16:creationId xmlns:a16="http://schemas.microsoft.com/office/drawing/2014/main" xmlns="" id="{1D92637A-0B18-411C-9A93-824B29F6D8A0}"/>
              </a:ext>
            </a:extLst>
          </p:cNvPr>
          <p:cNvGrpSpPr>
            <a:grpSpLocks/>
          </p:cNvGrpSpPr>
          <p:nvPr/>
        </p:nvGrpSpPr>
        <p:grpSpPr bwMode="auto">
          <a:xfrm>
            <a:off x="10481175" y="4754958"/>
            <a:ext cx="422275" cy="428625"/>
            <a:chOff x="7243763" y="2911475"/>
            <a:chExt cx="422275" cy="428625"/>
          </a:xfrm>
        </p:grpSpPr>
        <p:sp>
          <p:nvSpPr>
            <p:cNvPr id="22" name="Oval 118">
              <a:extLst>
                <a:ext uri="{FF2B5EF4-FFF2-40B4-BE49-F238E27FC236}">
                  <a16:creationId xmlns:a16="http://schemas.microsoft.com/office/drawing/2014/main" xmlns="" id="{4986F3D0-9058-4B18-B278-643E8FA71835}"/>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3" name="Text Box 119">
              <a:extLst>
                <a:ext uri="{FF2B5EF4-FFF2-40B4-BE49-F238E27FC236}">
                  <a16:creationId xmlns:a16="http://schemas.microsoft.com/office/drawing/2014/main" xmlns="" id="{12F51249-3B6B-49AE-B9AF-DE9A5518467E}"/>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24" name="组合 21">
            <a:extLst>
              <a:ext uri="{FF2B5EF4-FFF2-40B4-BE49-F238E27FC236}">
                <a16:creationId xmlns:a16="http://schemas.microsoft.com/office/drawing/2014/main" xmlns="" id="{31E2C5F6-EBE2-4EF2-8DD4-392B9B0D0F95}"/>
              </a:ext>
            </a:extLst>
          </p:cNvPr>
          <p:cNvGrpSpPr>
            <a:grpSpLocks/>
          </p:cNvGrpSpPr>
          <p:nvPr/>
        </p:nvGrpSpPr>
        <p:grpSpPr bwMode="auto">
          <a:xfrm>
            <a:off x="9436600" y="4754958"/>
            <a:ext cx="422275" cy="428625"/>
            <a:chOff x="7243763" y="2911475"/>
            <a:chExt cx="422275" cy="428625"/>
          </a:xfrm>
        </p:grpSpPr>
        <p:sp>
          <p:nvSpPr>
            <p:cNvPr id="27" name="Oval 118">
              <a:extLst>
                <a:ext uri="{FF2B5EF4-FFF2-40B4-BE49-F238E27FC236}">
                  <a16:creationId xmlns:a16="http://schemas.microsoft.com/office/drawing/2014/main" xmlns="" id="{B5F736E5-7086-4951-B9CF-E7E7735391B6}"/>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28" name="Text Box 119">
              <a:extLst>
                <a:ext uri="{FF2B5EF4-FFF2-40B4-BE49-F238E27FC236}">
                  <a16:creationId xmlns:a16="http://schemas.microsoft.com/office/drawing/2014/main" xmlns="" id="{0628A75E-BB1B-4271-8F4D-30CBD7851E5C}"/>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29" name="组合 26">
            <a:extLst>
              <a:ext uri="{FF2B5EF4-FFF2-40B4-BE49-F238E27FC236}">
                <a16:creationId xmlns:a16="http://schemas.microsoft.com/office/drawing/2014/main" xmlns="" id="{D283B9B7-EAFA-4385-8081-E58EA1AEE4C4}"/>
              </a:ext>
            </a:extLst>
          </p:cNvPr>
          <p:cNvGrpSpPr>
            <a:grpSpLocks/>
          </p:cNvGrpSpPr>
          <p:nvPr/>
        </p:nvGrpSpPr>
        <p:grpSpPr bwMode="auto">
          <a:xfrm>
            <a:off x="7347450" y="4740671"/>
            <a:ext cx="422275" cy="428625"/>
            <a:chOff x="7243763" y="2911475"/>
            <a:chExt cx="422275" cy="428625"/>
          </a:xfrm>
        </p:grpSpPr>
        <p:sp>
          <p:nvSpPr>
            <p:cNvPr id="30" name="Oval 118">
              <a:extLst>
                <a:ext uri="{FF2B5EF4-FFF2-40B4-BE49-F238E27FC236}">
                  <a16:creationId xmlns:a16="http://schemas.microsoft.com/office/drawing/2014/main" xmlns="" id="{4B829756-0D79-4607-8D16-A906A98CF3CC}"/>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1" name="Text Box 119">
              <a:extLst>
                <a:ext uri="{FF2B5EF4-FFF2-40B4-BE49-F238E27FC236}">
                  <a16:creationId xmlns:a16="http://schemas.microsoft.com/office/drawing/2014/main" xmlns="" id="{8E86D3A1-7C9F-4E0C-8B2A-FDDCF9F1FA0E}"/>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32" name="组合 31">
            <a:extLst>
              <a:ext uri="{FF2B5EF4-FFF2-40B4-BE49-F238E27FC236}">
                <a16:creationId xmlns:a16="http://schemas.microsoft.com/office/drawing/2014/main" xmlns="" id="{C827862F-DC9C-43B6-92CF-355512208C08}"/>
              </a:ext>
            </a:extLst>
          </p:cNvPr>
          <p:cNvGrpSpPr>
            <a:grpSpLocks/>
          </p:cNvGrpSpPr>
          <p:nvPr/>
        </p:nvGrpSpPr>
        <p:grpSpPr bwMode="auto">
          <a:xfrm>
            <a:off x="7347450" y="5804296"/>
            <a:ext cx="422275" cy="428625"/>
            <a:chOff x="7243763" y="2911475"/>
            <a:chExt cx="422275" cy="428625"/>
          </a:xfrm>
        </p:grpSpPr>
        <p:sp>
          <p:nvSpPr>
            <p:cNvPr id="34" name="Oval 118">
              <a:extLst>
                <a:ext uri="{FF2B5EF4-FFF2-40B4-BE49-F238E27FC236}">
                  <a16:creationId xmlns:a16="http://schemas.microsoft.com/office/drawing/2014/main" xmlns="" id="{CF46F8B5-EF12-45C5-A772-719DD5741921}"/>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5" name="Text Box 119">
              <a:extLst>
                <a:ext uri="{FF2B5EF4-FFF2-40B4-BE49-F238E27FC236}">
                  <a16:creationId xmlns:a16="http://schemas.microsoft.com/office/drawing/2014/main" xmlns="" id="{9EAF2F01-3621-4DC8-AF8B-0A07610553C9}"/>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36" name="组合 36">
            <a:extLst>
              <a:ext uri="{FF2B5EF4-FFF2-40B4-BE49-F238E27FC236}">
                <a16:creationId xmlns:a16="http://schemas.microsoft.com/office/drawing/2014/main" xmlns="" id="{1BA3CCA2-80BB-4277-A775-A90247DDA72C}"/>
              </a:ext>
            </a:extLst>
          </p:cNvPr>
          <p:cNvGrpSpPr>
            <a:grpSpLocks/>
          </p:cNvGrpSpPr>
          <p:nvPr/>
        </p:nvGrpSpPr>
        <p:grpSpPr bwMode="auto">
          <a:xfrm>
            <a:off x="7347450" y="2635646"/>
            <a:ext cx="422275" cy="428625"/>
            <a:chOff x="7243763" y="2911475"/>
            <a:chExt cx="422275" cy="428625"/>
          </a:xfrm>
        </p:grpSpPr>
        <p:sp>
          <p:nvSpPr>
            <p:cNvPr id="37" name="Oval 118">
              <a:extLst>
                <a:ext uri="{FF2B5EF4-FFF2-40B4-BE49-F238E27FC236}">
                  <a16:creationId xmlns:a16="http://schemas.microsoft.com/office/drawing/2014/main" xmlns="" id="{98BA522C-2B43-4C31-B64B-678637321A60}"/>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38" name="Text Box 119">
              <a:extLst>
                <a:ext uri="{FF2B5EF4-FFF2-40B4-BE49-F238E27FC236}">
                  <a16:creationId xmlns:a16="http://schemas.microsoft.com/office/drawing/2014/main" xmlns="" id="{6389F796-C4B8-499B-9DD4-4878C72F2532}"/>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39" name="组合 41">
            <a:extLst>
              <a:ext uri="{FF2B5EF4-FFF2-40B4-BE49-F238E27FC236}">
                <a16:creationId xmlns:a16="http://schemas.microsoft.com/office/drawing/2014/main" xmlns="" id="{8CCD92E3-BAC7-4203-BB2E-4BAF2CFD2029}"/>
              </a:ext>
            </a:extLst>
          </p:cNvPr>
          <p:cNvGrpSpPr>
            <a:grpSpLocks/>
          </p:cNvGrpSpPr>
          <p:nvPr/>
        </p:nvGrpSpPr>
        <p:grpSpPr bwMode="auto">
          <a:xfrm>
            <a:off x="8436475" y="5815408"/>
            <a:ext cx="422275" cy="428625"/>
            <a:chOff x="7243763" y="2911475"/>
            <a:chExt cx="422275" cy="428625"/>
          </a:xfrm>
        </p:grpSpPr>
        <p:sp>
          <p:nvSpPr>
            <p:cNvPr id="41" name="Oval 118">
              <a:extLst>
                <a:ext uri="{FF2B5EF4-FFF2-40B4-BE49-F238E27FC236}">
                  <a16:creationId xmlns:a16="http://schemas.microsoft.com/office/drawing/2014/main" xmlns="" id="{5729ADC9-F337-460F-B4FC-7E06AB577A13}"/>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2" name="Text Box 119">
              <a:extLst>
                <a:ext uri="{FF2B5EF4-FFF2-40B4-BE49-F238E27FC236}">
                  <a16:creationId xmlns:a16="http://schemas.microsoft.com/office/drawing/2014/main" xmlns="" id="{FC095E39-23BD-481E-BEC0-DE732B82A73A}"/>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43" name="组合 46">
            <a:extLst>
              <a:ext uri="{FF2B5EF4-FFF2-40B4-BE49-F238E27FC236}">
                <a16:creationId xmlns:a16="http://schemas.microsoft.com/office/drawing/2014/main" xmlns="" id="{F4E2C153-6886-424D-8D1D-C2415FAD4547}"/>
              </a:ext>
            </a:extLst>
          </p:cNvPr>
          <p:cNvGrpSpPr>
            <a:grpSpLocks/>
          </p:cNvGrpSpPr>
          <p:nvPr/>
        </p:nvGrpSpPr>
        <p:grpSpPr bwMode="auto">
          <a:xfrm>
            <a:off x="9462000" y="5813821"/>
            <a:ext cx="422275" cy="428625"/>
            <a:chOff x="7243763" y="2911475"/>
            <a:chExt cx="422275" cy="428625"/>
          </a:xfrm>
        </p:grpSpPr>
        <p:sp>
          <p:nvSpPr>
            <p:cNvPr id="44" name="Oval 118">
              <a:extLst>
                <a:ext uri="{FF2B5EF4-FFF2-40B4-BE49-F238E27FC236}">
                  <a16:creationId xmlns:a16="http://schemas.microsoft.com/office/drawing/2014/main" xmlns="" id="{B3A70A62-AC08-4753-82CB-378CB81A4609}"/>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5" name="Text Box 119">
              <a:extLst>
                <a:ext uri="{FF2B5EF4-FFF2-40B4-BE49-F238E27FC236}">
                  <a16:creationId xmlns:a16="http://schemas.microsoft.com/office/drawing/2014/main" xmlns="" id="{2554CAC8-5F21-43EA-93C2-5C3922D8874F}"/>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46" name="组合 51">
            <a:extLst>
              <a:ext uri="{FF2B5EF4-FFF2-40B4-BE49-F238E27FC236}">
                <a16:creationId xmlns:a16="http://schemas.microsoft.com/office/drawing/2014/main" xmlns="" id="{AE0836F9-1DC1-4E99-93C1-372EBA93C4C5}"/>
              </a:ext>
            </a:extLst>
          </p:cNvPr>
          <p:cNvGrpSpPr>
            <a:grpSpLocks/>
          </p:cNvGrpSpPr>
          <p:nvPr/>
        </p:nvGrpSpPr>
        <p:grpSpPr bwMode="auto">
          <a:xfrm>
            <a:off x="9414375" y="2621358"/>
            <a:ext cx="422275" cy="428625"/>
            <a:chOff x="7243763" y="2911475"/>
            <a:chExt cx="422275" cy="428625"/>
          </a:xfrm>
        </p:grpSpPr>
        <p:sp>
          <p:nvSpPr>
            <p:cNvPr id="47" name="Oval 118">
              <a:extLst>
                <a:ext uri="{FF2B5EF4-FFF2-40B4-BE49-F238E27FC236}">
                  <a16:creationId xmlns:a16="http://schemas.microsoft.com/office/drawing/2014/main" xmlns="" id="{93B26534-F872-4B36-9627-919CEF6A3C95}"/>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48" name="Text Box 119">
              <a:extLst>
                <a:ext uri="{FF2B5EF4-FFF2-40B4-BE49-F238E27FC236}">
                  <a16:creationId xmlns:a16="http://schemas.microsoft.com/office/drawing/2014/main" xmlns="" id="{8FB3BE20-0E0D-42B2-B08D-901155DBEB19}"/>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49" name="组合 56">
            <a:extLst>
              <a:ext uri="{FF2B5EF4-FFF2-40B4-BE49-F238E27FC236}">
                <a16:creationId xmlns:a16="http://schemas.microsoft.com/office/drawing/2014/main" xmlns="" id="{0A5D0D34-3FBF-4033-ABA2-1A83EB856EDE}"/>
              </a:ext>
            </a:extLst>
          </p:cNvPr>
          <p:cNvGrpSpPr>
            <a:grpSpLocks/>
          </p:cNvGrpSpPr>
          <p:nvPr/>
        </p:nvGrpSpPr>
        <p:grpSpPr bwMode="auto">
          <a:xfrm>
            <a:off x="10498638" y="3642121"/>
            <a:ext cx="422275" cy="428625"/>
            <a:chOff x="7243763" y="2911475"/>
            <a:chExt cx="422275" cy="428625"/>
          </a:xfrm>
        </p:grpSpPr>
        <p:sp>
          <p:nvSpPr>
            <p:cNvPr id="50" name="Oval 118">
              <a:extLst>
                <a:ext uri="{FF2B5EF4-FFF2-40B4-BE49-F238E27FC236}">
                  <a16:creationId xmlns:a16="http://schemas.microsoft.com/office/drawing/2014/main" xmlns="" id="{33BE4628-FE2D-480B-A618-B7A1B0CBE470}"/>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51" name="Text Box 119">
              <a:extLst>
                <a:ext uri="{FF2B5EF4-FFF2-40B4-BE49-F238E27FC236}">
                  <a16:creationId xmlns:a16="http://schemas.microsoft.com/office/drawing/2014/main" xmlns="" id="{7E660A2B-6389-4DAF-99DD-3290EDE3DF5A}"/>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52" name="组合 61">
            <a:extLst>
              <a:ext uri="{FF2B5EF4-FFF2-40B4-BE49-F238E27FC236}">
                <a16:creationId xmlns:a16="http://schemas.microsoft.com/office/drawing/2014/main" xmlns="" id="{47DC6F27-B923-464E-8834-CA0FC9CA60BA}"/>
              </a:ext>
            </a:extLst>
          </p:cNvPr>
          <p:cNvGrpSpPr>
            <a:grpSpLocks/>
          </p:cNvGrpSpPr>
          <p:nvPr/>
        </p:nvGrpSpPr>
        <p:grpSpPr bwMode="auto">
          <a:xfrm>
            <a:off x="8414250" y="4740671"/>
            <a:ext cx="422275" cy="428625"/>
            <a:chOff x="7243763" y="2911475"/>
            <a:chExt cx="422275" cy="428625"/>
          </a:xfrm>
        </p:grpSpPr>
        <p:sp>
          <p:nvSpPr>
            <p:cNvPr id="53" name="Oval 118">
              <a:extLst>
                <a:ext uri="{FF2B5EF4-FFF2-40B4-BE49-F238E27FC236}">
                  <a16:creationId xmlns:a16="http://schemas.microsoft.com/office/drawing/2014/main" xmlns="" id="{EACA5671-6828-48A5-9210-38A476A6DA99}"/>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54" name="Text Box 119">
              <a:extLst>
                <a:ext uri="{FF2B5EF4-FFF2-40B4-BE49-F238E27FC236}">
                  <a16:creationId xmlns:a16="http://schemas.microsoft.com/office/drawing/2014/main" xmlns="" id="{7918DBF4-F8C1-4E43-8423-C0A780C6645E}"/>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55" name="组合 66">
            <a:extLst>
              <a:ext uri="{FF2B5EF4-FFF2-40B4-BE49-F238E27FC236}">
                <a16:creationId xmlns:a16="http://schemas.microsoft.com/office/drawing/2014/main" xmlns="" id="{F5137A1E-67A3-47BC-9516-812D4C90F8EA}"/>
              </a:ext>
            </a:extLst>
          </p:cNvPr>
          <p:cNvGrpSpPr>
            <a:grpSpLocks/>
          </p:cNvGrpSpPr>
          <p:nvPr/>
        </p:nvGrpSpPr>
        <p:grpSpPr bwMode="auto">
          <a:xfrm>
            <a:off x="8414250" y="3659583"/>
            <a:ext cx="422275" cy="428625"/>
            <a:chOff x="7243763" y="2911475"/>
            <a:chExt cx="422275" cy="428625"/>
          </a:xfrm>
        </p:grpSpPr>
        <p:sp>
          <p:nvSpPr>
            <p:cNvPr id="56" name="Oval 118">
              <a:extLst>
                <a:ext uri="{FF2B5EF4-FFF2-40B4-BE49-F238E27FC236}">
                  <a16:creationId xmlns:a16="http://schemas.microsoft.com/office/drawing/2014/main" xmlns="" id="{583412CE-F7B9-4D71-A91E-888C998DAE32}"/>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57" name="Text Box 119">
              <a:extLst>
                <a:ext uri="{FF2B5EF4-FFF2-40B4-BE49-F238E27FC236}">
                  <a16:creationId xmlns:a16="http://schemas.microsoft.com/office/drawing/2014/main" xmlns="" id="{836A2EBF-15FE-4984-8DFA-6DE5B669D317}"/>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58" name="组合 71">
            <a:extLst>
              <a:ext uri="{FF2B5EF4-FFF2-40B4-BE49-F238E27FC236}">
                <a16:creationId xmlns:a16="http://schemas.microsoft.com/office/drawing/2014/main" xmlns="" id="{8849976B-7D87-427C-94D2-D39FB587BF6C}"/>
              </a:ext>
            </a:extLst>
          </p:cNvPr>
          <p:cNvGrpSpPr>
            <a:grpSpLocks/>
          </p:cNvGrpSpPr>
          <p:nvPr/>
        </p:nvGrpSpPr>
        <p:grpSpPr bwMode="auto">
          <a:xfrm>
            <a:off x="9436600" y="3642121"/>
            <a:ext cx="422275" cy="428625"/>
            <a:chOff x="7243763" y="2911475"/>
            <a:chExt cx="422275" cy="428625"/>
          </a:xfrm>
        </p:grpSpPr>
        <p:sp>
          <p:nvSpPr>
            <p:cNvPr id="59" name="Oval 118">
              <a:extLst>
                <a:ext uri="{FF2B5EF4-FFF2-40B4-BE49-F238E27FC236}">
                  <a16:creationId xmlns:a16="http://schemas.microsoft.com/office/drawing/2014/main" xmlns="" id="{56BDFCB2-119F-436F-BAA4-6FA0F1DB91C2}"/>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60" name="Text Box 119">
              <a:extLst>
                <a:ext uri="{FF2B5EF4-FFF2-40B4-BE49-F238E27FC236}">
                  <a16:creationId xmlns:a16="http://schemas.microsoft.com/office/drawing/2014/main" xmlns="" id="{2AC08EF3-AC07-4C44-982E-F1AC2C8E834F}"/>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grpSp>
        <p:nvGrpSpPr>
          <p:cNvPr id="61" name="组合 76">
            <a:extLst>
              <a:ext uri="{FF2B5EF4-FFF2-40B4-BE49-F238E27FC236}">
                <a16:creationId xmlns:a16="http://schemas.microsoft.com/office/drawing/2014/main" xmlns="" id="{5FA247CA-CD89-423D-A880-E224C6B06F37}"/>
              </a:ext>
            </a:extLst>
          </p:cNvPr>
          <p:cNvGrpSpPr>
            <a:grpSpLocks/>
          </p:cNvGrpSpPr>
          <p:nvPr/>
        </p:nvGrpSpPr>
        <p:grpSpPr bwMode="auto">
          <a:xfrm>
            <a:off x="7347450" y="3669108"/>
            <a:ext cx="422275" cy="428625"/>
            <a:chOff x="7243763" y="2911475"/>
            <a:chExt cx="422275" cy="428625"/>
          </a:xfrm>
        </p:grpSpPr>
        <p:sp>
          <p:nvSpPr>
            <p:cNvPr id="62" name="Oval 118">
              <a:extLst>
                <a:ext uri="{FF2B5EF4-FFF2-40B4-BE49-F238E27FC236}">
                  <a16:creationId xmlns:a16="http://schemas.microsoft.com/office/drawing/2014/main" xmlns="" id="{4927DA80-3A32-4AE4-B159-25AA169D034A}"/>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pPr defTabSz="914400"/>
              <a:endParaRPr lang="zh-CN" altLang="en-US" sz="2800" b="1">
                <a:latin typeface="楷体_GB2312" pitchFamily="49" charset="-122"/>
                <a:ea typeface="楷体_GB2312" pitchFamily="49" charset="-122"/>
              </a:endParaRPr>
            </a:p>
          </p:txBody>
        </p:sp>
        <p:sp>
          <p:nvSpPr>
            <p:cNvPr id="63" name="Text Box 119">
              <a:extLst>
                <a:ext uri="{FF2B5EF4-FFF2-40B4-BE49-F238E27FC236}">
                  <a16:creationId xmlns:a16="http://schemas.microsoft.com/office/drawing/2014/main" xmlns="" id="{26674058-32A0-4D5F-9ED4-0F103E25F541}"/>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defTabSz="914400"/>
              <a:r>
                <a:rPr lang="en-US" altLang="zh-CN" sz="1600" b="1">
                  <a:latin typeface="Times New Roman" pitchFamily="18" charset="0"/>
                  <a:ea typeface="楷体_GB2312" pitchFamily="49" charset="-122"/>
                  <a:cs typeface="Times New Roman" pitchFamily="18" charset="0"/>
                </a:rPr>
                <a:t>Si</a:t>
              </a:r>
              <a:endParaRPr lang="zh-CN" altLang="zh-CN" sz="6000" b="1">
                <a:latin typeface="Times New Roman" pitchFamily="18" charset="0"/>
                <a:ea typeface="楷体_GB2312" pitchFamily="49" charset="-122"/>
                <a:cs typeface="Times New Roman" pitchFamily="18" charset="0"/>
              </a:endParaRPr>
            </a:p>
          </p:txBody>
        </p:sp>
      </p:grpSp>
      <p:sp>
        <p:nvSpPr>
          <p:cNvPr id="64" name="Oval 259">
            <a:extLst>
              <a:ext uri="{FF2B5EF4-FFF2-40B4-BE49-F238E27FC236}">
                <a16:creationId xmlns:a16="http://schemas.microsoft.com/office/drawing/2014/main" xmlns="" id="{16F2F767-5DFB-42D5-B367-887DE1FA39D9}"/>
              </a:ext>
            </a:extLst>
          </p:cNvPr>
          <p:cNvSpPr>
            <a:spLocks noChangeArrowheads="1"/>
          </p:cNvSpPr>
          <p:nvPr/>
        </p:nvSpPr>
        <p:spPr bwMode="auto">
          <a:xfrm flipH="1" flipV="1">
            <a:off x="10614525" y="5488383"/>
            <a:ext cx="87313" cy="88900"/>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65" name="Oval 259">
            <a:extLst>
              <a:ext uri="{FF2B5EF4-FFF2-40B4-BE49-F238E27FC236}">
                <a16:creationId xmlns:a16="http://schemas.microsoft.com/office/drawing/2014/main" xmlns="" id="{0BABF37B-C5C8-43DF-878D-49CF84D02099}"/>
              </a:ext>
            </a:extLst>
          </p:cNvPr>
          <p:cNvSpPr>
            <a:spLocks noChangeArrowheads="1"/>
          </p:cNvSpPr>
          <p:nvPr/>
        </p:nvSpPr>
        <p:spPr bwMode="auto">
          <a:xfrm flipH="1" flipV="1">
            <a:off x="8053888" y="3888183"/>
            <a:ext cx="85725" cy="88900"/>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nvGrpSpPr>
          <p:cNvPr id="66" name="组合 111">
            <a:extLst>
              <a:ext uri="{FF2B5EF4-FFF2-40B4-BE49-F238E27FC236}">
                <a16:creationId xmlns:a16="http://schemas.microsoft.com/office/drawing/2014/main" xmlns="" id="{359D949B-52F6-4F3B-BE6E-46F8C1D2E4EF}"/>
              </a:ext>
            </a:extLst>
          </p:cNvPr>
          <p:cNvGrpSpPr>
            <a:grpSpLocks/>
          </p:cNvGrpSpPr>
          <p:nvPr/>
        </p:nvGrpSpPr>
        <p:grpSpPr bwMode="auto">
          <a:xfrm>
            <a:off x="8827000" y="2729308"/>
            <a:ext cx="581025" cy="193675"/>
            <a:chOff x="4954650" y="1723670"/>
            <a:chExt cx="580555" cy="194034"/>
          </a:xfrm>
        </p:grpSpPr>
        <p:grpSp>
          <p:nvGrpSpPr>
            <p:cNvPr id="67" name="组合 107">
              <a:extLst>
                <a:ext uri="{FF2B5EF4-FFF2-40B4-BE49-F238E27FC236}">
                  <a16:creationId xmlns:a16="http://schemas.microsoft.com/office/drawing/2014/main" xmlns="" id="{777BEDBC-2F7E-402E-B955-7D2F4CFB90DC}"/>
                </a:ext>
              </a:extLst>
            </p:cNvPr>
            <p:cNvGrpSpPr>
              <a:grpSpLocks/>
            </p:cNvGrpSpPr>
            <p:nvPr/>
          </p:nvGrpSpPr>
          <p:grpSpPr bwMode="auto">
            <a:xfrm>
              <a:off x="4954650" y="1723670"/>
              <a:ext cx="577850" cy="88904"/>
              <a:chOff x="4954650" y="1739900"/>
              <a:chExt cx="577850" cy="88904"/>
            </a:xfrm>
          </p:grpSpPr>
          <p:cxnSp>
            <p:nvCxnSpPr>
              <p:cNvPr id="71" name="直接连接符 70">
                <a:extLst>
                  <a:ext uri="{FF2B5EF4-FFF2-40B4-BE49-F238E27FC236}">
                    <a16:creationId xmlns:a16="http://schemas.microsoft.com/office/drawing/2014/main" xmlns="" id="{B3E9203C-25AC-4024-B464-D53683882B0D}"/>
                  </a:ext>
                </a:extLst>
              </p:cNvPr>
              <p:cNvCxnSpPr/>
              <p:nvPr/>
            </p:nvCxnSpPr>
            <p:spPr>
              <a:xfrm>
                <a:off x="4954650" y="1784432"/>
                <a:ext cx="577382"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Oval 259">
                <a:extLst>
                  <a:ext uri="{FF2B5EF4-FFF2-40B4-BE49-F238E27FC236}">
                    <a16:creationId xmlns:a16="http://schemas.microsoft.com/office/drawing/2014/main" xmlns="" id="{F5F64853-82E3-4D5F-8FEF-A844BC6FECD6}"/>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68" name="组合 108">
              <a:extLst>
                <a:ext uri="{FF2B5EF4-FFF2-40B4-BE49-F238E27FC236}">
                  <a16:creationId xmlns:a16="http://schemas.microsoft.com/office/drawing/2014/main" xmlns="" id="{2F871104-7F87-4297-81C2-123630A6D9A7}"/>
                </a:ext>
              </a:extLst>
            </p:cNvPr>
            <p:cNvGrpSpPr>
              <a:grpSpLocks/>
            </p:cNvGrpSpPr>
            <p:nvPr/>
          </p:nvGrpSpPr>
          <p:grpSpPr bwMode="auto">
            <a:xfrm>
              <a:off x="4957355" y="1828800"/>
              <a:ext cx="577850" cy="88904"/>
              <a:chOff x="4954650" y="1739900"/>
              <a:chExt cx="577850" cy="88904"/>
            </a:xfrm>
          </p:grpSpPr>
          <p:cxnSp>
            <p:nvCxnSpPr>
              <p:cNvPr id="69" name="直接连接符 68">
                <a:extLst>
                  <a:ext uri="{FF2B5EF4-FFF2-40B4-BE49-F238E27FC236}">
                    <a16:creationId xmlns:a16="http://schemas.microsoft.com/office/drawing/2014/main" xmlns="" id="{A4975760-3681-4B1D-BC1C-587F61B3A43F}"/>
                  </a:ext>
                </a:extLst>
              </p:cNvPr>
              <p:cNvCxnSpPr/>
              <p:nvPr/>
            </p:nvCxnSpPr>
            <p:spPr>
              <a:xfrm>
                <a:off x="4955118" y="1784272"/>
                <a:ext cx="577382"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Oval 259">
                <a:extLst>
                  <a:ext uri="{FF2B5EF4-FFF2-40B4-BE49-F238E27FC236}">
                    <a16:creationId xmlns:a16="http://schemas.microsoft.com/office/drawing/2014/main" xmlns="" id="{341FA5FB-3102-4629-B544-AA55ADF9C6D7}"/>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73" name="组合 115">
            <a:extLst>
              <a:ext uri="{FF2B5EF4-FFF2-40B4-BE49-F238E27FC236}">
                <a16:creationId xmlns:a16="http://schemas.microsoft.com/office/drawing/2014/main" xmlns="" id="{6B754C52-56A4-4AA7-A049-53F2A746E527}"/>
              </a:ext>
            </a:extLst>
          </p:cNvPr>
          <p:cNvGrpSpPr>
            <a:grpSpLocks/>
          </p:cNvGrpSpPr>
          <p:nvPr/>
        </p:nvGrpSpPr>
        <p:grpSpPr bwMode="auto">
          <a:xfrm>
            <a:off x="7812588" y="2742008"/>
            <a:ext cx="579437" cy="195263"/>
            <a:chOff x="4954650" y="1723670"/>
            <a:chExt cx="580555" cy="194034"/>
          </a:xfrm>
        </p:grpSpPr>
        <p:grpSp>
          <p:nvGrpSpPr>
            <p:cNvPr id="74" name="组合 107">
              <a:extLst>
                <a:ext uri="{FF2B5EF4-FFF2-40B4-BE49-F238E27FC236}">
                  <a16:creationId xmlns:a16="http://schemas.microsoft.com/office/drawing/2014/main" xmlns="" id="{2ADCACC1-AA2F-4B3A-8840-47538B75723D}"/>
                </a:ext>
              </a:extLst>
            </p:cNvPr>
            <p:cNvGrpSpPr>
              <a:grpSpLocks/>
            </p:cNvGrpSpPr>
            <p:nvPr/>
          </p:nvGrpSpPr>
          <p:grpSpPr bwMode="auto">
            <a:xfrm>
              <a:off x="4954650" y="1723670"/>
              <a:ext cx="577850" cy="88904"/>
              <a:chOff x="4954650" y="1739900"/>
              <a:chExt cx="577850" cy="88904"/>
            </a:xfrm>
          </p:grpSpPr>
          <p:cxnSp>
            <p:nvCxnSpPr>
              <p:cNvPr id="78" name="直接连接符 77">
                <a:extLst>
                  <a:ext uri="{FF2B5EF4-FFF2-40B4-BE49-F238E27FC236}">
                    <a16:creationId xmlns:a16="http://schemas.microsoft.com/office/drawing/2014/main" xmlns="" id="{A66A8249-F20F-4A22-9F20-8FD51ECB86D9}"/>
                  </a:ext>
                </a:extLst>
              </p:cNvPr>
              <p:cNvCxnSpPr/>
              <p:nvPr/>
            </p:nvCxnSpPr>
            <p:spPr>
              <a:xfrm>
                <a:off x="4954650" y="1784070"/>
                <a:ext cx="577374"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Oval 259">
                <a:extLst>
                  <a:ext uri="{FF2B5EF4-FFF2-40B4-BE49-F238E27FC236}">
                    <a16:creationId xmlns:a16="http://schemas.microsoft.com/office/drawing/2014/main" xmlns="" id="{A7C60ECE-8185-49BA-A77B-A712E43E7253}"/>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75" name="组合 108">
              <a:extLst>
                <a:ext uri="{FF2B5EF4-FFF2-40B4-BE49-F238E27FC236}">
                  <a16:creationId xmlns:a16="http://schemas.microsoft.com/office/drawing/2014/main" xmlns="" id="{A5C37012-F8CB-41E2-9E17-48547EA8F7E1}"/>
                </a:ext>
              </a:extLst>
            </p:cNvPr>
            <p:cNvGrpSpPr>
              <a:grpSpLocks/>
            </p:cNvGrpSpPr>
            <p:nvPr/>
          </p:nvGrpSpPr>
          <p:grpSpPr bwMode="auto">
            <a:xfrm>
              <a:off x="4957355" y="1828800"/>
              <a:ext cx="577850" cy="88904"/>
              <a:chOff x="4954650" y="1739900"/>
              <a:chExt cx="577850" cy="88904"/>
            </a:xfrm>
          </p:grpSpPr>
          <p:cxnSp>
            <p:nvCxnSpPr>
              <p:cNvPr id="76" name="直接连接符 75">
                <a:extLst>
                  <a:ext uri="{FF2B5EF4-FFF2-40B4-BE49-F238E27FC236}">
                    <a16:creationId xmlns:a16="http://schemas.microsoft.com/office/drawing/2014/main" xmlns="" id="{C7BEDD64-3A1E-4B1E-8A69-190D1927F9C5}"/>
                  </a:ext>
                </a:extLst>
              </p:cNvPr>
              <p:cNvCxnSpPr/>
              <p:nvPr/>
            </p:nvCxnSpPr>
            <p:spPr>
              <a:xfrm>
                <a:off x="4955126" y="1784634"/>
                <a:ext cx="577374"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Oval 259">
                <a:extLst>
                  <a:ext uri="{FF2B5EF4-FFF2-40B4-BE49-F238E27FC236}">
                    <a16:creationId xmlns:a16="http://schemas.microsoft.com/office/drawing/2014/main" xmlns="" id="{F438EE1F-2F91-4721-8B3F-98B4C7FBF410}"/>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80" name="组合 122">
            <a:extLst>
              <a:ext uri="{FF2B5EF4-FFF2-40B4-BE49-F238E27FC236}">
                <a16:creationId xmlns:a16="http://schemas.microsoft.com/office/drawing/2014/main" xmlns="" id="{23B749D6-BF03-46BC-8572-3FB4BE6373FE}"/>
              </a:ext>
            </a:extLst>
          </p:cNvPr>
          <p:cNvGrpSpPr>
            <a:grpSpLocks/>
          </p:cNvGrpSpPr>
          <p:nvPr/>
        </p:nvGrpSpPr>
        <p:grpSpPr bwMode="auto">
          <a:xfrm>
            <a:off x="9858875" y="2754708"/>
            <a:ext cx="581025" cy="193675"/>
            <a:chOff x="4954650" y="1723670"/>
            <a:chExt cx="580555" cy="194034"/>
          </a:xfrm>
        </p:grpSpPr>
        <p:grpSp>
          <p:nvGrpSpPr>
            <p:cNvPr id="81" name="组合 107">
              <a:extLst>
                <a:ext uri="{FF2B5EF4-FFF2-40B4-BE49-F238E27FC236}">
                  <a16:creationId xmlns:a16="http://schemas.microsoft.com/office/drawing/2014/main" xmlns="" id="{707EEB2C-7B83-47F6-827F-EAB7A9BF0A8C}"/>
                </a:ext>
              </a:extLst>
            </p:cNvPr>
            <p:cNvGrpSpPr>
              <a:grpSpLocks/>
            </p:cNvGrpSpPr>
            <p:nvPr/>
          </p:nvGrpSpPr>
          <p:grpSpPr bwMode="auto">
            <a:xfrm>
              <a:off x="4954650" y="1723670"/>
              <a:ext cx="577850" cy="88904"/>
              <a:chOff x="4954650" y="1739900"/>
              <a:chExt cx="577850" cy="88904"/>
            </a:xfrm>
          </p:grpSpPr>
          <p:cxnSp>
            <p:nvCxnSpPr>
              <p:cNvPr id="85" name="直接连接符 84">
                <a:extLst>
                  <a:ext uri="{FF2B5EF4-FFF2-40B4-BE49-F238E27FC236}">
                    <a16:creationId xmlns:a16="http://schemas.microsoft.com/office/drawing/2014/main" xmlns="" id="{5A26F213-2CAA-4295-88DA-A49136227DA5}"/>
                  </a:ext>
                </a:extLst>
              </p:cNvPr>
              <p:cNvCxnSpPr/>
              <p:nvPr/>
            </p:nvCxnSpPr>
            <p:spPr>
              <a:xfrm>
                <a:off x="4954650" y="1784432"/>
                <a:ext cx="577382"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Oval 259">
                <a:extLst>
                  <a:ext uri="{FF2B5EF4-FFF2-40B4-BE49-F238E27FC236}">
                    <a16:creationId xmlns:a16="http://schemas.microsoft.com/office/drawing/2014/main" xmlns="" id="{592C7160-1D9D-4965-80F3-14E0EA447346}"/>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82" name="组合 108">
              <a:extLst>
                <a:ext uri="{FF2B5EF4-FFF2-40B4-BE49-F238E27FC236}">
                  <a16:creationId xmlns:a16="http://schemas.microsoft.com/office/drawing/2014/main" xmlns="" id="{62AC1758-D6A5-4A68-85F2-B80E4B1E4418}"/>
                </a:ext>
              </a:extLst>
            </p:cNvPr>
            <p:cNvGrpSpPr>
              <a:grpSpLocks/>
            </p:cNvGrpSpPr>
            <p:nvPr/>
          </p:nvGrpSpPr>
          <p:grpSpPr bwMode="auto">
            <a:xfrm>
              <a:off x="4957355" y="1828800"/>
              <a:ext cx="577850" cy="88904"/>
              <a:chOff x="4954650" y="1739900"/>
              <a:chExt cx="577850" cy="88904"/>
            </a:xfrm>
          </p:grpSpPr>
          <p:cxnSp>
            <p:nvCxnSpPr>
              <p:cNvPr id="83" name="直接连接符 82">
                <a:extLst>
                  <a:ext uri="{FF2B5EF4-FFF2-40B4-BE49-F238E27FC236}">
                    <a16:creationId xmlns:a16="http://schemas.microsoft.com/office/drawing/2014/main" xmlns="" id="{169C6775-3B14-45E7-8195-D42C29340364}"/>
                  </a:ext>
                </a:extLst>
              </p:cNvPr>
              <p:cNvCxnSpPr/>
              <p:nvPr/>
            </p:nvCxnSpPr>
            <p:spPr>
              <a:xfrm>
                <a:off x="4955118" y="1784272"/>
                <a:ext cx="577382"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Oval 259">
                <a:extLst>
                  <a:ext uri="{FF2B5EF4-FFF2-40B4-BE49-F238E27FC236}">
                    <a16:creationId xmlns:a16="http://schemas.microsoft.com/office/drawing/2014/main" xmlns="" id="{C853CFF6-D2E2-4774-8C55-517A30113EA6}"/>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87" name="组合 129">
            <a:extLst>
              <a:ext uri="{FF2B5EF4-FFF2-40B4-BE49-F238E27FC236}">
                <a16:creationId xmlns:a16="http://schemas.microsoft.com/office/drawing/2014/main" xmlns="" id="{201F1A44-2AC3-434E-A705-45E6FB153006}"/>
              </a:ext>
            </a:extLst>
          </p:cNvPr>
          <p:cNvGrpSpPr>
            <a:grpSpLocks/>
          </p:cNvGrpSpPr>
          <p:nvPr/>
        </p:nvGrpSpPr>
        <p:grpSpPr bwMode="auto">
          <a:xfrm>
            <a:off x="7814175" y="3775471"/>
            <a:ext cx="581025" cy="150812"/>
            <a:chOff x="4954650" y="1723670"/>
            <a:chExt cx="580555" cy="151168"/>
          </a:xfrm>
        </p:grpSpPr>
        <p:grpSp>
          <p:nvGrpSpPr>
            <p:cNvPr id="88" name="组合 107">
              <a:extLst>
                <a:ext uri="{FF2B5EF4-FFF2-40B4-BE49-F238E27FC236}">
                  <a16:creationId xmlns:a16="http://schemas.microsoft.com/office/drawing/2014/main" xmlns="" id="{76B43039-3987-48DD-AA8B-5EF1BD0C9B5B}"/>
                </a:ext>
              </a:extLst>
            </p:cNvPr>
            <p:cNvGrpSpPr>
              <a:grpSpLocks/>
            </p:cNvGrpSpPr>
            <p:nvPr/>
          </p:nvGrpSpPr>
          <p:grpSpPr bwMode="auto">
            <a:xfrm>
              <a:off x="4954650" y="1723670"/>
              <a:ext cx="577850" cy="88904"/>
              <a:chOff x="4954650" y="1739900"/>
              <a:chExt cx="577850" cy="88904"/>
            </a:xfrm>
          </p:grpSpPr>
          <p:cxnSp>
            <p:nvCxnSpPr>
              <p:cNvPr id="90" name="直接连接符 89">
                <a:extLst>
                  <a:ext uri="{FF2B5EF4-FFF2-40B4-BE49-F238E27FC236}">
                    <a16:creationId xmlns:a16="http://schemas.microsoft.com/office/drawing/2014/main" xmlns="" id="{F92E6248-FD4D-4EC4-B40E-749B7155B96D}"/>
                  </a:ext>
                </a:extLst>
              </p:cNvPr>
              <p:cNvCxnSpPr/>
              <p:nvPr/>
            </p:nvCxnSpPr>
            <p:spPr>
              <a:xfrm>
                <a:off x="4954650" y="1784455"/>
                <a:ext cx="577382"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Oval 259">
                <a:extLst>
                  <a:ext uri="{FF2B5EF4-FFF2-40B4-BE49-F238E27FC236}">
                    <a16:creationId xmlns:a16="http://schemas.microsoft.com/office/drawing/2014/main" xmlns="" id="{B626F7E6-A090-4E39-8105-E46C989A8642}"/>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cxnSp>
          <p:nvCxnSpPr>
            <p:cNvPr id="89" name="直接连接符 88">
              <a:extLst>
                <a:ext uri="{FF2B5EF4-FFF2-40B4-BE49-F238E27FC236}">
                  <a16:creationId xmlns:a16="http://schemas.microsoft.com/office/drawing/2014/main" xmlns="" id="{BF517446-A6F7-4E91-8199-9304C911C251}"/>
                </a:ext>
              </a:extLst>
            </p:cNvPr>
            <p:cNvCxnSpPr/>
            <p:nvPr/>
          </p:nvCxnSpPr>
          <p:spPr>
            <a:xfrm>
              <a:off x="4957822" y="1873247"/>
              <a:ext cx="577383"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2" name="组合 136">
            <a:extLst>
              <a:ext uri="{FF2B5EF4-FFF2-40B4-BE49-F238E27FC236}">
                <a16:creationId xmlns:a16="http://schemas.microsoft.com/office/drawing/2014/main" xmlns="" id="{76D770EB-6769-4CC3-B9D2-8095EA6B55FC}"/>
              </a:ext>
            </a:extLst>
          </p:cNvPr>
          <p:cNvGrpSpPr>
            <a:grpSpLocks/>
          </p:cNvGrpSpPr>
          <p:nvPr/>
        </p:nvGrpSpPr>
        <p:grpSpPr bwMode="auto">
          <a:xfrm>
            <a:off x="8880975" y="3775471"/>
            <a:ext cx="581025" cy="193675"/>
            <a:chOff x="4954650" y="1723670"/>
            <a:chExt cx="580555" cy="194034"/>
          </a:xfrm>
        </p:grpSpPr>
        <p:grpSp>
          <p:nvGrpSpPr>
            <p:cNvPr id="93" name="组合 107">
              <a:extLst>
                <a:ext uri="{FF2B5EF4-FFF2-40B4-BE49-F238E27FC236}">
                  <a16:creationId xmlns:a16="http://schemas.microsoft.com/office/drawing/2014/main" xmlns="" id="{82C3281E-0E5E-41AC-B361-4829E7B7ADEF}"/>
                </a:ext>
              </a:extLst>
            </p:cNvPr>
            <p:cNvGrpSpPr>
              <a:grpSpLocks/>
            </p:cNvGrpSpPr>
            <p:nvPr/>
          </p:nvGrpSpPr>
          <p:grpSpPr bwMode="auto">
            <a:xfrm>
              <a:off x="4954650" y="1723670"/>
              <a:ext cx="577850" cy="88904"/>
              <a:chOff x="4954650" y="1739900"/>
              <a:chExt cx="577850" cy="88904"/>
            </a:xfrm>
          </p:grpSpPr>
          <p:cxnSp>
            <p:nvCxnSpPr>
              <p:cNvPr id="97" name="直接连接符 96">
                <a:extLst>
                  <a:ext uri="{FF2B5EF4-FFF2-40B4-BE49-F238E27FC236}">
                    <a16:creationId xmlns:a16="http://schemas.microsoft.com/office/drawing/2014/main" xmlns="" id="{91EB34B7-8A54-4E90-8ABD-6B93672C543F}"/>
                  </a:ext>
                </a:extLst>
              </p:cNvPr>
              <p:cNvCxnSpPr/>
              <p:nvPr/>
            </p:nvCxnSpPr>
            <p:spPr>
              <a:xfrm>
                <a:off x="4954650" y="178443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Oval 259">
                <a:extLst>
                  <a:ext uri="{FF2B5EF4-FFF2-40B4-BE49-F238E27FC236}">
                    <a16:creationId xmlns:a16="http://schemas.microsoft.com/office/drawing/2014/main" xmlns="" id="{BE617684-6E37-4FE9-BB91-D23FB1451A72}"/>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94" name="组合 108">
              <a:extLst>
                <a:ext uri="{FF2B5EF4-FFF2-40B4-BE49-F238E27FC236}">
                  <a16:creationId xmlns:a16="http://schemas.microsoft.com/office/drawing/2014/main" xmlns="" id="{4AF7A1CC-DB0A-4E92-9E20-7608BEAB4EF7}"/>
                </a:ext>
              </a:extLst>
            </p:cNvPr>
            <p:cNvGrpSpPr>
              <a:grpSpLocks/>
            </p:cNvGrpSpPr>
            <p:nvPr/>
          </p:nvGrpSpPr>
          <p:grpSpPr bwMode="auto">
            <a:xfrm>
              <a:off x="4957355" y="1828800"/>
              <a:ext cx="577850" cy="88904"/>
              <a:chOff x="4954650" y="1739900"/>
              <a:chExt cx="577850" cy="88904"/>
            </a:xfrm>
          </p:grpSpPr>
          <p:cxnSp>
            <p:nvCxnSpPr>
              <p:cNvPr id="95" name="直接连接符 94">
                <a:extLst>
                  <a:ext uri="{FF2B5EF4-FFF2-40B4-BE49-F238E27FC236}">
                    <a16:creationId xmlns:a16="http://schemas.microsoft.com/office/drawing/2014/main" xmlns="" id="{C42FF1A4-AE65-4955-8B45-77DC7D79FBA0}"/>
                  </a:ext>
                </a:extLst>
              </p:cNvPr>
              <p:cNvCxnSpPr/>
              <p:nvPr/>
            </p:nvCxnSpPr>
            <p:spPr>
              <a:xfrm>
                <a:off x="4955118" y="178427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Oval 259">
                <a:extLst>
                  <a:ext uri="{FF2B5EF4-FFF2-40B4-BE49-F238E27FC236}">
                    <a16:creationId xmlns:a16="http://schemas.microsoft.com/office/drawing/2014/main" xmlns="" id="{1661D3AC-77F3-46E1-972D-1B462C85F9BC}"/>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99" name="组合 143">
            <a:extLst>
              <a:ext uri="{FF2B5EF4-FFF2-40B4-BE49-F238E27FC236}">
                <a16:creationId xmlns:a16="http://schemas.microsoft.com/office/drawing/2014/main" xmlns="" id="{1C236AC0-8E4E-47BB-888C-D5FB1AD6ECB7}"/>
              </a:ext>
            </a:extLst>
          </p:cNvPr>
          <p:cNvGrpSpPr>
            <a:grpSpLocks/>
          </p:cNvGrpSpPr>
          <p:nvPr/>
        </p:nvGrpSpPr>
        <p:grpSpPr bwMode="auto">
          <a:xfrm>
            <a:off x="9903325" y="3775471"/>
            <a:ext cx="581025" cy="193675"/>
            <a:chOff x="4954650" y="1723670"/>
            <a:chExt cx="580555" cy="194034"/>
          </a:xfrm>
        </p:grpSpPr>
        <p:grpSp>
          <p:nvGrpSpPr>
            <p:cNvPr id="100" name="组合 107">
              <a:extLst>
                <a:ext uri="{FF2B5EF4-FFF2-40B4-BE49-F238E27FC236}">
                  <a16:creationId xmlns:a16="http://schemas.microsoft.com/office/drawing/2014/main" xmlns="" id="{A1790098-5804-4C4F-9E56-014338A04FF7}"/>
                </a:ext>
              </a:extLst>
            </p:cNvPr>
            <p:cNvGrpSpPr>
              <a:grpSpLocks/>
            </p:cNvGrpSpPr>
            <p:nvPr/>
          </p:nvGrpSpPr>
          <p:grpSpPr bwMode="auto">
            <a:xfrm>
              <a:off x="4954650" y="1723670"/>
              <a:ext cx="577850" cy="88904"/>
              <a:chOff x="4954650" y="1739900"/>
              <a:chExt cx="577850" cy="88904"/>
            </a:xfrm>
          </p:grpSpPr>
          <p:cxnSp>
            <p:nvCxnSpPr>
              <p:cNvPr id="104" name="直接连接符 103">
                <a:extLst>
                  <a:ext uri="{FF2B5EF4-FFF2-40B4-BE49-F238E27FC236}">
                    <a16:creationId xmlns:a16="http://schemas.microsoft.com/office/drawing/2014/main" xmlns="" id="{FF532888-0D4E-4D78-BB80-F6C3B162B83E}"/>
                  </a:ext>
                </a:extLst>
              </p:cNvPr>
              <p:cNvCxnSpPr/>
              <p:nvPr/>
            </p:nvCxnSpPr>
            <p:spPr>
              <a:xfrm>
                <a:off x="4954650" y="178443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Oval 259">
                <a:extLst>
                  <a:ext uri="{FF2B5EF4-FFF2-40B4-BE49-F238E27FC236}">
                    <a16:creationId xmlns:a16="http://schemas.microsoft.com/office/drawing/2014/main" xmlns="" id="{F9F47BD9-49E1-499A-AF16-84AEB2E7352C}"/>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101" name="组合 108">
              <a:extLst>
                <a:ext uri="{FF2B5EF4-FFF2-40B4-BE49-F238E27FC236}">
                  <a16:creationId xmlns:a16="http://schemas.microsoft.com/office/drawing/2014/main" xmlns="" id="{C0CBD773-F983-44D7-835C-EB794563663E}"/>
                </a:ext>
              </a:extLst>
            </p:cNvPr>
            <p:cNvGrpSpPr>
              <a:grpSpLocks/>
            </p:cNvGrpSpPr>
            <p:nvPr/>
          </p:nvGrpSpPr>
          <p:grpSpPr bwMode="auto">
            <a:xfrm>
              <a:off x="4957355" y="1828800"/>
              <a:ext cx="577850" cy="88904"/>
              <a:chOff x="4954650" y="1739900"/>
              <a:chExt cx="577850" cy="88904"/>
            </a:xfrm>
          </p:grpSpPr>
          <p:cxnSp>
            <p:nvCxnSpPr>
              <p:cNvPr id="102" name="直接连接符 101">
                <a:extLst>
                  <a:ext uri="{FF2B5EF4-FFF2-40B4-BE49-F238E27FC236}">
                    <a16:creationId xmlns:a16="http://schemas.microsoft.com/office/drawing/2014/main" xmlns="" id="{3FF9536C-E75F-4BB1-958B-8194687D12A0}"/>
                  </a:ext>
                </a:extLst>
              </p:cNvPr>
              <p:cNvCxnSpPr/>
              <p:nvPr/>
            </p:nvCxnSpPr>
            <p:spPr>
              <a:xfrm>
                <a:off x="4955118" y="178427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Oval 259">
                <a:extLst>
                  <a:ext uri="{FF2B5EF4-FFF2-40B4-BE49-F238E27FC236}">
                    <a16:creationId xmlns:a16="http://schemas.microsoft.com/office/drawing/2014/main" xmlns="" id="{9893B6C0-0D3F-419B-A497-0765DE4A7662}"/>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106" name="组合 150">
            <a:extLst>
              <a:ext uri="{FF2B5EF4-FFF2-40B4-BE49-F238E27FC236}">
                <a16:creationId xmlns:a16="http://schemas.microsoft.com/office/drawing/2014/main" xmlns="" id="{45AC1F9F-9C39-4B7C-A602-F251CB7139A5}"/>
              </a:ext>
            </a:extLst>
          </p:cNvPr>
          <p:cNvGrpSpPr>
            <a:grpSpLocks/>
          </p:cNvGrpSpPr>
          <p:nvPr/>
        </p:nvGrpSpPr>
        <p:grpSpPr bwMode="auto">
          <a:xfrm>
            <a:off x="7809413" y="4858146"/>
            <a:ext cx="581025" cy="193675"/>
            <a:chOff x="4954650" y="1723670"/>
            <a:chExt cx="580555" cy="194034"/>
          </a:xfrm>
        </p:grpSpPr>
        <p:grpSp>
          <p:nvGrpSpPr>
            <p:cNvPr id="107" name="组合 107">
              <a:extLst>
                <a:ext uri="{FF2B5EF4-FFF2-40B4-BE49-F238E27FC236}">
                  <a16:creationId xmlns:a16="http://schemas.microsoft.com/office/drawing/2014/main" xmlns="" id="{6EEE0FFC-E57C-4C09-AB9E-0D4D30E5668E}"/>
                </a:ext>
              </a:extLst>
            </p:cNvPr>
            <p:cNvGrpSpPr>
              <a:grpSpLocks/>
            </p:cNvGrpSpPr>
            <p:nvPr/>
          </p:nvGrpSpPr>
          <p:grpSpPr bwMode="auto">
            <a:xfrm>
              <a:off x="4954650" y="1723670"/>
              <a:ext cx="577850" cy="88904"/>
              <a:chOff x="4954650" y="1739900"/>
              <a:chExt cx="577850" cy="88904"/>
            </a:xfrm>
          </p:grpSpPr>
          <p:cxnSp>
            <p:nvCxnSpPr>
              <p:cNvPr id="111" name="直接连接符 110">
                <a:extLst>
                  <a:ext uri="{FF2B5EF4-FFF2-40B4-BE49-F238E27FC236}">
                    <a16:creationId xmlns:a16="http://schemas.microsoft.com/office/drawing/2014/main" xmlns="" id="{4BE68608-BF2E-4B0F-8076-1AD462C6A5CE}"/>
                  </a:ext>
                </a:extLst>
              </p:cNvPr>
              <p:cNvCxnSpPr/>
              <p:nvPr/>
            </p:nvCxnSpPr>
            <p:spPr>
              <a:xfrm>
                <a:off x="4954650" y="178443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Oval 259">
                <a:extLst>
                  <a:ext uri="{FF2B5EF4-FFF2-40B4-BE49-F238E27FC236}">
                    <a16:creationId xmlns:a16="http://schemas.microsoft.com/office/drawing/2014/main" xmlns="" id="{42110F92-60B2-4A88-A13C-70D751BCDC39}"/>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108" name="组合 108">
              <a:extLst>
                <a:ext uri="{FF2B5EF4-FFF2-40B4-BE49-F238E27FC236}">
                  <a16:creationId xmlns:a16="http://schemas.microsoft.com/office/drawing/2014/main" xmlns="" id="{C78DA68E-5E04-4163-A5F3-662580ED9E31}"/>
                </a:ext>
              </a:extLst>
            </p:cNvPr>
            <p:cNvGrpSpPr>
              <a:grpSpLocks/>
            </p:cNvGrpSpPr>
            <p:nvPr/>
          </p:nvGrpSpPr>
          <p:grpSpPr bwMode="auto">
            <a:xfrm>
              <a:off x="4957355" y="1828800"/>
              <a:ext cx="577850" cy="88904"/>
              <a:chOff x="4954650" y="1739900"/>
              <a:chExt cx="577850" cy="88904"/>
            </a:xfrm>
          </p:grpSpPr>
          <p:cxnSp>
            <p:nvCxnSpPr>
              <p:cNvPr id="109" name="直接连接符 108">
                <a:extLst>
                  <a:ext uri="{FF2B5EF4-FFF2-40B4-BE49-F238E27FC236}">
                    <a16:creationId xmlns:a16="http://schemas.microsoft.com/office/drawing/2014/main" xmlns="" id="{DA290133-A9E5-4432-B185-75DA951E0F4B}"/>
                  </a:ext>
                </a:extLst>
              </p:cNvPr>
              <p:cNvCxnSpPr/>
              <p:nvPr/>
            </p:nvCxnSpPr>
            <p:spPr>
              <a:xfrm>
                <a:off x="4955118" y="178427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0" name="Oval 259">
                <a:extLst>
                  <a:ext uri="{FF2B5EF4-FFF2-40B4-BE49-F238E27FC236}">
                    <a16:creationId xmlns:a16="http://schemas.microsoft.com/office/drawing/2014/main" xmlns="" id="{D3F6BA5F-A926-46F6-8499-3F6516D7DB36}"/>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113" name="组合 157">
            <a:extLst>
              <a:ext uri="{FF2B5EF4-FFF2-40B4-BE49-F238E27FC236}">
                <a16:creationId xmlns:a16="http://schemas.microsoft.com/office/drawing/2014/main" xmlns="" id="{B5E22A0B-6240-41A8-9DB6-2CC98FB0D90B}"/>
              </a:ext>
            </a:extLst>
          </p:cNvPr>
          <p:cNvGrpSpPr>
            <a:grpSpLocks/>
          </p:cNvGrpSpPr>
          <p:nvPr/>
        </p:nvGrpSpPr>
        <p:grpSpPr bwMode="auto">
          <a:xfrm>
            <a:off x="8844463" y="4858146"/>
            <a:ext cx="579437" cy="193675"/>
            <a:chOff x="4954650" y="1723670"/>
            <a:chExt cx="580555" cy="194034"/>
          </a:xfrm>
        </p:grpSpPr>
        <p:grpSp>
          <p:nvGrpSpPr>
            <p:cNvPr id="114" name="组合 107">
              <a:extLst>
                <a:ext uri="{FF2B5EF4-FFF2-40B4-BE49-F238E27FC236}">
                  <a16:creationId xmlns:a16="http://schemas.microsoft.com/office/drawing/2014/main" xmlns="" id="{3EC595FF-BA21-46B7-9F54-C5A12FF46AE3}"/>
                </a:ext>
              </a:extLst>
            </p:cNvPr>
            <p:cNvGrpSpPr>
              <a:grpSpLocks/>
            </p:cNvGrpSpPr>
            <p:nvPr/>
          </p:nvGrpSpPr>
          <p:grpSpPr bwMode="auto">
            <a:xfrm>
              <a:off x="4954650" y="1723670"/>
              <a:ext cx="577850" cy="88904"/>
              <a:chOff x="4954650" y="1739900"/>
              <a:chExt cx="577850" cy="88904"/>
            </a:xfrm>
          </p:grpSpPr>
          <p:cxnSp>
            <p:nvCxnSpPr>
              <p:cNvPr id="118" name="直接连接符 117">
                <a:extLst>
                  <a:ext uri="{FF2B5EF4-FFF2-40B4-BE49-F238E27FC236}">
                    <a16:creationId xmlns:a16="http://schemas.microsoft.com/office/drawing/2014/main" xmlns="" id="{B9892AE0-E331-40D7-899B-C2AEA9AA37C0}"/>
                  </a:ext>
                </a:extLst>
              </p:cNvPr>
              <p:cNvCxnSpPr/>
              <p:nvPr/>
            </p:nvCxnSpPr>
            <p:spPr>
              <a:xfrm>
                <a:off x="4954650" y="1784432"/>
                <a:ext cx="577374"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Oval 259">
                <a:extLst>
                  <a:ext uri="{FF2B5EF4-FFF2-40B4-BE49-F238E27FC236}">
                    <a16:creationId xmlns:a16="http://schemas.microsoft.com/office/drawing/2014/main" xmlns="" id="{D13CB923-2C52-4F3B-AD59-39C20B074F02}"/>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115" name="组合 108">
              <a:extLst>
                <a:ext uri="{FF2B5EF4-FFF2-40B4-BE49-F238E27FC236}">
                  <a16:creationId xmlns:a16="http://schemas.microsoft.com/office/drawing/2014/main" xmlns="" id="{E12A5D61-4549-4206-909D-AAEDB20D0431}"/>
                </a:ext>
              </a:extLst>
            </p:cNvPr>
            <p:cNvGrpSpPr>
              <a:grpSpLocks/>
            </p:cNvGrpSpPr>
            <p:nvPr/>
          </p:nvGrpSpPr>
          <p:grpSpPr bwMode="auto">
            <a:xfrm>
              <a:off x="4957355" y="1828800"/>
              <a:ext cx="577850" cy="88904"/>
              <a:chOff x="4954650" y="1739900"/>
              <a:chExt cx="577850" cy="88904"/>
            </a:xfrm>
          </p:grpSpPr>
          <p:cxnSp>
            <p:nvCxnSpPr>
              <p:cNvPr id="116" name="直接连接符 115">
                <a:extLst>
                  <a:ext uri="{FF2B5EF4-FFF2-40B4-BE49-F238E27FC236}">
                    <a16:creationId xmlns:a16="http://schemas.microsoft.com/office/drawing/2014/main" xmlns="" id="{86718B1B-4943-4EC4-9399-48D9F85AC1FA}"/>
                  </a:ext>
                </a:extLst>
              </p:cNvPr>
              <p:cNvCxnSpPr/>
              <p:nvPr/>
            </p:nvCxnSpPr>
            <p:spPr>
              <a:xfrm>
                <a:off x="4955126" y="1784272"/>
                <a:ext cx="577374"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Oval 259">
                <a:extLst>
                  <a:ext uri="{FF2B5EF4-FFF2-40B4-BE49-F238E27FC236}">
                    <a16:creationId xmlns:a16="http://schemas.microsoft.com/office/drawing/2014/main" xmlns="" id="{4F843879-CB32-48D5-B645-CDED6353C1E7}"/>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120" name="组合 164">
            <a:extLst>
              <a:ext uri="{FF2B5EF4-FFF2-40B4-BE49-F238E27FC236}">
                <a16:creationId xmlns:a16="http://schemas.microsoft.com/office/drawing/2014/main" xmlns="" id="{58BFD73D-4B1F-4922-BB56-F638CF919F90}"/>
              </a:ext>
            </a:extLst>
          </p:cNvPr>
          <p:cNvGrpSpPr>
            <a:grpSpLocks/>
          </p:cNvGrpSpPr>
          <p:nvPr/>
        </p:nvGrpSpPr>
        <p:grpSpPr bwMode="auto">
          <a:xfrm>
            <a:off x="9873163" y="4864496"/>
            <a:ext cx="581025" cy="193675"/>
            <a:chOff x="4954650" y="1723670"/>
            <a:chExt cx="580555" cy="194034"/>
          </a:xfrm>
        </p:grpSpPr>
        <p:grpSp>
          <p:nvGrpSpPr>
            <p:cNvPr id="121" name="组合 107">
              <a:extLst>
                <a:ext uri="{FF2B5EF4-FFF2-40B4-BE49-F238E27FC236}">
                  <a16:creationId xmlns:a16="http://schemas.microsoft.com/office/drawing/2014/main" xmlns="" id="{92491EE1-4F7A-4CAB-8CEC-52E2C5C981E7}"/>
                </a:ext>
              </a:extLst>
            </p:cNvPr>
            <p:cNvGrpSpPr>
              <a:grpSpLocks/>
            </p:cNvGrpSpPr>
            <p:nvPr/>
          </p:nvGrpSpPr>
          <p:grpSpPr bwMode="auto">
            <a:xfrm>
              <a:off x="4954650" y="1723670"/>
              <a:ext cx="577850" cy="88904"/>
              <a:chOff x="4954650" y="1739900"/>
              <a:chExt cx="577850" cy="88904"/>
            </a:xfrm>
          </p:grpSpPr>
          <p:cxnSp>
            <p:nvCxnSpPr>
              <p:cNvPr id="125" name="直接连接符 124">
                <a:extLst>
                  <a:ext uri="{FF2B5EF4-FFF2-40B4-BE49-F238E27FC236}">
                    <a16:creationId xmlns:a16="http://schemas.microsoft.com/office/drawing/2014/main" xmlns="" id="{6A780540-2794-4176-A6F7-D96C6C098117}"/>
                  </a:ext>
                </a:extLst>
              </p:cNvPr>
              <p:cNvCxnSpPr/>
              <p:nvPr/>
            </p:nvCxnSpPr>
            <p:spPr>
              <a:xfrm>
                <a:off x="4954650" y="178443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Oval 259">
                <a:extLst>
                  <a:ext uri="{FF2B5EF4-FFF2-40B4-BE49-F238E27FC236}">
                    <a16:creationId xmlns:a16="http://schemas.microsoft.com/office/drawing/2014/main" xmlns="" id="{672066DE-9DA0-4A61-8920-C28A83048B2D}"/>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122" name="组合 108">
              <a:extLst>
                <a:ext uri="{FF2B5EF4-FFF2-40B4-BE49-F238E27FC236}">
                  <a16:creationId xmlns:a16="http://schemas.microsoft.com/office/drawing/2014/main" xmlns="" id="{6DA9CC08-E707-4F5C-8EAF-60D845273996}"/>
                </a:ext>
              </a:extLst>
            </p:cNvPr>
            <p:cNvGrpSpPr>
              <a:grpSpLocks/>
            </p:cNvGrpSpPr>
            <p:nvPr/>
          </p:nvGrpSpPr>
          <p:grpSpPr bwMode="auto">
            <a:xfrm>
              <a:off x="4957355" y="1828800"/>
              <a:ext cx="577850" cy="88904"/>
              <a:chOff x="4954650" y="1739900"/>
              <a:chExt cx="577850" cy="88904"/>
            </a:xfrm>
          </p:grpSpPr>
          <p:cxnSp>
            <p:nvCxnSpPr>
              <p:cNvPr id="123" name="直接连接符 122">
                <a:extLst>
                  <a:ext uri="{FF2B5EF4-FFF2-40B4-BE49-F238E27FC236}">
                    <a16:creationId xmlns:a16="http://schemas.microsoft.com/office/drawing/2014/main" xmlns="" id="{6E1E80FA-069E-4B8C-8287-31C0F1B29C95}"/>
                  </a:ext>
                </a:extLst>
              </p:cNvPr>
              <p:cNvCxnSpPr/>
              <p:nvPr/>
            </p:nvCxnSpPr>
            <p:spPr>
              <a:xfrm>
                <a:off x="4955118" y="178427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Oval 259">
                <a:extLst>
                  <a:ext uri="{FF2B5EF4-FFF2-40B4-BE49-F238E27FC236}">
                    <a16:creationId xmlns:a16="http://schemas.microsoft.com/office/drawing/2014/main" xmlns="" id="{047D1C9D-95AA-41D3-B9D7-E1EA7E50583E}"/>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127" name="组合 171">
            <a:extLst>
              <a:ext uri="{FF2B5EF4-FFF2-40B4-BE49-F238E27FC236}">
                <a16:creationId xmlns:a16="http://schemas.microsoft.com/office/drawing/2014/main" xmlns="" id="{80D2C6D4-1FFA-493F-8321-FFD4BE76F98D}"/>
              </a:ext>
            </a:extLst>
          </p:cNvPr>
          <p:cNvGrpSpPr>
            <a:grpSpLocks/>
          </p:cNvGrpSpPr>
          <p:nvPr/>
        </p:nvGrpSpPr>
        <p:grpSpPr bwMode="auto">
          <a:xfrm>
            <a:off x="7793538" y="5943996"/>
            <a:ext cx="581025" cy="193675"/>
            <a:chOff x="4954650" y="1723670"/>
            <a:chExt cx="580555" cy="194034"/>
          </a:xfrm>
        </p:grpSpPr>
        <p:grpSp>
          <p:nvGrpSpPr>
            <p:cNvPr id="128" name="组合 107">
              <a:extLst>
                <a:ext uri="{FF2B5EF4-FFF2-40B4-BE49-F238E27FC236}">
                  <a16:creationId xmlns:a16="http://schemas.microsoft.com/office/drawing/2014/main" xmlns="" id="{7BDAFCF9-4888-421A-A5F7-31A90841D0C1}"/>
                </a:ext>
              </a:extLst>
            </p:cNvPr>
            <p:cNvGrpSpPr>
              <a:grpSpLocks/>
            </p:cNvGrpSpPr>
            <p:nvPr/>
          </p:nvGrpSpPr>
          <p:grpSpPr bwMode="auto">
            <a:xfrm>
              <a:off x="4954650" y="1723670"/>
              <a:ext cx="577850" cy="88904"/>
              <a:chOff x="4954650" y="1739900"/>
              <a:chExt cx="577850" cy="88904"/>
            </a:xfrm>
          </p:grpSpPr>
          <p:cxnSp>
            <p:nvCxnSpPr>
              <p:cNvPr id="132" name="直接连接符 131">
                <a:extLst>
                  <a:ext uri="{FF2B5EF4-FFF2-40B4-BE49-F238E27FC236}">
                    <a16:creationId xmlns:a16="http://schemas.microsoft.com/office/drawing/2014/main" xmlns="" id="{9EA09B1F-6280-453A-84D6-0590D2978231}"/>
                  </a:ext>
                </a:extLst>
              </p:cNvPr>
              <p:cNvCxnSpPr/>
              <p:nvPr/>
            </p:nvCxnSpPr>
            <p:spPr>
              <a:xfrm>
                <a:off x="4954650" y="178443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Oval 259">
                <a:extLst>
                  <a:ext uri="{FF2B5EF4-FFF2-40B4-BE49-F238E27FC236}">
                    <a16:creationId xmlns:a16="http://schemas.microsoft.com/office/drawing/2014/main" xmlns="" id="{754AB3E4-8B74-47F6-87C7-F07372368ED4}"/>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129" name="组合 108">
              <a:extLst>
                <a:ext uri="{FF2B5EF4-FFF2-40B4-BE49-F238E27FC236}">
                  <a16:creationId xmlns:a16="http://schemas.microsoft.com/office/drawing/2014/main" xmlns="" id="{D4449183-75D5-4174-913F-DB0B3603D566}"/>
                </a:ext>
              </a:extLst>
            </p:cNvPr>
            <p:cNvGrpSpPr>
              <a:grpSpLocks/>
            </p:cNvGrpSpPr>
            <p:nvPr/>
          </p:nvGrpSpPr>
          <p:grpSpPr bwMode="auto">
            <a:xfrm>
              <a:off x="4957355" y="1828800"/>
              <a:ext cx="577850" cy="88904"/>
              <a:chOff x="4954650" y="1739900"/>
              <a:chExt cx="577850" cy="88904"/>
            </a:xfrm>
          </p:grpSpPr>
          <p:cxnSp>
            <p:nvCxnSpPr>
              <p:cNvPr id="130" name="直接连接符 129">
                <a:extLst>
                  <a:ext uri="{FF2B5EF4-FFF2-40B4-BE49-F238E27FC236}">
                    <a16:creationId xmlns:a16="http://schemas.microsoft.com/office/drawing/2014/main" xmlns="" id="{085B9266-14CF-4038-B82A-BD2F75C452EF}"/>
                  </a:ext>
                </a:extLst>
              </p:cNvPr>
              <p:cNvCxnSpPr/>
              <p:nvPr/>
            </p:nvCxnSpPr>
            <p:spPr>
              <a:xfrm>
                <a:off x="4955118" y="1784272"/>
                <a:ext cx="577382" cy="15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1" name="Oval 259">
                <a:extLst>
                  <a:ext uri="{FF2B5EF4-FFF2-40B4-BE49-F238E27FC236}">
                    <a16:creationId xmlns:a16="http://schemas.microsoft.com/office/drawing/2014/main" xmlns="" id="{EB0DB2D2-C6AF-49B7-A369-C8E8F0ECCED5}"/>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134" name="组合 178">
            <a:extLst>
              <a:ext uri="{FF2B5EF4-FFF2-40B4-BE49-F238E27FC236}">
                <a16:creationId xmlns:a16="http://schemas.microsoft.com/office/drawing/2014/main" xmlns="" id="{3E634437-3A86-4B56-A197-FA407D234E59}"/>
              </a:ext>
            </a:extLst>
          </p:cNvPr>
          <p:cNvGrpSpPr>
            <a:grpSpLocks/>
          </p:cNvGrpSpPr>
          <p:nvPr/>
        </p:nvGrpSpPr>
        <p:grpSpPr bwMode="auto">
          <a:xfrm>
            <a:off x="8866688" y="5939233"/>
            <a:ext cx="581025" cy="193675"/>
            <a:chOff x="4954650" y="1723670"/>
            <a:chExt cx="580555" cy="194034"/>
          </a:xfrm>
        </p:grpSpPr>
        <p:grpSp>
          <p:nvGrpSpPr>
            <p:cNvPr id="135" name="组合 107">
              <a:extLst>
                <a:ext uri="{FF2B5EF4-FFF2-40B4-BE49-F238E27FC236}">
                  <a16:creationId xmlns:a16="http://schemas.microsoft.com/office/drawing/2014/main" xmlns="" id="{998AFD4B-DFD3-4CB6-B99F-30D99F465CF5}"/>
                </a:ext>
              </a:extLst>
            </p:cNvPr>
            <p:cNvGrpSpPr>
              <a:grpSpLocks/>
            </p:cNvGrpSpPr>
            <p:nvPr/>
          </p:nvGrpSpPr>
          <p:grpSpPr bwMode="auto">
            <a:xfrm>
              <a:off x="4954650" y="1723670"/>
              <a:ext cx="577850" cy="88904"/>
              <a:chOff x="4954650" y="1739900"/>
              <a:chExt cx="577850" cy="88904"/>
            </a:xfrm>
          </p:grpSpPr>
          <p:cxnSp>
            <p:nvCxnSpPr>
              <p:cNvPr id="139" name="直接连接符 138">
                <a:extLst>
                  <a:ext uri="{FF2B5EF4-FFF2-40B4-BE49-F238E27FC236}">
                    <a16:creationId xmlns:a16="http://schemas.microsoft.com/office/drawing/2014/main" xmlns="" id="{5D61B043-FFE5-46E1-9CEE-01FE3198B0E1}"/>
                  </a:ext>
                </a:extLst>
              </p:cNvPr>
              <p:cNvCxnSpPr/>
              <p:nvPr/>
            </p:nvCxnSpPr>
            <p:spPr>
              <a:xfrm>
                <a:off x="4954650" y="1784432"/>
                <a:ext cx="577382"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0" name="Oval 259">
                <a:extLst>
                  <a:ext uri="{FF2B5EF4-FFF2-40B4-BE49-F238E27FC236}">
                    <a16:creationId xmlns:a16="http://schemas.microsoft.com/office/drawing/2014/main" xmlns="" id="{89422D4F-2E82-406A-B665-F768CB215990}"/>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136" name="组合 108">
              <a:extLst>
                <a:ext uri="{FF2B5EF4-FFF2-40B4-BE49-F238E27FC236}">
                  <a16:creationId xmlns:a16="http://schemas.microsoft.com/office/drawing/2014/main" xmlns="" id="{48C7E9A1-2E78-4203-A1C3-3D5272E8BF30}"/>
                </a:ext>
              </a:extLst>
            </p:cNvPr>
            <p:cNvGrpSpPr>
              <a:grpSpLocks/>
            </p:cNvGrpSpPr>
            <p:nvPr/>
          </p:nvGrpSpPr>
          <p:grpSpPr bwMode="auto">
            <a:xfrm>
              <a:off x="4957355" y="1828800"/>
              <a:ext cx="577850" cy="88904"/>
              <a:chOff x="4954650" y="1739900"/>
              <a:chExt cx="577850" cy="88904"/>
            </a:xfrm>
          </p:grpSpPr>
          <p:cxnSp>
            <p:nvCxnSpPr>
              <p:cNvPr id="137" name="直接连接符 136">
                <a:extLst>
                  <a:ext uri="{FF2B5EF4-FFF2-40B4-BE49-F238E27FC236}">
                    <a16:creationId xmlns:a16="http://schemas.microsoft.com/office/drawing/2014/main" xmlns="" id="{08CDC583-4D58-42DB-8ACC-B6941797EF10}"/>
                  </a:ext>
                </a:extLst>
              </p:cNvPr>
              <p:cNvCxnSpPr/>
              <p:nvPr/>
            </p:nvCxnSpPr>
            <p:spPr>
              <a:xfrm>
                <a:off x="4955118" y="1784272"/>
                <a:ext cx="577382"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8" name="Oval 259">
                <a:extLst>
                  <a:ext uri="{FF2B5EF4-FFF2-40B4-BE49-F238E27FC236}">
                    <a16:creationId xmlns:a16="http://schemas.microsoft.com/office/drawing/2014/main" xmlns="" id="{CC1C9AED-30EC-48B5-ADD5-6DEB8D89B820}"/>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141" name="组合 185">
            <a:extLst>
              <a:ext uri="{FF2B5EF4-FFF2-40B4-BE49-F238E27FC236}">
                <a16:creationId xmlns:a16="http://schemas.microsoft.com/office/drawing/2014/main" xmlns="" id="{8E4B7C30-D40D-49E4-8F2E-4EB908F5ECEB}"/>
              </a:ext>
            </a:extLst>
          </p:cNvPr>
          <p:cNvGrpSpPr>
            <a:grpSpLocks/>
          </p:cNvGrpSpPr>
          <p:nvPr/>
        </p:nvGrpSpPr>
        <p:grpSpPr bwMode="auto">
          <a:xfrm>
            <a:off x="9903325" y="5910658"/>
            <a:ext cx="581025" cy="193675"/>
            <a:chOff x="4954650" y="1723670"/>
            <a:chExt cx="580555" cy="194034"/>
          </a:xfrm>
        </p:grpSpPr>
        <p:grpSp>
          <p:nvGrpSpPr>
            <p:cNvPr id="142" name="组合 107">
              <a:extLst>
                <a:ext uri="{FF2B5EF4-FFF2-40B4-BE49-F238E27FC236}">
                  <a16:creationId xmlns:a16="http://schemas.microsoft.com/office/drawing/2014/main" xmlns="" id="{9D25EEF8-EEF6-4CC4-9699-F5045797D01C}"/>
                </a:ext>
              </a:extLst>
            </p:cNvPr>
            <p:cNvGrpSpPr>
              <a:grpSpLocks/>
            </p:cNvGrpSpPr>
            <p:nvPr/>
          </p:nvGrpSpPr>
          <p:grpSpPr bwMode="auto">
            <a:xfrm>
              <a:off x="4954650" y="1723670"/>
              <a:ext cx="577850" cy="88904"/>
              <a:chOff x="4954650" y="1739900"/>
              <a:chExt cx="577850" cy="88904"/>
            </a:xfrm>
          </p:grpSpPr>
          <p:cxnSp>
            <p:nvCxnSpPr>
              <p:cNvPr id="146" name="直接连接符 145">
                <a:extLst>
                  <a:ext uri="{FF2B5EF4-FFF2-40B4-BE49-F238E27FC236}">
                    <a16:creationId xmlns:a16="http://schemas.microsoft.com/office/drawing/2014/main" xmlns="" id="{9FE3F133-16F7-4ADF-BED8-FCE1E2D62FC9}"/>
                  </a:ext>
                </a:extLst>
              </p:cNvPr>
              <p:cNvCxnSpPr/>
              <p:nvPr/>
            </p:nvCxnSpPr>
            <p:spPr>
              <a:xfrm>
                <a:off x="4954650" y="1784432"/>
                <a:ext cx="577382"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7" name="Oval 259">
                <a:extLst>
                  <a:ext uri="{FF2B5EF4-FFF2-40B4-BE49-F238E27FC236}">
                    <a16:creationId xmlns:a16="http://schemas.microsoft.com/office/drawing/2014/main" xmlns="" id="{C4C6BE66-6D4C-4E34-B90B-CD5FB749CFAD}"/>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nvGrpSpPr>
            <p:cNvPr id="143" name="组合 108">
              <a:extLst>
                <a:ext uri="{FF2B5EF4-FFF2-40B4-BE49-F238E27FC236}">
                  <a16:creationId xmlns:a16="http://schemas.microsoft.com/office/drawing/2014/main" xmlns="" id="{E83E7051-8396-430B-A1AE-61D6BFA0FF37}"/>
                </a:ext>
              </a:extLst>
            </p:cNvPr>
            <p:cNvGrpSpPr>
              <a:grpSpLocks/>
            </p:cNvGrpSpPr>
            <p:nvPr/>
          </p:nvGrpSpPr>
          <p:grpSpPr bwMode="auto">
            <a:xfrm>
              <a:off x="4957355" y="1828800"/>
              <a:ext cx="577850" cy="88904"/>
              <a:chOff x="4954650" y="1739900"/>
              <a:chExt cx="577850" cy="88904"/>
            </a:xfrm>
          </p:grpSpPr>
          <p:cxnSp>
            <p:nvCxnSpPr>
              <p:cNvPr id="144" name="直接连接符 143">
                <a:extLst>
                  <a:ext uri="{FF2B5EF4-FFF2-40B4-BE49-F238E27FC236}">
                    <a16:creationId xmlns:a16="http://schemas.microsoft.com/office/drawing/2014/main" xmlns="" id="{99D1F78B-BC55-4AA6-83B5-C9820F453DC9}"/>
                  </a:ext>
                </a:extLst>
              </p:cNvPr>
              <p:cNvCxnSpPr/>
              <p:nvPr/>
            </p:nvCxnSpPr>
            <p:spPr>
              <a:xfrm>
                <a:off x="4955118" y="1784272"/>
                <a:ext cx="577382" cy="15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5" name="Oval 259">
                <a:extLst>
                  <a:ext uri="{FF2B5EF4-FFF2-40B4-BE49-F238E27FC236}">
                    <a16:creationId xmlns:a16="http://schemas.microsoft.com/office/drawing/2014/main" xmlns="" id="{18A2372F-4ABB-42E3-B7EC-EF2AB6302534}"/>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grpSp>
      </p:grpSp>
      <p:grpSp>
        <p:nvGrpSpPr>
          <p:cNvPr id="148" name="组合 192">
            <a:extLst>
              <a:ext uri="{FF2B5EF4-FFF2-40B4-BE49-F238E27FC236}">
                <a16:creationId xmlns:a16="http://schemas.microsoft.com/office/drawing/2014/main" xmlns="" id="{95314E98-9FD0-471A-ACA1-3B5BA81D23A3}"/>
              </a:ext>
            </a:extLst>
          </p:cNvPr>
          <p:cNvGrpSpPr>
            <a:grpSpLocks/>
          </p:cNvGrpSpPr>
          <p:nvPr/>
        </p:nvGrpSpPr>
        <p:grpSpPr bwMode="auto">
          <a:xfrm rot="5400000">
            <a:off x="7265694" y="3258739"/>
            <a:ext cx="581025" cy="195263"/>
            <a:chOff x="4954650" y="1723670"/>
            <a:chExt cx="580555" cy="194034"/>
          </a:xfrm>
        </p:grpSpPr>
        <p:grpSp>
          <p:nvGrpSpPr>
            <p:cNvPr id="149" name="组合 107">
              <a:extLst>
                <a:ext uri="{FF2B5EF4-FFF2-40B4-BE49-F238E27FC236}">
                  <a16:creationId xmlns:a16="http://schemas.microsoft.com/office/drawing/2014/main" xmlns="" id="{BAED7E50-7732-47A2-834B-9FED7E569A14}"/>
                </a:ext>
              </a:extLst>
            </p:cNvPr>
            <p:cNvGrpSpPr>
              <a:grpSpLocks/>
            </p:cNvGrpSpPr>
            <p:nvPr/>
          </p:nvGrpSpPr>
          <p:grpSpPr bwMode="auto">
            <a:xfrm>
              <a:off x="4954650" y="1723670"/>
              <a:ext cx="577850" cy="88904"/>
              <a:chOff x="4954650" y="1739900"/>
              <a:chExt cx="577850" cy="88904"/>
            </a:xfrm>
          </p:grpSpPr>
          <p:cxnSp>
            <p:nvCxnSpPr>
              <p:cNvPr id="153" name="直接连接符 152">
                <a:extLst>
                  <a:ext uri="{FF2B5EF4-FFF2-40B4-BE49-F238E27FC236}">
                    <a16:creationId xmlns:a16="http://schemas.microsoft.com/office/drawing/2014/main" xmlns="" id="{4460BFB6-7C72-42C4-AB65-9B911E34AEB0}"/>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Oval 259">
                <a:extLst>
                  <a:ext uri="{FF2B5EF4-FFF2-40B4-BE49-F238E27FC236}">
                    <a16:creationId xmlns:a16="http://schemas.microsoft.com/office/drawing/2014/main" xmlns="" id="{B291BE9D-16F8-4D0F-B661-A9E40334D679}"/>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150" name="组合 108">
              <a:extLst>
                <a:ext uri="{FF2B5EF4-FFF2-40B4-BE49-F238E27FC236}">
                  <a16:creationId xmlns:a16="http://schemas.microsoft.com/office/drawing/2014/main" xmlns="" id="{5D3B1B89-435F-4E6E-97A9-CF860D582E5B}"/>
                </a:ext>
              </a:extLst>
            </p:cNvPr>
            <p:cNvGrpSpPr>
              <a:grpSpLocks/>
            </p:cNvGrpSpPr>
            <p:nvPr/>
          </p:nvGrpSpPr>
          <p:grpSpPr bwMode="auto">
            <a:xfrm>
              <a:off x="4957355" y="1828800"/>
              <a:ext cx="577850" cy="88904"/>
              <a:chOff x="4954650" y="1739900"/>
              <a:chExt cx="577850" cy="88904"/>
            </a:xfrm>
          </p:grpSpPr>
          <p:cxnSp>
            <p:nvCxnSpPr>
              <p:cNvPr id="151" name="直接连接符 150">
                <a:extLst>
                  <a:ext uri="{FF2B5EF4-FFF2-40B4-BE49-F238E27FC236}">
                    <a16:creationId xmlns:a16="http://schemas.microsoft.com/office/drawing/2014/main" xmlns="" id="{567CAFDF-DE35-4F4B-9E8B-C6937ACF2EC1}"/>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2" name="Oval 259">
                <a:extLst>
                  <a:ext uri="{FF2B5EF4-FFF2-40B4-BE49-F238E27FC236}">
                    <a16:creationId xmlns:a16="http://schemas.microsoft.com/office/drawing/2014/main" xmlns="" id="{34D68C84-0BCF-4C44-9C01-450022AE1A8E}"/>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155" name="组合 199">
            <a:extLst>
              <a:ext uri="{FF2B5EF4-FFF2-40B4-BE49-F238E27FC236}">
                <a16:creationId xmlns:a16="http://schemas.microsoft.com/office/drawing/2014/main" xmlns="" id="{7557C544-3F8A-45CE-B991-9EE7EBC3D18B}"/>
              </a:ext>
            </a:extLst>
          </p:cNvPr>
          <p:cNvGrpSpPr>
            <a:grpSpLocks/>
          </p:cNvGrpSpPr>
          <p:nvPr/>
        </p:nvGrpSpPr>
        <p:grpSpPr bwMode="auto">
          <a:xfrm rot="5400000">
            <a:off x="8332494" y="3258739"/>
            <a:ext cx="581025" cy="195263"/>
            <a:chOff x="4954650" y="1723670"/>
            <a:chExt cx="580555" cy="194034"/>
          </a:xfrm>
        </p:grpSpPr>
        <p:grpSp>
          <p:nvGrpSpPr>
            <p:cNvPr id="156" name="组合 107">
              <a:extLst>
                <a:ext uri="{FF2B5EF4-FFF2-40B4-BE49-F238E27FC236}">
                  <a16:creationId xmlns:a16="http://schemas.microsoft.com/office/drawing/2014/main" xmlns="" id="{48989712-2B5F-48D2-B4B7-283508233FF2}"/>
                </a:ext>
              </a:extLst>
            </p:cNvPr>
            <p:cNvGrpSpPr>
              <a:grpSpLocks/>
            </p:cNvGrpSpPr>
            <p:nvPr/>
          </p:nvGrpSpPr>
          <p:grpSpPr bwMode="auto">
            <a:xfrm>
              <a:off x="4954650" y="1723670"/>
              <a:ext cx="577850" cy="88904"/>
              <a:chOff x="4954650" y="1739900"/>
              <a:chExt cx="577850" cy="88904"/>
            </a:xfrm>
          </p:grpSpPr>
          <p:cxnSp>
            <p:nvCxnSpPr>
              <p:cNvPr id="160" name="直接连接符 159">
                <a:extLst>
                  <a:ext uri="{FF2B5EF4-FFF2-40B4-BE49-F238E27FC236}">
                    <a16:creationId xmlns:a16="http://schemas.microsoft.com/office/drawing/2014/main" xmlns="" id="{8A8DB600-EC83-4385-9366-1D806B013B18}"/>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Oval 259">
                <a:extLst>
                  <a:ext uri="{FF2B5EF4-FFF2-40B4-BE49-F238E27FC236}">
                    <a16:creationId xmlns:a16="http://schemas.microsoft.com/office/drawing/2014/main" xmlns="" id="{7A594B77-BB63-4CD6-98C7-10A61A58E013}"/>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157" name="组合 108">
              <a:extLst>
                <a:ext uri="{FF2B5EF4-FFF2-40B4-BE49-F238E27FC236}">
                  <a16:creationId xmlns:a16="http://schemas.microsoft.com/office/drawing/2014/main" xmlns="" id="{36825D24-3272-487B-9A2E-F6D4C8D46D4C}"/>
                </a:ext>
              </a:extLst>
            </p:cNvPr>
            <p:cNvGrpSpPr>
              <a:grpSpLocks/>
            </p:cNvGrpSpPr>
            <p:nvPr/>
          </p:nvGrpSpPr>
          <p:grpSpPr bwMode="auto">
            <a:xfrm>
              <a:off x="4957355" y="1828800"/>
              <a:ext cx="577850" cy="88904"/>
              <a:chOff x="4954650" y="1739900"/>
              <a:chExt cx="577850" cy="88904"/>
            </a:xfrm>
          </p:grpSpPr>
          <p:cxnSp>
            <p:nvCxnSpPr>
              <p:cNvPr id="158" name="直接连接符 157">
                <a:extLst>
                  <a:ext uri="{FF2B5EF4-FFF2-40B4-BE49-F238E27FC236}">
                    <a16:creationId xmlns:a16="http://schemas.microsoft.com/office/drawing/2014/main" xmlns="" id="{14F51216-5A1F-42CC-A023-DC614AE36351}"/>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Oval 259">
                <a:extLst>
                  <a:ext uri="{FF2B5EF4-FFF2-40B4-BE49-F238E27FC236}">
                    <a16:creationId xmlns:a16="http://schemas.microsoft.com/office/drawing/2014/main" xmlns="" id="{C6315062-CBC8-4B7A-ADC6-50D9A13382A7}"/>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162" name="组合 206">
            <a:extLst>
              <a:ext uri="{FF2B5EF4-FFF2-40B4-BE49-F238E27FC236}">
                <a16:creationId xmlns:a16="http://schemas.microsoft.com/office/drawing/2014/main" xmlns="" id="{FEB968B1-9BDC-4D7E-AA7A-97C1AA1F2488}"/>
              </a:ext>
            </a:extLst>
          </p:cNvPr>
          <p:cNvGrpSpPr>
            <a:grpSpLocks/>
          </p:cNvGrpSpPr>
          <p:nvPr/>
        </p:nvGrpSpPr>
        <p:grpSpPr bwMode="auto">
          <a:xfrm rot="5400000">
            <a:off x="9354844" y="3258739"/>
            <a:ext cx="581025" cy="195263"/>
            <a:chOff x="4954650" y="1723670"/>
            <a:chExt cx="580555" cy="194034"/>
          </a:xfrm>
        </p:grpSpPr>
        <p:grpSp>
          <p:nvGrpSpPr>
            <p:cNvPr id="163" name="组合 107">
              <a:extLst>
                <a:ext uri="{FF2B5EF4-FFF2-40B4-BE49-F238E27FC236}">
                  <a16:creationId xmlns:a16="http://schemas.microsoft.com/office/drawing/2014/main" xmlns="" id="{CF6063DE-E6E9-4B1E-889B-1CFCBFC49BA7}"/>
                </a:ext>
              </a:extLst>
            </p:cNvPr>
            <p:cNvGrpSpPr>
              <a:grpSpLocks/>
            </p:cNvGrpSpPr>
            <p:nvPr/>
          </p:nvGrpSpPr>
          <p:grpSpPr bwMode="auto">
            <a:xfrm>
              <a:off x="4954650" y="1723670"/>
              <a:ext cx="577850" cy="88904"/>
              <a:chOff x="4954650" y="1739900"/>
              <a:chExt cx="577850" cy="88904"/>
            </a:xfrm>
          </p:grpSpPr>
          <p:cxnSp>
            <p:nvCxnSpPr>
              <p:cNvPr id="167" name="直接连接符 166">
                <a:extLst>
                  <a:ext uri="{FF2B5EF4-FFF2-40B4-BE49-F238E27FC236}">
                    <a16:creationId xmlns:a16="http://schemas.microsoft.com/office/drawing/2014/main" xmlns="" id="{576F97E6-8D09-45F9-9FAD-7C4CAD677CAD}"/>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8" name="Oval 259">
                <a:extLst>
                  <a:ext uri="{FF2B5EF4-FFF2-40B4-BE49-F238E27FC236}">
                    <a16:creationId xmlns:a16="http://schemas.microsoft.com/office/drawing/2014/main" xmlns="" id="{5BBC5442-31BC-42D8-A52A-F84B30E64175}"/>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164" name="组合 108">
              <a:extLst>
                <a:ext uri="{FF2B5EF4-FFF2-40B4-BE49-F238E27FC236}">
                  <a16:creationId xmlns:a16="http://schemas.microsoft.com/office/drawing/2014/main" xmlns="" id="{1AC3181C-25B2-498B-9D23-11E0DA287F06}"/>
                </a:ext>
              </a:extLst>
            </p:cNvPr>
            <p:cNvGrpSpPr>
              <a:grpSpLocks/>
            </p:cNvGrpSpPr>
            <p:nvPr/>
          </p:nvGrpSpPr>
          <p:grpSpPr bwMode="auto">
            <a:xfrm>
              <a:off x="4957355" y="1828800"/>
              <a:ext cx="577850" cy="88904"/>
              <a:chOff x="4954650" y="1739900"/>
              <a:chExt cx="577850" cy="88904"/>
            </a:xfrm>
          </p:grpSpPr>
          <p:cxnSp>
            <p:nvCxnSpPr>
              <p:cNvPr id="165" name="直接连接符 164">
                <a:extLst>
                  <a:ext uri="{FF2B5EF4-FFF2-40B4-BE49-F238E27FC236}">
                    <a16:creationId xmlns:a16="http://schemas.microsoft.com/office/drawing/2014/main" xmlns="" id="{0124B25B-7AEE-413B-989C-91B53B0E9ED7}"/>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6" name="Oval 259">
                <a:extLst>
                  <a:ext uri="{FF2B5EF4-FFF2-40B4-BE49-F238E27FC236}">
                    <a16:creationId xmlns:a16="http://schemas.microsoft.com/office/drawing/2014/main" xmlns="" id="{A549C2DA-C717-463B-A378-3E02FD75D77B}"/>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169" name="组合 213">
            <a:extLst>
              <a:ext uri="{FF2B5EF4-FFF2-40B4-BE49-F238E27FC236}">
                <a16:creationId xmlns:a16="http://schemas.microsoft.com/office/drawing/2014/main" xmlns="" id="{1A7566FA-7178-4299-B347-AC0BEB8D1279}"/>
              </a:ext>
            </a:extLst>
          </p:cNvPr>
          <p:cNvGrpSpPr>
            <a:grpSpLocks/>
          </p:cNvGrpSpPr>
          <p:nvPr/>
        </p:nvGrpSpPr>
        <p:grpSpPr bwMode="auto">
          <a:xfrm rot="5400000">
            <a:off x="10377194" y="3258739"/>
            <a:ext cx="581025" cy="195263"/>
            <a:chOff x="4954650" y="1723670"/>
            <a:chExt cx="580555" cy="194034"/>
          </a:xfrm>
        </p:grpSpPr>
        <p:grpSp>
          <p:nvGrpSpPr>
            <p:cNvPr id="170" name="组合 107">
              <a:extLst>
                <a:ext uri="{FF2B5EF4-FFF2-40B4-BE49-F238E27FC236}">
                  <a16:creationId xmlns:a16="http://schemas.microsoft.com/office/drawing/2014/main" xmlns="" id="{65DF5625-DE06-438C-8B22-29C19E8DAF86}"/>
                </a:ext>
              </a:extLst>
            </p:cNvPr>
            <p:cNvGrpSpPr>
              <a:grpSpLocks/>
            </p:cNvGrpSpPr>
            <p:nvPr/>
          </p:nvGrpSpPr>
          <p:grpSpPr bwMode="auto">
            <a:xfrm>
              <a:off x="4954650" y="1723670"/>
              <a:ext cx="577850" cy="88904"/>
              <a:chOff x="4954650" y="1739900"/>
              <a:chExt cx="577850" cy="88904"/>
            </a:xfrm>
          </p:grpSpPr>
          <p:cxnSp>
            <p:nvCxnSpPr>
              <p:cNvPr id="174" name="直接连接符 173">
                <a:extLst>
                  <a:ext uri="{FF2B5EF4-FFF2-40B4-BE49-F238E27FC236}">
                    <a16:creationId xmlns:a16="http://schemas.microsoft.com/office/drawing/2014/main" xmlns="" id="{ED4EE7B6-B61E-4780-AF6C-26FDA46A8598}"/>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Oval 259">
                <a:extLst>
                  <a:ext uri="{FF2B5EF4-FFF2-40B4-BE49-F238E27FC236}">
                    <a16:creationId xmlns:a16="http://schemas.microsoft.com/office/drawing/2014/main" xmlns="" id="{3C4BA07B-99B0-49BC-AA60-EF54CED83A0B}"/>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171" name="组合 108">
              <a:extLst>
                <a:ext uri="{FF2B5EF4-FFF2-40B4-BE49-F238E27FC236}">
                  <a16:creationId xmlns:a16="http://schemas.microsoft.com/office/drawing/2014/main" xmlns="" id="{110D1FB0-630B-45C3-9EE8-F356359BFAC8}"/>
                </a:ext>
              </a:extLst>
            </p:cNvPr>
            <p:cNvGrpSpPr>
              <a:grpSpLocks/>
            </p:cNvGrpSpPr>
            <p:nvPr/>
          </p:nvGrpSpPr>
          <p:grpSpPr bwMode="auto">
            <a:xfrm>
              <a:off x="4957355" y="1828800"/>
              <a:ext cx="577850" cy="88904"/>
              <a:chOff x="4954650" y="1739900"/>
              <a:chExt cx="577850" cy="88904"/>
            </a:xfrm>
          </p:grpSpPr>
          <p:cxnSp>
            <p:nvCxnSpPr>
              <p:cNvPr id="172" name="直接连接符 171">
                <a:extLst>
                  <a:ext uri="{FF2B5EF4-FFF2-40B4-BE49-F238E27FC236}">
                    <a16:creationId xmlns:a16="http://schemas.microsoft.com/office/drawing/2014/main" xmlns="" id="{EF3EDF18-07F9-4C94-895E-D3100D78E7AC}"/>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Oval 259">
                <a:extLst>
                  <a:ext uri="{FF2B5EF4-FFF2-40B4-BE49-F238E27FC236}">
                    <a16:creationId xmlns:a16="http://schemas.microsoft.com/office/drawing/2014/main" xmlns="" id="{957E7EB9-7288-459D-9A1C-3B0389EFCD85}"/>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176" name="组合 220">
            <a:extLst>
              <a:ext uri="{FF2B5EF4-FFF2-40B4-BE49-F238E27FC236}">
                <a16:creationId xmlns:a16="http://schemas.microsoft.com/office/drawing/2014/main" xmlns="" id="{3AC5F9CC-19D7-407D-BB19-E8DE6E8EC066}"/>
              </a:ext>
            </a:extLst>
          </p:cNvPr>
          <p:cNvGrpSpPr>
            <a:grpSpLocks/>
          </p:cNvGrpSpPr>
          <p:nvPr/>
        </p:nvGrpSpPr>
        <p:grpSpPr bwMode="auto">
          <a:xfrm rot="5400000">
            <a:off x="7265694" y="4281089"/>
            <a:ext cx="581025" cy="195263"/>
            <a:chOff x="4954650" y="1723670"/>
            <a:chExt cx="580555" cy="194034"/>
          </a:xfrm>
        </p:grpSpPr>
        <p:grpSp>
          <p:nvGrpSpPr>
            <p:cNvPr id="177" name="组合 107">
              <a:extLst>
                <a:ext uri="{FF2B5EF4-FFF2-40B4-BE49-F238E27FC236}">
                  <a16:creationId xmlns:a16="http://schemas.microsoft.com/office/drawing/2014/main" xmlns="" id="{A4EEB4A8-6707-469A-B7C4-B5902F12B92C}"/>
                </a:ext>
              </a:extLst>
            </p:cNvPr>
            <p:cNvGrpSpPr>
              <a:grpSpLocks/>
            </p:cNvGrpSpPr>
            <p:nvPr/>
          </p:nvGrpSpPr>
          <p:grpSpPr bwMode="auto">
            <a:xfrm>
              <a:off x="4954650" y="1723670"/>
              <a:ext cx="577850" cy="88904"/>
              <a:chOff x="4954650" y="1739900"/>
              <a:chExt cx="577850" cy="88904"/>
            </a:xfrm>
          </p:grpSpPr>
          <p:cxnSp>
            <p:nvCxnSpPr>
              <p:cNvPr id="181" name="直接连接符 180">
                <a:extLst>
                  <a:ext uri="{FF2B5EF4-FFF2-40B4-BE49-F238E27FC236}">
                    <a16:creationId xmlns:a16="http://schemas.microsoft.com/office/drawing/2014/main" xmlns="" id="{2DA85F53-4B6D-43AD-BB92-B817E724A2DB}"/>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2" name="Oval 259">
                <a:extLst>
                  <a:ext uri="{FF2B5EF4-FFF2-40B4-BE49-F238E27FC236}">
                    <a16:creationId xmlns:a16="http://schemas.microsoft.com/office/drawing/2014/main" xmlns="" id="{E086A43D-60B7-4764-9707-6A8021967C5F}"/>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178" name="组合 108">
              <a:extLst>
                <a:ext uri="{FF2B5EF4-FFF2-40B4-BE49-F238E27FC236}">
                  <a16:creationId xmlns:a16="http://schemas.microsoft.com/office/drawing/2014/main" xmlns="" id="{C31A2D64-294B-456D-9CFE-D5894FB51481}"/>
                </a:ext>
              </a:extLst>
            </p:cNvPr>
            <p:cNvGrpSpPr>
              <a:grpSpLocks/>
            </p:cNvGrpSpPr>
            <p:nvPr/>
          </p:nvGrpSpPr>
          <p:grpSpPr bwMode="auto">
            <a:xfrm>
              <a:off x="4957355" y="1828800"/>
              <a:ext cx="577850" cy="88904"/>
              <a:chOff x="4954650" y="1739900"/>
              <a:chExt cx="577850" cy="88904"/>
            </a:xfrm>
          </p:grpSpPr>
          <p:cxnSp>
            <p:nvCxnSpPr>
              <p:cNvPr id="179" name="直接连接符 178">
                <a:extLst>
                  <a:ext uri="{FF2B5EF4-FFF2-40B4-BE49-F238E27FC236}">
                    <a16:creationId xmlns:a16="http://schemas.microsoft.com/office/drawing/2014/main" xmlns="" id="{97D50780-F1CD-420F-AD9A-4FD6CCB6CEBC}"/>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0" name="Oval 259">
                <a:extLst>
                  <a:ext uri="{FF2B5EF4-FFF2-40B4-BE49-F238E27FC236}">
                    <a16:creationId xmlns:a16="http://schemas.microsoft.com/office/drawing/2014/main" xmlns="" id="{C5438393-4420-4D53-80CE-39D2375A033E}"/>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183" name="组合 227">
            <a:extLst>
              <a:ext uri="{FF2B5EF4-FFF2-40B4-BE49-F238E27FC236}">
                <a16:creationId xmlns:a16="http://schemas.microsoft.com/office/drawing/2014/main" xmlns="" id="{92F5B97E-D05E-4BE7-9BEF-2C8BECE8A1BB}"/>
              </a:ext>
            </a:extLst>
          </p:cNvPr>
          <p:cNvGrpSpPr>
            <a:grpSpLocks/>
          </p:cNvGrpSpPr>
          <p:nvPr/>
        </p:nvGrpSpPr>
        <p:grpSpPr bwMode="auto">
          <a:xfrm rot="5400000">
            <a:off x="8332494" y="4281089"/>
            <a:ext cx="581025" cy="195263"/>
            <a:chOff x="4954650" y="1723670"/>
            <a:chExt cx="580555" cy="194034"/>
          </a:xfrm>
        </p:grpSpPr>
        <p:grpSp>
          <p:nvGrpSpPr>
            <p:cNvPr id="184" name="组合 107">
              <a:extLst>
                <a:ext uri="{FF2B5EF4-FFF2-40B4-BE49-F238E27FC236}">
                  <a16:creationId xmlns:a16="http://schemas.microsoft.com/office/drawing/2014/main" xmlns="" id="{C58AA407-801A-4678-ABE2-DC9674F7CD19}"/>
                </a:ext>
              </a:extLst>
            </p:cNvPr>
            <p:cNvGrpSpPr>
              <a:grpSpLocks/>
            </p:cNvGrpSpPr>
            <p:nvPr/>
          </p:nvGrpSpPr>
          <p:grpSpPr bwMode="auto">
            <a:xfrm>
              <a:off x="4954650" y="1723670"/>
              <a:ext cx="577850" cy="88904"/>
              <a:chOff x="4954650" y="1739900"/>
              <a:chExt cx="577850" cy="88904"/>
            </a:xfrm>
          </p:grpSpPr>
          <p:cxnSp>
            <p:nvCxnSpPr>
              <p:cNvPr id="188" name="直接连接符 187">
                <a:extLst>
                  <a:ext uri="{FF2B5EF4-FFF2-40B4-BE49-F238E27FC236}">
                    <a16:creationId xmlns:a16="http://schemas.microsoft.com/office/drawing/2014/main" xmlns="" id="{DA414949-B379-47C9-9DB4-224C5349ABC9}"/>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9" name="Oval 259">
                <a:extLst>
                  <a:ext uri="{FF2B5EF4-FFF2-40B4-BE49-F238E27FC236}">
                    <a16:creationId xmlns:a16="http://schemas.microsoft.com/office/drawing/2014/main" xmlns="" id="{C29E9B9F-15CC-4BD4-B548-0BFA89D11CC3}"/>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185" name="组合 108">
              <a:extLst>
                <a:ext uri="{FF2B5EF4-FFF2-40B4-BE49-F238E27FC236}">
                  <a16:creationId xmlns:a16="http://schemas.microsoft.com/office/drawing/2014/main" xmlns="" id="{269B8862-EB7E-4753-91A8-EAC435151D76}"/>
                </a:ext>
              </a:extLst>
            </p:cNvPr>
            <p:cNvGrpSpPr>
              <a:grpSpLocks/>
            </p:cNvGrpSpPr>
            <p:nvPr/>
          </p:nvGrpSpPr>
          <p:grpSpPr bwMode="auto">
            <a:xfrm>
              <a:off x="4957355" y="1828800"/>
              <a:ext cx="577850" cy="88904"/>
              <a:chOff x="4954650" y="1739900"/>
              <a:chExt cx="577850" cy="88904"/>
            </a:xfrm>
          </p:grpSpPr>
          <p:cxnSp>
            <p:nvCxnSpPr>
              <p:cNvPr id="186" name="直接连接符 185">
                <a:extLst>
                  <a:ext uri="{FF2B5EF4-FFF2-40B4-BE49-F238E27FC236}">
                    <a16:creationId xmlns:a16="http://schemas.microsoft.com/office/drawing/2014/main" xmlns="" id="{BAA691FC-4821-4BB2-BA90-72F91EC50355}"/>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7" name="Oval 259">
                <a:extLst>
                  <a:ext uri="{FF2B5EF4-FFF2-40B4-BE49-F238E27FC236}">
                    <a16:creationId xmlns:a16="http://schemas.microsoft.com/office/drawing/2014/main" xmlns="" id="{D5C1921F-6DF7-481E-BA4C-5F46C41E0D8C}"/>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190" name="组合 234">
            <a:extLst>
              <a:ext uri="{FF2B5EF4-FFF2-40B4-BE49-F238E27FC236}">
                <a16:creationId xmlns:a16="http://schemas.microsoft.com/office/drawing/2014/main" xmlns="" id="{44E59A04-888F-45C1-BACE-480E1086457B}"/>
              </a:ext>
            </a:extLst>
          </p:cNvPr>
          <p:cNvGrpSpPr>
            <a:grpSpLocks/>
          </p:cNvGrpSpPr>
          <p:nvPr/>
        </p:nvGrpSpPr>
        <p:grpSpPr bwMode="auto">
          <a:xfrm rot="5400000">
            <a:off x="9354844" y="4325539"/>
            <a:ext cx="581025" cy="195263"/>
            <a:chOff x="4954650" y="1723670"/>
            <a:chExt cx="580555" cy="194034"/>
          </a:xfrm>
        </p:grpSpPr>
        <p:grpSp>
          <p:nvGrpSpPr>
            <p:cNvPr id="191" name="组合 107">
              <a:extLst>
                <a:ext uri="{FF2B5EF4-FFF2-40B4-BE49-F238E27FC236}">
                  <a16:creationId xmlns:a16="http://schemas.microsoft.com/office/drawing/2014/main" xmlns="" id="{319B28F8-3170-4E0D-BA29-76C84BDE6EBB}"/>
                </a:ext>
              </a:extLst>
            </p:cNvPr>
            <p:cNvGrpSpPr>
              <a:grpSpLocks/>
            </p:cNvGrpSpPr>
            <p:nvPr/>
          </p:nvGrpSpPr>
          <p:grpSpPr bwMode="auto">
            <a:xfrm>
              <a:off x="4954650" y="1723670"/>
              <a:ext cx="577850" cy="88904"/>
              <a:chOff x="4954650" y="1739900"/>
              <a:chExt cx="577850" cy="88904"/>
            </a:xfrm>
          </p:grpSpPr>
          <p:cxnSp>
            <p:nvCxnSpPr>
              <p:cNvPr id="195" name="直接连接符 194">
                <a:extLst>
                  <a:ext uri="{FF2B5EF4-FFF2-40B4-BE49-F238E27FC236}">
                    <a16:creationId xmlns:a16="http://schemas.microsoft.com/office/drawing/2014/main" xmlns="" id="{C3597CF4-81B4-44ED-B2AD-17A46349704C}"/>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6" name="Oval 259">
                <a:extLst>
                  <a:ext uri="{FF2B5EF4-FFF2-40B4-BE49-F238E27FC236}">
                    <a16:creationId xmlns:a16="http://schemas.microsoft.com/office/drawing/2014/main" xmlns="" id="{B7B3137A-3FAA-49A9-9DEE-15E2772C8317}"/>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192" name="组合 108">
              <a:extLst>
                <a:ext uri="{FF2B5EF4-FFF2-40B4-BE49-F238E27FC236}">
                  <a16:creationId xmlns:a16="http://schemas.microsoft.com/office/drawing/2014/main" xmlns="" id="{2516921D-C118-412F-A099-36FBB54343B1}"/>
                </a:ext>
              </a:extLst>
            </p:cNvPr>
            <p:cNvGrpSpPr>
              <a:grpSpLocks/>
            </p:cNvGrpSpPr>
            <p:nvPr/>
          </p:nvGrpSpPr>
          <p:grpSpPr bwMode="auto">
            <a:xfrm>
              <a:off x="4957355" y="1828800"/>
              <a:ext cx="577850" cy="88904"/>
              <a:chOff x="4954650" y="1739900"/>
              <a:chExt cx="577850" cy="88904"/>
            </a:xfrm>
          </p:grpSpPr>
          <p:cxnSp>
            <p:nvCxnSpPr>
              <p:cNvPr id="193" name="直接连接符 192">
                <a:extLst>
                  <a:ext uri="{FF2B5EF4-FFF2-40B4-BE49-F238E27FC236}">
                    <a16:creationId xmlns:a16="http://schemas.microsoft.com/office/drawing/2014/main" xmlns="" id="{5D8A4C8A-AE2F-4DA3-A9F3-BD4BB5883C73}"/>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4" name="Oval 259">
                <a:extLst>
                  <a:ext uri="{FF2B5EF4-FFF2-40B4-BE49-F238E27FC236}">
                    <a16:creationId xmlns:a16="http://schemas.microsoft.com/office/drawing/2014/main" xmlns="" id="{3A61EFA7-5E48-4B67-8537-3105D94EDBE6}"/>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197" name="组合 241">
            <a:extLst>
              <a:ext uri="{FF2B5EF4-FFF2-40B4-BE49-F238E27FC236}">
                <a16:creationId xmlns:a16="http://schemas.microsoft.com/office/drawing/2014/main" xmlns="" id="{8831DA4B-729C-4B11-8BC1-5365C72989AA}"/>
              </a:ext>
            </a:extLst>
          </p:cNvPr>
          <p:cNvGrpSpPr>
            <a:grpSpLocks/>
          </p:cNvGrpSpPr>
          <p:nvPr/>
        </p:nvGrpSpPr>
        <p:grpSpPr bwMode="auto">
          <a:xfrm rot="5400000">
            <a:off x="10421644" y="4325539"/>
            <a:ext cx="581025" cy="195263"/>
            <a:chOff x="4954650" y="1723670"/>
            <a:chExt cx="580555" cy="194034"/>
          </a:xfrm>
        </p:grpSpPr>
        <p:grpSp>
          <p:nvGrpSpPr>
            <p:cNvPr id="198" name="组合 107">
              <a:extLst>
                <a:ext uri="{FF2B5EF4-FFF2-40B4-BE49-F238E27FC236}">
                  <a16:creationId xmlns:a16="http://schemas.microsoft.com/office/drawing/2014/main" xmlns="" id="{0B2AEEFD-B9A1-44F5-AAC6-6E52D11609D7}"/>
                </a:ext>
              </a:extLst>
            </p:cNvPr>
            <p:cNvGrpSpPr>
              <a:grpSpLocks/>
            </p:cNvGrpSpPr>
            <p:nvPr/>
          </p:nvGrpSpPr>
          <p:grpSpPr bwMode="auto">
            <a:xfrm>
              <a:off x="4954650" y="1723670"/>
              <a:ext cx="577850" cy="88904"/>
              <a:chOff x="4954650" y="1739900"/>
              <a:chExt cx="577850" cy="88904"/>
            </a:xfrm>
          </p:grpSpPr>
          <p:cxnSp>
            <p:nvCxnSpPr>
              <p:cNvPr id="202" name="直接连接符 201">
                <a:extLst>
                  <a:ext uri="{FF2B5EF4-FFF2-40B4-BE49-F238E27FC236}">
                    <a16:creationId xmlns:a16="http://schemas.microsoft.com/office/drawing/2014/main" xmlns="" id="{DF5BB541-8C04-41F9-B37D-064BD926AFE8}"/>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3" name="Oval 259">
                <a:extLst>
                  <a:ext uri="{FF2B5EF4-FFF2-40B4-BE49-F238E27FC236}">
                    <a16:creationId xmlns:a16="http://schemas.microsoft.com/office/drawing/2014/main" xmlns="" id="{1E6304C8-5952-4489-8270-48FD2CB483D0}"/>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199" name="组合 108">
              <a:extLst>
                <a:ext uri="{FF2B5EF4-FFF2-40B4-BE49-F238E27FC236}">
                  <a16:creationId xmlns:a16="http://schemas.microsoft.com/office/drawing/2014/main" xmlns="" id="{503FC05D-680B-4F2E-A9FF-9747291DEC32}"/>
                </a:ext>
              </a:extLst>
            </p:cNvPr>
            <p:cNvGrpSpPr>
              <a:grpSpLocks/>
            </p:cNvGrpSpPr>
            <p:nvPr/>
          </p:nvGrpSpPr>
          <p:grpSpPr bwMode="auto">
            <a:xfrm>
              <a:off x="4957355" y="1828800"/>
              <a:ext cx="577850" cy="88904"/>
              <a:chOff x="4954650" y="1739900"/>
              <a:chExt cx="577850" cy="88904"/>
            </a:xfrm>
          </p:grpSpPr>
          <p:cxnSp>
            <p:nvCxnSpPr>
              <p:cNvPr id="200" name="直接连接符 199">
                <a:extLst>
                  <a:ext uri="{FF2B5EF4-FFF2-40B4-BE49-F238E27FC236}">
                    <a16:creationId xmlns:a16="http://schemas.microsoft.com/office/drawing/2014/main" xmlns="" id="{29267730-27FE-41D9-AD8A-4B11C38DEEE2}"/>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1" name="Oval 259">
                <a:extLst>
                  <a:ext uri="{FF2B5EF4-FFF2-40B4-BE49-F238E27FC236}">
                    <a16:creationId xmlns:a16="http://schemas.microsoft.com/office/drawing/2014/main" xmlns="" id="{C2DA93A2-261D-4728-8F72-732FD842D0E1}"/>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204" name="组合 248">
            <a:extLst>
              <a:ext uri="{FF2B5EF4-FFF2-40B4-BE49-F238E27FC236}">
                <a16:creationId xmlns:a16="http://schemas.microsoft.com/office/drawing/2014/main" xmlns="" id="{AC0C62D7-F285-41D7-99A6-BB529C33790E}"/>
              </a:ext>
            </a:extLst>
          </p:cNvPr>
          <p:cNvGrpSpPr>
            <a:grpSpLocks/>
          </p:cNvGrpSpPr>
          <p:nvPr/>
        </p:nvGrpSpPr>
        <p:grpSpPr bwMode="auto">
          <a:xfrm rot="5400000">
            <a:off x="7265694" y="5392339"/>
            <a:ext cx="581025" cy="195263"/>
            <a:chOff x="4954650" y="1723670"/>
            <a:chExt cx="580555" cy="194034"/>
          </a:xfrm>
        </p:grpSpPr>
        <p:grpSp>
          <p:nvGrpSpPr>
            <p:cNvPr id="205" name="组合 107">
              <a:extLst>
                <a:ext uri="{FF2B5EF4-FFF2-40B4-BE49-F238E27FC236}">
                  <a16:creationId xmlns:a16="http://schemas.microsoft.com/office/drawing/2014/main" xmlns="" id="{65F8A83C-2FE3-4FF8-ABA0-B2C88516924D}"/>
                </a:ext>
              </a:extLst>
            </p:cNvPr>
            <p:cNvGrpSpPr>
              <a:grpSpLocks/>
            </p:cNvGrpSpPr>
            <p:nvPr/>
          </p:nvGrpSpPr>
          <p:grpSpPr bwMode="auto">
            <a:xfrm>
              <a:off x="4954650" y="1723670"/>
              <a:ext cx="577850" cy="88904"/>
              <a:chOff x="4954650" y="1739900"/>
              <a:chExt cx="577850" cy="88904"/>
            </a:xfrm>
          </p:grpSpPr>
          <p:cxnSp>
            <p:nvCxnSpPr>
              <p:cNvPr id="209" name="直接连接符 208">
                <a:extLst>
                  <a:ext uri="{FF2B5EF4-FFF2-40B4-BE49-F238E27FC236}">
                    <a16:creationId xmlns:a16="http://schemas.microsoft.com/office/drawing/2014/main" xmlns="" id="{305C832B-C5BA-4600-B9B0-1A4E313C920B}"/>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0" name="Oval 259">
                <a:extLst>
                  <a:ext uri="{FF2B5EF4-FFF2-40B4-BE49-F238E27FC236}">
                    <a16:creationId xmlns:a16="http://schemas.microsoft.com/office/drawing/2014/main" xmlns="" id="{FFB07048-403F-4681-B894-00455C25294A}"/>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206" name="组合 108">
              <a:extLst>
                <a:ext uri="{FF2B5EF4-FFF2-40B4-BE49-F238E27FC236}">
                  <a16:creationId xmlns:a16="http://schemas.microsoft.com/office/drawing/2014/main" xmlns="" id="{90DAE394-B148-40F6-9546-6A61CA61EDC5}"/>
                </a:ext>
              </a:extLst>
            </p:cNvPr>
            <p:cNvGrpSpPr>
              <a:grpSpLocks/>
            </p:cNvGrpSpPr>
            <p:nvPr/>
          </p:nvGrpSpPr>
          <p:grpSpPr bwMode="auto">
            <a:xfrm>
              <a:off x="4957355" y="1828800"/>
              <a:ext cx="577850" cy="88904"/>
              <a:chOff x="4954650" y="1739900"/>
              <a:chExt cx="577850" cy="88904"/>
            </a:xfrm>
          </p:grpSpPr>
          <p:cxnSp>
            <p:nvCxnSpPr>
              <p:cNvPr id="207" name="直接连接符 206">
                <a:extLst>
                  <a:ext uri="{FF2B5EF4-FFF2-40B4-BE49-F238E27FC236}">
                    <a16:creationId xmlns:a16="http://schemas.microsoft.com/office/drawing/2014/main" xmlns="" id="{D04D6B0A-3307-4E04-ACBD-B10093FCB49E}"/>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8" name="Oval 259">
                <a:extLst>
                  <a:ext uri="{FF2B5EF4-FFF2-40B4-BE49-F238E27FC236}">
                    <a16:creationId xmlns:a16="http://schemas.microsoft.com/office/drawing/2014/main" xmlns="" id="{D27105FB-E688-4B1C-8627-68C3545C5D3C}"/>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211" name="组合 255">
            <a:extLst>
              <a:ext uri="{FF2B5EF4-FFF2-40B4-BE49-F238E27FC236}">
                <a16:creationId xmlns:a16="http://schemas.microsoft.com/office/drawing/2014/main" xmlns="" id="{20266A53-21A8-4ECF-8D14-BAF95C56957E}"/>
              </a:ext>
            </a:extLst>
          </p:cNvPr>
          <p:cNvGrpSpPr>
            <a:grpSpLocks/>
          </p:cNvGrpSpPr>
          <p:nvPr/>
        </p:nvGrpSpPr>
        <p:grpSpPr bwMode="auto">
          <a:xfrm rot="5400000">
            <a:off x="8348369" y="5392339"/>
            <a:ext cx="581025" cy="195263"/>
            <a:chOff x="4954650" y="1723670"/>
            <a:chExt cx="580555" cy="194034"/>
          </a:xfrm>
        </p:grpSpPr>
        <p:grpSp>
          <p:nvGrpSpPr>
            <p:cNvPr id="212" name="组合 107">
              <a:extLst>
                <a:ext uri="{FF2B5EF4-FFF2-40B4-BE49-F238E27FC236}">
                  <a16:creationId xmlns:a16="http://schemas.microsoft.com/office/drawing/2014/main" xmlns="" id="{D9AB7A07-8AEC-4BA6-9880-45B61A442421}"/>
                </a:ext>
              </a:extLst>
            </p:cNvPr>
            <p:cNvGrpSpPr>
              <a:grpSpLocks/>
            </p:cNvGrpSpPr>
            <p:nvPr/>
          </p:nvGrpSpPr>
          <p:grpSpPr bwMode="auto">
            <a:xfrm>
              <a:off x="4954650" y="1723670"/>
              <a:ext cx="577850" cy="88904"/>
              <a:chOff x="4954650" y="1739900"/>
              <a:chExt cx="577850" cy="88904"/>
            </a:xfrm>
          </p:grpSpPr>
          <p:cxnSp>
            <p:nvCxnSpPr>
              <p:cNvPr id="216" name="直接连接符 215">
                <a:extLst>
                  <a:ext uri="{FF2B5EF4-FFF2-40B4-BE49-F238E27FC236}">
                    <a16:creationId xmlns:a16="http://schemas.microsoft.com/office/drawing/2014/main" xmlns="" id="{2E0EE9FC-C206-4EB1-9E75-019ED00C4AEE}"/>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7" name="Oval 259">
                <a:extLst>
                  <a:ext uri="{FF2B5EF4-FFF2-40B4-BE49-F238E27FC236}">
                    <a16:creationId xmlns:a16="http://schemas.microsoft.com/office/drawing/2014/main" xmlns="" id="{73C374C7-7C3F-4FFC-8F2C-DEF2326639D2}"/>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213" name="组合 108">
              <a:extLst>
                <a:ext uri="{FF2B5EF4-FFF2-40B4-BE49-F238E27FC236}">
                  <a16:creationId xmlns:a16="http://schemas.microsoft.com/office/drawing/2014/main" xmlns="" id="{0DBE97BA-0070-4ED9-98C8-C41693460E89}"/>
                </a:ext>
              </a:extLst>
            </p:cNvPr>
            <p:cNvGrpSpPr>
              <a:grpSpLocks/>
            </p:cNvGrpSpPr>
            <p:nvPr/>
          </p:nvGrpSpPr>
          <p:grpSpPr bwMode="auto">
            <a:xfrm>
              <a:off x="4957355" y="1828800"/>
              <a:ext cx="577850" cy="88904"/>
              <a:chOff x="4954650" y="1739900"/>
              <a:chExt cx="577850" cy="88904"/>
            </a:xfrm>
          </p:grpSpPr>
          <p:cxnSp>
            <p:nvCxnSpPr>
              <p:cNvPr id="214" name="直接连接符 213">
                <a:extLst>
                  <a:ext uri="{FF2B5EF4-FFF2-40B4-BE49-F238E27FC236}">
                    <a16:creationId xmlns:a16="http://schemas.microsoft.com/office/drawing/2014/main" xmlns="" id="{C5B627D3-44EA-4F79-8415-CF040BEF69A4}"/>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5" name="Oval 259">
                <a:extLst>
                  <a:ext uri="{FF2B5EF4-FFF2-40B4-BE49-F238E27FC236}">
                    <a16:creationId xmlns:a16="http://schemas.microsoft.com/office/drawing/2014/main" xmlns="" id="{26417363-3F9F-464F-A0F0-1ECB12EC4022}"/>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218" name="组合 262">
            <a:extLst>
              <a:ext uri="{FF2B5EF4-FFF2-40B4-BE49-F238E27FC236}">
                <a16:creationId xmlns:a16="http://schemas.microsoft.com/office/drawing/2014/main" xmlns="" id="{2F8774E1-5181-476F-9C87-56A57ADB3739}"/>
              </a:ext>
            </a:extLst>
          </p:cNvPr>
          <p:cNvGrpSpPr>
            <a:grpSpLocks/>
          </p:cNvGrpSpPr>
          <p:nvPr/>
        </p:nvGrpSpPr>
        <p:grpSpPr bwMode="auto">
          <a:xfrm rot="5400000">
            <a:off x="9354844" y="5392339"/>
            <a:ext cx="581025" cy="195263"/>
            <a:chOff x="4954650" y="1723670"/>
            <a:chExt cx="580555" cy="194034"/>
          </a:xfrm>
        </p:grpSpPr>
        <p:grpSp>
          <p:nvGrpSpPr>
            <p:cNvPr id="219" name="组合 107">
              <a:extLst>
                <a:ext uri="{FF2B5EF4-FFF2-40B4-BE49-F238E27FC236}">
                  <a16:creationId xmlns:a16="http://schemas.microsoft.com/office/drawing/2014/main" xmlns="" id="{B6495889-FD96-4002-B12A-3FCEE64B7311}"/>
                </a:ext>
              </a:extLst>
            </p:cNvPr>
            <p:cNvGrpSpPr>
              <a:grpSpLocks/>
            </p:cNvGrpSpPr>
            <p:nvPr/>
          </p:nvGrpSpPr>
          <p:grpSpPr bwMode="auto">
            <a:xfrm>
              <a:off x="4954650" y="1723670"/>
              <a:ext cx="577850" cy="88904"/>
              <a:chOff x="4954650" y="1739900"/>
              <a:chExt cx="577850" cy="88904"/>
            </a:xfrm>
          </p:grpSpPr>
          <p:cxnSp>
            <p:nvCxnSpPr>
              <p:cNvPr id="223" name="直接连接符 222">
                <a:extLst>
                  <a:ext uri="{FF2B5EF4-FFF2-40B4-BE49-F238E27FC236}">
                    <a16:creationId xmlns:a16="http://schemas.microsoft.com/office/drawing/2014/main" xmlns="" id="{97E13E43-D04E-48B5-B18B-C0398272D707}"/>
                  </a:ext>
                </a:extLst>
              </p:cNvPr>
              <p:cNvCxnSpPr/>
              <p:nvPr/>
            </p:nvCxnSpPr>
            <p:spPr>
              <a:xfrm>
                <a:off x="4954650" y="1784071"/>
                <a:ext cx="577382" cy="157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4" name="Oval 259">
                <a:extLst>
                  <a:ext uri="{FF2B5EF4-FFF2-40B4-BE49-F238E27FC236}">
                    <a16:creationId xmlns:a16="http://schemas.microsoft.com/office/drawing/2014/main" xmlns="" id="{84233E6F-C785-4DBD-9139-E58BD7241851}"/>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220" name="组合 108">
              <a:extLst>
                <a:ext uri="{FF2B5EF4-FFF2-40B4-BE49-F238E27FC236}">
                  <a16:creationId xmlns:a16="http://schemas.microsoft.com/office/drawing/2014/main" xmlns="" id="{9B65D8B1-D2A3-4CE7-ADAC-C4249E643B0E}"/>
                </a:ext>
              </a:extLst>
            </p:cNvPr>
            <p:cNvGrpSpPr>
              <a:grpSpLocks/>
            </p:cNvGrpSpPr>
            <p:nvPr/>
          </p:nvGrpSpPr>
          <p:grpSpPr bwMode="auto">
            <a:xfrm>
              <a:off x="4957355" y="1828800"/>
              <a:ext cx="577850" cy="88904"/>
              <a:chOff x="4954650" y="1739900"/>
              <a:chExt cx="577850" cy="88904"/>
            </a:xfrm>
          </p:grpSpPr>
          <p:cxnSp>
            <p:nvCxnSpPr>
              <p:cNvPr id="221" name="直接连接符 220">
                <a:extLst>
                  <a:ext uri="{FF2B5EF4-FFF2-40B4-BE49-F238E27FC236}">
                    <a16:creationId xmlns:a16="http://schemas.microsoft.com/office/drawing/2014/main" xmlns="" id="{B7473941-CF1A-43B6-B3CD-CCFE07F7475B}"/>
                  </a:ext>
                </a:extLst>
              </p:cNvPr>
              <p:cNvCxnSpPr/>
              <p:nvPr/>
            </p:nvCxnSpPr>
            <p:spPr>
              <a:xfrm>
                <a:off x="4955117" y="1784634"/>
                <a:ext cx="577382" cy="157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2" name="Oval 259">
                <a:extLst>
                  <a:ext uri="{FF2B5EF4-FFF2-40B4-BE49-F238E27FC236}">
                    <a16:creationId xmlns:a16="http://schemas.microsoft.com/office/drawing/2014/main" xmlns="" id="{C1515469-BFD3-4C23-81E2-A7E79231D9A8}"/>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grpSp>
        <p:nvGrpSpPr>
          <p:cNvPr id="225" name="组合 269">
            <a:extLst>
              <a:ext uri="{FF2B5EF4-FFF2-40B4-BE49-F238E27FC236}">
                <a16:creationId xmlns:a16="http://schemas.microsoft.com/office/drawing/2014/main" xmlns="" id="{736EDA18-DEBE-44AF-BBB9-1D3F3618AC98}"/>
              </a:ext>
            </a:extLst>
          </p:cNvPr>
          <p:cNvGrpSpPr>
            <a:grpSpLocks/>
          </p:cNvGrpSpPr>
          <p:nvPr/>
        </p:nvGrpSpPr>
        <p:grpSpPr bwMode="auto">
          <a:xfrm rot="5400000">
            <a:off x="10443075" y="5458221"/>
            <a:ext cx="581025" cy="152400"/>
            <a:chOff x="4954650" y="1723670"/>
            <a:chExt cx="580555" cy="151168"/>
          </a:xfrm>
        </p:grpSpPr>
        <p:grpSp>
          <p:nvGrpSpPr>
            <p:cNvPr id="226" name="组合 107">
              <a:extLst>
                <a:ext uri="{FF2B5EF4-FFF2-40B4-BE49-F238E27FC236}">
                  <a16:creationId xmlns:a16="http://schemas.microsoft.com/office/drawing/2014/main" xmlns="" id="{3B4C23DC-B006-4994-AADD-2888B620E840}"/>
                </a:ext>
              </a:extLst>
            </p:cNvPr>
            <p:cNvGrpSpPr>
              <a:grpSpLocks/>
            </p:cNvGrpSpPr>
            <p:nvPr/>
          </p:nvGrpSpPr>
          <p:grpSpPr bwMode="auto">
            <a:xfrm>
              <a:off x="4954650" y="1723670"/>
              <a:ext cx="577850" cy="88904"/>
              <a:chOff x="4954650" y="1739900"/>
              <a:chExt cx="577850" cy="88904"/>
            </a:xfrm>
          </p:grpSpPr>
          <p:cxnSp>
            <p:nvCxnSpPr>
              <p:cNvPr id="228" name="直接连接符 227">
                <a:extLst>
                  <a:ext uri="{FF2B5EF4-FFF2-40B4-BE49-F238E27FC236}">
                    <a16:creationId xmlns:a16="http://schemas.microsoft.com/office/drawing/2014/main" xmlns="" id="{BF9C5405-99D5-4E00-8CE6-99DF47A20572}"/>
                  </a:ext>
                </a:extLst>
              </p:cNvPr>
              <p:cNvCxnSpPr/>
              <p:nvPr/>
            </p:nvCxnSpPr>
            <p:spPr>
              <a:xfrm>
                <a:off x="4954649" y="1804461"/>
                <a:ext cx="577382" cy="15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9" name="Oval 259">
                <a:extLst>
                  <a:ext uri="{FF2B5EF4-FFF2-40B4-BE49-F238E27FC236}">
                    <a16:creationId xmlns:a16="http://schemas.microsoft.com/office/drawing/2014/main" xmlns="" id="{31526549-C7D0-429A-A4E5-3F81181FF4F0}"/>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cxnSp>
          <p:nvCxnSpPr>
            <p:cNvPr id="227" name="直接连接符 226">
              <a:extLst>
                <a:ext uri="{FF2B5EF4-FFF2-40B4-BE49-F238E27FC236}">
                  <a16:creationId xmlns:a16="http://schemas.microsoft.com/office/drawing/2014/main" xmlns="" id="{6A4EF98C-C8A8-4AA0-8C7F-D1E09BFA073F}"/>
                </a:ext>
              </a:extLst>
            </p:cNvPr>
            <p:cNvCxnSpPr/>
            <p:nvPr/>
          </p:nvCxnSpPr>
          <p:spPr>
            <a:xfrm>
              <a:off x="4957822" y="1893734"/>
              <a:ext cx="577383" cy="1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 name="组合 283">
            <a:extLst>
              <a:ext uri="{FF2B5EF4-FFF2-40B4-BE49-F238E27FC236}">
                <a16:creationId xmlns:a16="http://schemas.microsoft.com/office/drawing/2014/main" xmlns="" id="{1B1D794D-D9D7-4FD3-9FA0-02CA425D8963}"/>
              </a:ext>
            </a:extLst>
          </p:cNvPr>
          <p:cNvGrpSpPr>
            <a:grpSpLocks/>
          </p:cNvGrpSpPr>
          <p:nvPr/>
        </p:nvGrpSpPr>
        <p:grpSpPr bwMode="auto">
          <a:xfrm>
            <a:off x="7503025" y="2395933"/>
            <a:ext cx="133350" cy="225425"/>
            <a:chOff x="2259016" y="2006601"/>
            <a:chExt cx="106718" cy="580555"/>
          </a:xfrm>
        </p:grpSpPr>
        <p:cxnSp>
          <p:nvCxnSpPr>
            <p:cNvPr id="231" name="直接连接符 230">
              <a:extLst>
                <a:ext uri="{FF2B5EF4-FFF2-40B4-BE49-F238E27FC236}">
                  <a16:creationId xmlns:a16="http://schemas.microsoft.com/office/drawing/2014/main" xmlns="" id="{C0F94226-E4FD-40D2-AD3C-33FF658C02C6}"/>
                </a:ext>
              </a:extLst>
            </p:cNvPr>
            <p:cNvCxnSpPr/>
            <p:nvPr/>
          </p:nvCxnSpPr>
          <p:spPr>
            <a:xfrm rot="5400000">
              <a:off x="2076865" y="2294199"/>
              <a:ext cx="576468"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a:extLst>
                <a:ext uri="{FF2B5EF4-FFF2-40B4-BE49-F238E27FC236}">
                  <a16:creationId xmlns:a16="http://schemas.microsoft.com/office/drawing/2014/main" xmlns="" id="{4FE8BD18-56F8-4C55-A5FC-93DCDF98981D}"/>
                </a:ext>
              </a:extLst>
            </p:cNvPr>
            <p:cNvCxnSpPr/>
            <p:nvPr/>
          </p:nvCxnSpPr>
          <p:spPr>
            <a:xfrm rot="5400000">
              <a:off x="1971418" y="2298289"/>
              <a:ext cx="576465"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3" name="组合 284">
            <a:extLst>
              <a:ext uri="{FF2B5EF4-FFF2-40B4-BE49-F238E27FC236}">
                <a16:creationId xmlns:a16="http://schemas.microsoft.com/office/drawing/2014/main" xmlns="" id="{BD9394C4-88FF-4BC6-BEC1-F2D0890AFF71}"/>
              </a:ext>
            </a:extLst>
          </p:cNvPr>
          <p:cNvGrpSpPr>
            <a:grpSpLocks/>
          </p:cNvGrpSpPr>
          <p:nvPr/>
        </p:nvGrpSpPr>
        <p:grpSpPr bwMode="auto">
          <a:xfrm>
            <a:off x="8569825" y="2399108"/>
            <a:ext cx="133350" cy="225425"/>
            <a:chOff x="2259016" y="2006601"/>
            <a:chExt cx="106718" cy="580555"/>
          </a:xfrm>
        </p:grpSpPr>
        <p:cxnSp>
          <p:nvCxnSpPr>
            <p:cNvPr id="234" name="直接连接符 233">
              <a:extLst>
                <a:ext uri="{FF2B5EF4-FFF2-40B4-BE49-F238E27FC236}">
                  <a16:creationId xmlns:a16="http://schemas.microsoft.com/office/drawing/2014/main" xmlns="" id="{B63A726B-1772-424B-9ADA-698384A1376C}"/>
                </a:ext>
              </a:extLst>
            </p:cNvPr>
            <p:cNvCxnSpPr/>
            <p:nvPr/>
          </p:nvCxnSpPr>
          <p:spPr>
            <a:xfrm rot="5400000">
              <a:off x="2076865" y="2294199"/>
              <a:ext cx="576468"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xmlns="" id="{75E7D865-7C74-4D73-917A-580FAD22417A}"/>
                </a:ext>
              </a:extLst>
            </p:cNvPr>
            <p:cNvCxnSpPr/>
            <p:nvPr/>
          </p:nvCxnSpPr>
          <p:spPr>
            <a:xfrm rot="5400000">
              <a:off x="1971418" y="2298289"/>
              <a:ext cx="576465"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6" name="组合 287">
            <a:extLst>
              <a:ext uri="{FF2B5EF4-FFF2-40B4-BE49-F238E27FC236}">
                <a16:creationId xmlns:a16="http://schemas.microsoft.com/office/drawing/2014/main" xmlns="" id="{D5FF84DA-2160-435B-A448-5566B45C9F69}"/>
              </a:ext>
            </a:extLst>
          </p:cNvPr>
          <p:cNvGrpSpPr>
            <a:grpSpLocks/>
          </p:cNvGrpSpPr>
          <p:nvPr/>
        </p:nvGrpSpPr>
        <p:grpSpPr bwMode="auto">
          <a:xfrm>
            <a:off x="9592175" y="2399108"/>
            <a:ext cx="133350" cy="225425"/>
            <a:chOff x="2259016" y="2006601"/>
            <a:chExt cx="106718" cy="580555"/>
          </a:xfrm>
        </p:grpSpPr>
        <p:cxnSp>
          <p:nvCxnSpPr>
            <p:cNvPr id="237" name="直接连接符 236">
              <a:extLst>
                <a:ext uri="{FF2B5EF4-FFF2-40B4-BE49-F238E27FC236}">
                  <a16:creationId xmlns:a16="http://schemas.microsoft.com/office/drawing/2014/main" xmlns="" id="{BB82CCC0-0ED2-4716-87BA-52CCF2468F47}"/>
                </a:ext>
              </a:extLst>
            </p:cNvPr>
            <p:cNvCxnSpPr/>
            <p:nvPr/>
          </p:nvCxnSpPr>
          <p:spPr>
            <a:xfrm rot="5400000">
              <a:off x="2076865" y="2294199"/>
              <a:ext cx="576468"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a:extLst>
                <a:ext uri="{FF2B5EF4-FFF2-40B4-BE49-F238E27FC236}">
                  <a16:creationId xmlns:a16="http://schemas.microsoft.com/office/drawing/2014/main" xmlns="" id="{4DBFD359-681F-4E7C-A7E3-F0B0C2763322}"/>
                </a:ext>
              </a:extLst>
            </p:cNvPr>
            <p:cNvCxnSpPr/>
            <p:nvPr/>
          </p:nvCxnSpPr>
          <p:spPr>
            <a:xfrm rot="5400000">
              <a:off x="1971418" y="2298289"/>
              <a:ext cx="576465"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9" name="组合 290">
            <a:extLst>
              <a:ext uri="{FF2B5EF4-FFF2-40B4-BE49-F238E27FC236}">
                <a16:creationId xmlns:a16="http://schemas.microsoft.com/office/drawing/2014/main" xmlns="" id="{6BA80E7F-286D-4A4A-AF90-1B81AEA21A3F}"/>
              </a:ext>
            </a:extLst>
          </p:cNvPr>
          <p:cNvGrpSpPr>
            <a:grpSpLocks/>
          </p:cNvGrpSpPr>
          <p:nvPr/>
        </p:nvGrpSpPr>
        <p:grpSpPr bwMode="auto">
          <a:xfrm>
            <a:off x="10614525" y="2399108"/>
            <a:ext cx="133350" cy="225425"/>
            <a:chOff x="2259016" y="2006601"/>
            <a:chExt cx="106718" cy="580555"/>
          </a:xfrm>
        </p:grpSpPr>
        <p:cxnSp>
          <p:nvCxnSpPr>
            <p:cNvPr id="240" name="直接连接符 239">
              <a:extLst>
                <a:ext uri="{FF2B5EF4-FFF2-40B4-BE49-F238E27FC236}">
                  <a16:creationId xmlns:a16="http://schemas.microsoft.com/office/drawing/2014/main" xmlns="" id="{D9F5BB1D-BC4C-4EB4-88F4-678B9DFBD1B0}"/>
                </a:ext>
              </a:extLst>
            </p:cNvPr>
            <p:cNvCxnSpPr/>
            <p:nvPr/>
          </p:nvCxnSpPr>
          <p:spPr>
            <a:xfrm rot="5400000">
              <a:off x="2076865" y="2294199"/>
              <a:ext cx="576468"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xmlns="" id="{D59711F9-D310-4E34-98A5-1616B0B56FAE}"/>
                </a:ext>
              </a:extLst>
            </p:cNvPr>
            <p:cNvCxnSpPr/>
            <p:nvPr/>
          </p:nvCxnSpPr>
          <p:spPr>
            <a:xfrm rot="5400000">
              <a:off x="1971418" y="2298289"/>
              <a:ext cx="576465"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2" name="组合 293">
            <a:extLst>
              <a:ext uri="{FF2B5EF4-FFF2-40B4-BE49-F238E27FC236}">
                <a16:creationId xmlns:a16="http://schemas.microsoft.com/office/drawing/2014/main" xmlns="" id="{1F3D1D92-DBD6-4C12-9E19-CBED9D78D681}"/>
              </a:ext>
            </a:extLst>
          </p:cNvPr>
          <p:cNvGrpSpPr>
            <a:grpSpLocks/>
          </p:cNvGrpSpPr>
          <p:nvPr/>
        </p:nvGrpSpPr>
        <p:grpSpPr bwMode="auto">
          <a:xfrm>
            <a:off x="7503025" y="6221808"/>
            <a:ext cx="133350" cy="225425"/>
            <a:chOff x="2259016" y="2006601"/>
            <a:chExt cx="106718" cy="580555"/>
          </a:xfrm>
        </p:grpSpPr>
        <p:cxnSp>
          <p:nvCxnSpPr>
            <p:cNvPr id="243" name="直接连接符 242">
              <a:extLst>
                <a:ext uri="{FF2B5EF4-FFF2-40B4-BE49-F238E27FC236}">
                  <a16:creationId xmlns:a16="http://schemas.microsoft.com/office/drawing/2014/main" xmlns="" id="{95ED0537-6C02-4CE8-AD0C-BA2A7DAA6FA4}"/>
                </a:ext>
              </a:extLst>
            </p:cNvPr>
            <p:cNvCxnSpPr/>
            <p:nvPr/>
          </p:nvCxnSpPr>
          <p:spPr>
            <a:xfrm rot="5400000">
              <a:off x="2076865" y="2294199"/>
              <a:ext cx="576468"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直接连接符 243">
              <a:extLst>
                <a:ext uri="{FF2B5EF4-FFF2-40B4-BE49-F238E27FC236}">
                  <a16:creationId xmlns:a16="http://schemas.microsoft.com/office/drawing/2014/main" xmlns="" id="{74D8ED0C-0552-4A68-AFF5-0842F43ADCDC}"/>
                </a:ext>
              </a:extLst>
            </p:cNvPr>
            <p:cNvCxnSpPr/>
            <p:nvPr/>
          </p:nvCxnSpPr>
          <p:spPr>
            <a:xfrm rot="5400000">
              <a:off x="1971418" y="2298289"/>
              <a:ext cx="576465"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5" name="组合 296">
            <a:extLst>
              <a:ext uri="{FF2B5EF4-FFF2-40B4-BE49-F238E27FC236}">
                <a16:creationId xmlns:a16="http://schemas.microsoft.com/office/drawing/2014/main" xmlns="" id="{DF354D58-6212-429E-8575-60FD80420CEC}"/>
              </a:ext>
            </a:extLst>
          </p:cNvPr>
          <p:cNvGrpSpPr>
            <a:grpSpLocks/>
          </p:cNvGrpSpPr>
          <p:nvPr/>
        </p:nvGrpSpPr>
        <p:grpSpPr bwMode="auto">
          <a:xfrm>
            <a:off x="8614275" y="6266258"/>
            <a:ext cx="133350" cy="225425"/>
            <a:chOff x="2259016" y="2006601"/>
            <a:chExt cx="106718" cy="580555"/>
          </a:xfrm>
        </p:grpSpPr>
        <p:cxnSp>
          <p:nvCxnSpPr>
            <p:cNvPr id="246" name="直接连接符 245">
              <a:extLst>
                <a:ext uri="{FF2B5EF4-FFF2-40B4-BE49-F238E27FC236}">
                  <a16:creationId xmlns:a16="http://schemas.microsoft.com/office/drawing/2014/main" xmlns="" id="{CE1D44D7-1B2C-44DB-B47B-7612C853FE53}"/>
                </a:ext>
              </a:extLst>
            </p:cNvPr>
            <p:cNvCxnSpPr/>
            <p:nvPr/>
          </p:nvCxnSpPr>
          <p:spPr>
            <a:xfrm rot="5400000">
              <a:off x="2076865" y="2294199"/>
              <a:ext cx="576468"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直接连接符 246">
              <a:extLst>
                <a:ext uri="{FF2B5EF4-FFF2-40B4-BE49-F238E27FC236}">
                  <a16:creationId xmlns:a16="http://schemas.microsoft.com/office/drawing/2014/main" xmlns="" id="{5F2A2436-4AC8-4C91-B7BD-7C5D2072D5D5}"/>
                </a:ext>
              </a:extLst>
            </p:cNvPr>
            <p:cNvCxnSpPr/>
            <p:nvPr/>
          </p:nvCxnSpPr>
          <p:spPr>
            <a:xfrm rot="5400000">
              <a:off x="1971418" y="2298289"/>
              <a:ext cx="576465"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8" name="组合 299">
            <a:extLst>
              <a:ext uri="{FF2B5EF4-FFF2-40B4-BE49-F238E27FC236}">
                <a16:creationId xmlns:a16="http://schemas.microsoft.com/office/drawing/2014/main" xmlns="" id="{19E6BCF9-7AE5-49FF-A11F-BA1DD69D53EF}"/>
              </a:ext>
            </a:extLst>
          </p:cNvPr>
          <p:cNvGrpSpPr>
            <a:grpSpLocks/>
          </p:cNvGrpSpPr>
          <p:nvPr/>
        </p:nvGrpSpPr>
        <p:grpSpPr bwMode="auto">
          <a:xfrm>
            <a:off x="9592175" y="6266258"/>
            <a:ext cx="133350" cy="225425"/>
            <a:chOff x="2259016" y="2006601"/>
            <a:chExt cx="106718" cy="580555"/>
          </a:xfrm>
        </p:grpSpPr>
        <p:cxnSp>
          <p:nvCxnSpPr>
            <p:cNvPr id="249" name="直接连接符 248">
              <a:extLst>
                <a:ext uri="{FF2B5EF4-FFF2-40B4-BE49-F238E27FC236}">
                  <a16:creationId xmlns:a16="http://schemas.microsoft.com/office/drawing/2014/main" xmlns="" id="{3AA752B6-FC60-4846-BFC9-A8DFF2EA1AF2}"/>
                </a:ext>
              </a:extLst>
            </p:cNvPr>
            <p:cNvCxnSpPr/>
            <p:nvPr/>
          </p:nvCxnSpPr>
          <p:spPr>
            <a:xfrm rot="5400000">
              <a:off x="2076865" y="2294199"/>
              <a:ext cx="576468"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0" name="直接连接符 249">
              <a:extLst>
                <a:ext uri="{FF2B5EF4-FFF2-40B4-BE49-F238E27FC236}">
                  <a16:creationId xmlns:a16="http://schemas.microsoft.com/office/drawing/2014/main" xmlns="" id="{5ED22BAC-1699-40A3-86F2-5F8091519D53}"/>
                </a:ext>
              </a:extLst>
            </p:cNvPr>
            <p:cNvCxnSpPr/>
            <p:nvPr/>
          </p:nvCxnSpPr>
          <p:spPr>
            <a:xfrm rot="5400000">
              <a:off x="1971418" y="2298289"/>
              <a:ext cx="576465"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1" name="组合 302">
            <a:extLst>
              <a:ext uri="{FF2B5EF4-FFF2-40B4-BE49-F238E27FC236}">
                <a16:creationId xmlns:a16="http://schemas.microsoft.com/office/drawing/2014/main" xmlns="" id="{F92C772C-3535-4D47-BA67-4A4AE927104A}"/>
              </a:ext>
            </a:extLst>
          </p:cNvPr>
          <p:cNvGrpSpPr>
            <a:grpSpLocks/>
          </p:cNvGrpSpPr>
          <p:nvPr/>
        </p:nvGrpSpPr>
        <p:grpSpPr bwMode="auto">
          <a:xfrm>
            <a:off x="10658975" y="6266258"/>
            <a:ext cx="133350" cy="225425"/>
            <a:chOff x="2259016" y="2006601"/>
            <a:chExt cx="106718" cy="580555"/>
          </a:xfrm>
        </p:grpSpPr>
        <p:cxnSp>
          <p:nvCxnSpPr>
            <p:cNvPr id="252" name="直接连接符 251">
              <a:extLst>
                <a:ext uri="{FF2B5EF4-FFF2-40B4-BE49-F238E27FC236}">
                  <a16:creationId xmlns:a16="http://schemas.microsoft.com/office/drawing/2014/main" xmlns="" id="{AF09BDD6-0BAB-4ED3-84FA-15B37F3B1209}"/>
                </a:ext>
              </a:extLst>
            </p:cNvPr>
            <p:cNvCxnSpPr/>
            <p:nvPr/>
          </p:nvCxnSpPr>
          <p:spPr>
            <a:xfrm rot="5400000">
              <a:off x="2076865" y="2294199"/>
              <a:ext cx="576468"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3" name="直接连接符 252">
              <a:extLst>
                <a:ext uri="{FF2B5EF4-FFF2-40B4-BE49-F238E27FC236}">
                  <a16:creationId xmlns:a16="http://schemas.microsoft.com/office/drawing/2014/main" xmlns="" id="{ABB62581-EEF4-48EE-B193-1012688D866D}"/>
                </a:ext>
              </a:extLst>
            </p:cNvPr>
            <p:cNvCxnSpPr/>
            <p:nvPr/>
          </p:nvCxnSpPr>
          <p:spPr>
            <a:xfrm rot="5400000">
              <a:off x="1971418" y="2298289"/>
              <a:ext cx="576465"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4" name="组合 308">
            <a:extLst>
              <a:ext uri="{FF2B5EF4-FFF2-40B4-BE49-F238E27FC236}">
                <a16:creationId xmlns:a16="http://schemas.microsoft.com/office/drawing/2014/main" xmlns="" id="{DE984DA8-1EE3-4BAD-9311-18C830CFFAEC}"/>
              </a:ext>
            </a:extLst>
          </p:cNvPr>
          <p:cNvGrpSpPr>
            <a:grpSpLocks/>
          </p:cNvGrpSpPr>
          <p:nvPr/>
        </p:nvGrpSpPr>
        <p:grpSpPr bwMode="auto">
          <a:xfrm>
            <a:off x="7058525" y="4888308"/>
            <a:ext cx="261938" cy="106363"/>
            <a:chOff x="4954650" y="1768120"/>
            <a:chExt cx="580555" cy="106718"/>
          </a:xfrm>
        </p:grpSpPr>
        <p:cxnSp>
          <p:nvCxnSpPr>
            <p:cNvPr id="255" name="直接连接符 254">
              <a:extLst>
                <a:ext uri="{FF2B5EF4-FFF2-40B4-BE49-F238E27FC236}">
                  <a16:creationId xmlns:a16="http://schemas.microsoft.com/office/drawing/2014/main" xmlns="" id="{862C5CF6-5EDB-43F8-9AF5-29BD6523F751}"/>
                </a:ext>
              </a:extLst>
            </p:cNvPr>
            <p:cNvCxnSpPr/>
            <p:nvPr/>
          </p:nvCxnSpPr>
          <p:spPr>
            <a:xfrm>
              <a:off x="4954650" y="1768120"/>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a:extLst>
                <a:ext uri="{FF2B5EF4-FFF2-40B4-BE49-F238E27FC236}">
                  <a16:creationId xmlns:a16="http://schemas.microsoft.com/office/drawing/2014/main" xmlns="" id="{79611139-DC46-4F53-833D-17E751CE8667}"/>
                </a:ext>
              </a:extLst>
            </p:cNvPr>
            <p:cNvCxnSpPr/>
            <p:nvPr/>
          </p:nvCxnSpPr>
          <p:spPr>
            <a:xfrm>
              <a:off x="4958170" y="1873245"/>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7" name="组合 315">
            <a:extLst>
              <a:ext uri="{FF2B5EF4-FFF2-40B4-BE49-F238E27FC236}">
                <a16:creationId xmlns:a16="http://schemas.microsoft.com/office/drawing/2014/main" xmlns="" id="{A737401D-6A0C-4EFE-BBAB-E8F4B14F3468}"/>
              </a:ext>
            </a:extLst>
          </p:cNvPr>
          <p:cNvGrpSpPr>
            <a:grpSpLocks/>
          </p:cNvGrpSpPr>
          <p:nvPr/>
        </p:nvGrpSpPr>
        <p:grpSpPr bwMode="auto">
          <a:xfrm>
            <a:off x="7058525" y="5955108"/>
            <a:ext cx="261938" cy="106363"/>
            <a:chOff x="4954650" y="1768120"/>
            <a:chExt cx="580555" cy="106718"/>
          </a:xfrm>
        </p:grpSpPr>
        <p:cxnSp>
          <p:nvCxnSpPr>
            <p:cNvPr id="258" name="直接连接符 257">
              <a:extLst>
                <a:ext uri="{FF2B5EF4-FFF2-40B4-BE49-F238E27FC236}">
                  <a16:creationId xmlns:a16="http://schemas.microsoft.com/office/drawing/2014/main" xmlns="" id="{946C80F3-DCFA-482A-B38D-EC6FC8129E1C}"/>
                </a:ext>
              </a:extLst>
            </p:cNvPr>
            <p:cNvCxnSpPr/>
            <p:nvPr/>
          </p:nvCxnSpPr>
          <p:spPr>
            <a:xfrm>
              <a:off x="4954650" y="1768120"/>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直接连接符 258">
              <a:extLst>
                <a:ext uri="{FF2B5EF4-FFF2-40B4-BE49-F238E27FC236}">
                  <a16:creationId xmlns:a16="http://schemas.microsoft.com/office/drawing/2014/main" xmlns="" id="{25241018-1173-42E9-BEB8-025D871596FE}"/>
                </a:ext>
              </a:extLst>
            </p:cNvPr>
            <p:cNvCxnSpPr/>
            <p:nvPr/>
          </p:nvCxnSpPr>
          <p:spPr>
            <a:xfrm>
              <a:off x="4958170" y="1873245"/>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0" name="组合 318">
            <a:extLst>
              <a:ext uri="{FF2B5EF4-FFF2-40B4-BE49-F238E27FC236}">
                <a16:creationId xmlns:a16="http://schemas.microsoft.com/office/drawing/2014/main" xmlns="" id="{69EAC284-6213-49C0-BA33-09A3FE0F539B}"/>
              </a:ext>
            </a:extLst>
          </p:cNvPr>
          <p:cNvGrpSpPr>
            <a:grpSpLocks/>
          </p:cNvGrpSpPr>
          <p:nvPr/>
        </p:nvGrpSpPr>
        <p:grpSpPr bwMode="auto">
          <a:xfrm>
            <a:off x="7058525" y="3819921"/>
            <a:ext cx="261938" cy="106362"/>
            <a:chOff x="4954650" y="1768120"/>
            <a:chExt cx="580555" cy="106718"/>
          </a:xfrm>
        </p:grpSpPr>
        <p:cxnSp>
          <p:nvCxnSpPr>
            <p:cNvPr id="261" name="直接连接符 260">
              <a:extLst>
                <a:ext uri="{FF2B5EF4-FFF2-40B4-BE49-F238E27FC236}">
                  <a16:creationId xmlns:a16="http://schemas.microsoft.com/office/drawing/2014/main" xmlns="" id="{330E88BB-5A55-415B-9403-C9660D227DEE}"/>
                </a:ext>
              </a:extLst>
            </p:cNvPr>
            <p:cNvCxnSpPr/>
            <p:nvPr/>
          </p:nvCxnSpPr>
          <p:spPr>
            <a:xfrm>
              <a:off x="4954650" y="1768120"/>
              <a:ext cx="577035" cy="15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xmlns="" id="{383C211D-3D06-4E18-AC5D-47399C11B910}"/>
                </a:ext>
              </a:extLst>
            </p:cNvPr>
            <p:cNvCxnSpPr/>
            <p:nvPr/>
          </p:nvCxnSpPr>
          <p:spPr>
            <a:xfrm>
              <a:off x="4958170" y="1873246"/>
              <a:ext cx="577035" cy="15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3" name="组合 321">
            <a:extLst>
              <a:ext uri="{FF2B5EF4-FFF2-40B4-BE49-F238E27FC236}">
                <a16:creationId xmlns:a16="http://schemas.microsoft.com/office/drawing/2014/main" xmlns="" id="{E39B8734-F5FD-4876-8F8D-E032AF0F13F2}"/>
              </a:ext>
            </a:extLst>
          </p:cNvPr>
          <p:cNvGrpSpPr>
            <a:grpSpLocks/>
          </p:cNvGrpSpPr>
          <p:nvPr/>
        </p:nvGrpSpPr>
        <p:grpSpPr bwMode="auto">
          <a:xfrm>
            <a:off x="7058525" y="2799158"/>
            <a:ext cx="261938" cy="106363"/>
            <a:chOff x="4954650" y="1768120"/>
            <a:chExt cx="580555" cy="106718"/>
          </a:xfrm>
        </p:grpSpPr>
        <p:cxnSp>
          <p:nvCxnSpPr>
            <p:cNvPr id="264" name="直接连接符 263">
              <a:extLst>
                <a:ext uri="{FF2B5EF4-FFF2-40B4-BE49-F238E27FC236}">
                  <a16:creationId xmlns:a16="http://schemas.microsoft.com/office/drawing/2014/main" xmlns="" id="{01DD045F-A09F-4F9A-A92A-523C33780070}"/>
                </a:ext>
              </a:extLst>
            </p:cNvPr>
            <p:cNvCxnSpPr/>
            <p:nvPr/>
          </p:nvCxnSpPr>
          <p:spPr>
            <a:xfrm>
              <a:off x="4954650" y="1768120"/>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直接连接符 264">
              <a:extLst>
                <a:ext uri="{FF2B5EF4-FFF2-40B4-BE49-F238E27FC236}">
                  <a16:creationId xmlns:a16="http://schemas.microsoft.com/office/drawing/2014/main" xmlns="" id="{394DD232-515C-4C41-BB6E-8EF5682B85DF}"/>
                </a:ext>
              </a:extLst>
            </p:cNvPr>
            <p:cNvCxnSpPr/>
            <p:nvPr/>
          </p:nvCxnSpPr>
          <p:spPr>
            <a:xfrm>
              <a:off x="4958170" y="1873245"/>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6" name="组合 324">
            <a:extLst>
              <a:ext uri="{FF2B5EF4-FFF2-40B4-BE49-F238E27FC236}">
                <a16:creationId xmlns:a16="http://schemas.microsoft.com/office/drawing/2014/main" xmlns="" id="{0DB12C01-0BEC-4718-9E5D-8587F54E0790}"/>
              </a:ext>
            </a:extLst>
          </p:cNvPr>
          <p:cNvGrpSpPr>
            <a:grpSpLocks/>
          </p:cNvGrpSpPr>
          <p:nvPr/>
        </p:nvGrpSpPr>
        <p:grpSpPr bwMode="auto">
          <a:xfrm>
            <a:off x="10925675" y="2799158"/>
            <a:ext cx="261938" cy="106363"/>
            <a:chOff x="4954650" y="1768120"/>
            <a:chExt cx="580555" cy="106718"/>
          </a:xfrm>
        </p:grpSpPr>
        <p:cxnSp>
          <p:nvCxnSpPr>
            <p:cNvPr id="267" name="直接连接符 266">
              <a:extLst>
                <a:ext uri="{FF2B5EF4-FFF2-40B4-BE49-F238E27FC236}">
                  <a16:creationId xmlns:a16="http://schemas.microsoft.com/office/drawing/2014/main" xmlns="" id="{5B1D02F3-C7AC-4A50-82C3-7A4BA0FBD331}"/>
                </a:ext>
              </a:extLst>
            </p:cNvPr>
            <p:cNvCxnSpPr/>
            <p:nvPr/>
          </p:nvCxnSpPr>
          <p:spPr>
            <a:xfrm>
              <a:off x="4954650" y="1768120"/>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直接连接符 267">
              <a:extLst>
                <a:ext uri="{FF2B5EF4-FFF2-40B4-BE49-F238E27FC236}">
                  <a16:creationId xmlns:a16="http://schemas.microsoft.com/office/drawing/2014/main" xmlns="" id="{0F385CBC-EB93-4E76-A38B-9AC6DD7A9C2C}"/>
                </a:ext>
              </a:extLst>
            </p:cNvPr>
            <p:cNvCxnSpPr/>
            <p:nvPr/>
          </p:nvCxnSpPr>
          <p:spPr>
            <a:xfrm>
              <a:off x="4958170" y="1873245"/>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9" name="组合 327">
            <a:extLst>
              <a:ext uri="{FF2B5EF4-FFF2-40B4-BE49-F238E27FC236}">
                <a16:creationId xmlns:a16="http://schemas.microsoft.com/office/drawing/2014/main" xmlns="" id="{610DB2F7-D7DB-484B-BE26-5AAD0D4174EA}"/>
              </a:ext>
            </a:extLst>
          </p:cNvPr>
          <p:cNvGrpSpPr>
            <a:grpSpLocks/>
          </p:cNvGrpSpPr>
          <p:nvPr/>
        </p:nvGrpSpPr>
        <p:grpSpPr bwMode="auto">
          <a:xfrm>
            <a:off x="10925675" y="3819921"/>
            <a:ext cx="261938" cy="106362"/>
            <a:chOff x="4954650" y="1768120"/>
            <a:chExt cx="580555" cy="106718"/>
          </a:xfrm>
        </p:grpSpPr>
        <p:cxnSp>
          <p:nvCxnSpPr>
            <p:cNvPr id="270" name="直接连接符 269">
              <a:extLst>
                <a:ext uri="{FF2B5EF4-FFF2-40B4-BE49-F238E27FC236}">
                  <a16:creationId xmlns:a16="http://schemas.microsoft.com/office/drawing/2014/main" xmlns="" id="{9D6AB3F1-A786-4640-AFCE-56E9FEC36F85}"/>
                </a:ext>
              </a:extLst>
            </p:cNvPr>
            <p:cNvCxnSpPr/>
            <p:nvPr/>
          </p:nvCxnSpPr>
          <p:spPr>
            <a:xfrm>
              <a:off x="4954650" y="1768120"/>
              <a:ext cx="577035" cy="15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直接连接符 270">
              <a:extLst>
                <a:ext uri="{FF2B5EF4-FFF2-40B4-BE49-F238E27FC236}">
                  <a16:creationId xmlns:a16="http://schemas.microsoft.com/office/drawing/2014/main" xmlns="" id="{1D695E6D-A987-45F7-81C2-5D0AADB55D31}"/>
                </a:ext>
              </a:extLst>
            </p:cNvPr>
            <p:cNvCxnSpPr/>
            <p:nvPr/>
          </p:nvCxnSpPr>
          <p:spPr>
            <a:xfrm>
              <a:off x="4958170" y="1873246"/>
              <a:ext cx="577035" cy="159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2" name="组合 330">
            <a:extLst>
              <a:ext uri="{FF2B5EF4-FFF2-40B4-BE49-F238E27FC236}">
                <a16:creationId xmlns:a16="http://schemas.microsoft.com/office/drawing/2014/main" xmlns="" id="{8800546C-A4F0-4C79-8194-154B98C62409}"/>
              </a:ext>
            </a:extLst>
          </p:cNvPr>
          <p:cNvGrpSpPr>
            <a:grpSpLocks/>
          </p:cNvGrpSpPr>
          <p:nvPr/>
        </p:nvGrpSpPr>
        <p:grpSpPr bwMode="auto">
          <a:xfrm>
            <a:off x="10925675" y="4932758"/>
            <a:ext cx="261938" cy="106363"/>
            <a:chOff x="4954650" y="1768120"/>
            <a:chExt cx="580555" cy="106718"/>
          </a:xfrm>
        </p:grpSpPr>
        <p:cxnSp>
          <p:nvCxnSpPr>
            <p:cNvPr id="273" name="直接连接符 272">
              <a:extLst>
                <a:ext uri="{FF2B5EF4-FFF2-40B4-BE49-F238E27FC236}">
                  <a16:creationId xmlns:a16="http://schemas.microsoft.com/office/drawing/2014/main" xmlns="" id="{F4922CB1-7C4C-4C33-824F-D537BAD95F38}"/>
                </a:ext>
              </a:extLst>
            </p:cNvPr>
            <p:cNvCxnSpPr/>
            <p:nvPr/>
          </p:nvCxnSpPr>
          <p:spPr>
            <a:xfrm>
              <a:off x="4954650" y="1768120"/>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4" name="直接连接符 273">
              <a:extLst>
                <a:ext uri="{FF2B5EF4-FFF2-40B4-BE49-F238E27FC236}">
                  <a16:creationId xmlns:a16="http://schemas.microsoft.com/office/drawing/2014/main" xmlns="" id="{025C17B6-8D5B-4C5B-9DD4-14C3159074CC}"/>
                </a:ext>
              </a:extLst>
            </p:cNvPr>
            <p:cNvCxnSpPr/>
            <p:nvPr/>
          </p:nvCxnSpPr>
          <p:spPr>
            <a:xfrm>
              <a:off x="4958170" y="1873245"/>
              <a:ext cx="577035"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5" name="组合 333">
            <a:extLst>
              <a:ext uri="{FF2B5EF4-FFF2-40B4-BE49-F238E27FC236}">
                <a16:creationId xmlns:a16="http://schemas.microsoft.com/office/drawing/2014/main" xmlns="" id="{9FDD7BA5-019B-45F3-8E52-ECD7BEB83777}"/>
              </a:ext>
            </a:extLst>
          </p:cNvPr>
          <p:cNvGrpSpPr>
            <a:grpSpLocks/>
          </p:cNvGrpSpPr>
          <p:nvPr/>
        </p:nvGrpSpPr>
        <p:grpSpPr bwMode="auto">
          <a:xfrm>
            <a:off x="10946313" y="5955108"/>
            <a:ext cx="261937" cy="106363"/>
            <a:chOff x="4954650" y="1768120"/>
            <a:chExt cx="580555" cy="106718"/>
          </a:xfrm>
        </p:grpSpPr>
        <p:cxnSp>
          <p:nvCxnSpPr>
            <p:cNvPr id="276" name="直接连接符 275">
              <a:extLst>
                <a:ext uri="{FF2B5EF4-FFF2-40B4-BE49-F238E27FC236}">
                  <a16:creationId xmlns:a16="http://schemas.microsoft.com/office/drawing/2014/main" xmlns="" id="{11CC6DD9-8932-471F-ACEE-F69A81DD8D76}"/>
                </a:ext>
              </a:extLst>
            </p:cNvPr>
            <p:cNvCxnSpPr/>
            <p:nvPr/>
          </p:nvCxnSpPr>
          <p:spPr>
            <a:xfrm>
              <a:off x="4954650" y="1768120"/>
              <a:ext cx="577038"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直接连接符 276">
              <a:extLst>
                <a:ext uri="{FF2B5EF4-FFF2-40B4-BE49-F238E27FC236}">
                  <a16:creationId xmlns:a16="http://schemas.microsoft.com/office/drawing/2014/main" xmlns="" id="{5E4E13F4-6F71-48B6-87AF-85E4C59147DE}"/>
                </a:ext>
              </a:extLst>
            </p:cNvPr>
            <p:cNvCxnSpPr/>
            <p:nvPr/>
          </p:nvCxnSpPr>
          <p:spPr>
            <a:xfrm>
              <a:off x="4958167" y="1873245"/>
              <a:ext cx="577038" cy="15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8" name="Oval 259">
            <a:extLst>
              <a:ext uri="{FF2B5EF4-FFF2-40B4-BE49-F238E27FC236}">
                <a16:creationId xmlns:a16="http://schemas.microsoft.com/office/drawing/2014/main" xmlns="" id="{5AA190C8-FBB0-46DA-B835-55F7350D0C6C}"/>
              </a:ext>
            </a:extLst>
          </p:cNvPr>
          <p:cNvSpPr>
            <a:spLocks noChangeAspect="1" noChangeArrowheads="1"/>
          </p:cNvSpPr>
          <p:nvPr/>
        </p:nvSpPr>
        <p:spPr bwMode="auto">
          <a:xfrm flipH="1" flipV="1">
            <a:off x="8025313" y="3859608"/>
            <a:ext cx="161925" cy="161925"/>
          </a:xfrm>
          <a:prstGeom prst="ellipse">
            <a:avLst/>
          </a:prstGeom>
          <a:solidFill>
            <a:srgbClr val="FF33CC"/>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279" name="Oval 259">
            <a:extLst>
              <a:ext uri="{FF2B5EF4-FFF2-40B4-BE49-F238E27FC236}">
                <a16:creationId xmlns:a16="http://schemas.microsoft.com/office/drawing/2014/main" xmlns="" id="{F082EE89-0E07-4CF8-AD6D-A407A02137D2}"/>
              </a:ext>
            </a:extLst>
          </p:cNvPr>
          <p:cNvSpPr>
            <a:spLocks noChangeAspect="1" noChangeArrowheads="1"/>
          </p:cNvSpPr>
          <p:nvPr/>
        </p:nvSpPr>
        <p:spPr bwMode="auto">
          <a:xfrm flipH="1" flipV="1">
            <a:off x="10571663" y="5448696"/>
            <a:ext cx="161925" cy="161925"/>
          </a:xfrm>
          <a:prstGeom prst="ellipse">
            <a:avLst/>
          </a:prstGeom>
          <a:solidFill>
            <a:srgbClr val="FF33CC"/>
          </a:solidFill>
          <a:ln w="9525">
            <a:noFill/>
            <a:round/>
            <a:headEnd/>
            <a:tailEnd/>
          </a:ln>
        </p:spPr>
        <p:txBody>
          <a:bodyPr rot="10800000"/>
          <a:lstStyle/>
          <a:p>
            <a:pPr defTabSz="914400"/>
            <a:endParaRPr lang="zh-CN" altLang="en-US" sz="2800" b="1">
              <a:latin typeface="楷体_GB2312" pitchFamily="49" charset="-122"/>
              <a:ea typeface="楷体_GB2312" pitchFamily="49" charset="-122"/>
            </a:endParaRPr>
          </a:p>
        </p:txBody>
      </p:sp>
      <p:sp>
        <p:nvSpPr>
          <p:cNvPr id="280" name="TextBox 339">
            <a:extLst>
              <a:ext uri="{FF2B5EF4-FFF2-40B4-BE49-F238E27FC236}">
                <a16:creationId xmlns:a16="http://schemas.microsoft.com/office/drawing/2014/main" xmlns="" id="{0E01A6B7-745A-4D4A-B29C-54C2D1C93A76}"/>
              </a:ext>
            </a:extLst>
          </p:cNvPr>
          <p:cNvSpPr txBox="1">
            <a:spLocks noChangeArrowheads="1"/>
          </p:cNvSpPr>
          <p:nvPr/>
        </p:nvSpPr>
        <p:spPr bwMode="auto">
          <a:xfrm>
            <a:off x="10952911" y="4239019"/>
            <a:ext cx="1193800" cy="365125"/>
          </a:xfrm>
          <a:prstGeom prst="rect">
            <a:avLst/>
          </a:prstGeom>
          <a:noFill/>
          <a:ln w="9525">
            <a:noFill/>
            <a:miter lim="800000"/>
            <a:headEnd/>
            <a:tailEnd/>
          </a:ln>
        </p:spPr>
        <p:txBody>
          <a:bodyPr lIns="0" tIns="0" rIns="0" bIns="0">
            <a:spAutoFit/>
          </a:bodyPr>
          <a:lstStyle/>
          <a:p>
            <a:pPr defTabSz="914400"/>
            <a:r>
              <a:rPr lang="en-US" altLang="zh-CN" sz="2400" b="1" dirty="0">
                <a:solidFill>
                  <a:srgbClr val="0000FF"/>
                </a:solidFill>
                <a:latin typeface="Times New Roman" pitchFamily="18" charset="0"/>
                <a:ea typeface="楷体_GB2312" pitchFamily="49" charset="-122"/>
                <a:cs typeface="Times New Roman" pitchFamily="18" charset="0"/>
              </a:rPr>
              <a:t>Electron</a:t>
            </a:r>
            <a:endParaRPr lang="zh-CN" altLang="en-US" sz="2400" b="1" dirty="0">
              <a:solidFill>
                <a:srgbClr val="0000FF"/>
              </a:solidFill>
              <a:latin typeface="Times New Roman" pitchFamily="18" charset="0"/>
              <a:ea typeface="楷体_GB2312" pitchFamily="49" charset="-122"/>
              <a:cs typeface="Times New Roman" pitchFamily="18" charset="0"/>
            </a:endParaRPr>
          </a:p>
        </p:txBody>
      </p:sp>
      <p:sp>
        <p:nvSpPr>
          <p:cNvPr id="281" name="TextBox 340">
            <a:extLst>
              <a:ext uri="{FF2B5EF4-FFF2-40B4-BE49-F238E27FC236}">
                <a16:creationId xmlns:a16="http://schemas.microsoft.com/office/drawing/2014/main" xmlns="" id="{ADFAC2DB-A795-4C8C-9C22-714CF250D7FE}"/>
              </a:ext>
            </a:extLst>
          </p:cNvPr>
          <p:cNvSpPr txBox="1">
            <a:spLocks noChangeArrowheads="1"/>
          </p:cNvSpPr>
          <p:nvPr/>
        </p:nvSpPr>
        <p:spPr bwMode="auto">
          <a:xfrm>
            <a:off x="8807950" y="1821258"/>
            <a:ext cx="869950" cy="365125"/>
          </a:xfrm>
          <a:prstGeom prst="rect">
            <a:avLst/>
          </a:prstGeom>
          <a:noFill/>
          <a:ln w="9525">
            <a:noFill/>
            <a:miter lim="800000"/>
            <a:headEnd/>
            <a:tailEnd/>
          </a:ln>
        </p:spPr>
        <p:txBody>
          <a:bodyPr lIns="0" tIns="0" rIns="0" bIns="0">
            <a:spAutoFit/>
          </a:bodyPr>
          <a:lstStyle/>
          <a:p>
            <a:pPr defTabSz="914400"/>
            <a:r>
              <a:rPr lang="en-US" altLang="zh-CN" sz="2400" b="1">
                <a:solidFill>
                  <a:srgbClr val="FF00FF"/>
                </a:solidFill>
                <a:latin typeface="Times New Roman" pitchFamily="18" charset="0"/>
                <a:ea typeface="楷体_GB2312" pitchFamily="49" charset="-122"/>
                <a:cs typeface="Times New Roman" pitchFamily="18" charset="0"/>
              </a:rPr>
              <a:t>Hole</a:t>
            </a:r>
            <a:endParaRPr lang="zh-CN" altLang="en-US" sz="2400" b="1">
              <a:solidFill>
                <a:srgbClr val="FF00FF"/>
              </a:solidFill>
              <a:latin typeface="Times New Roman" pitchFamily="18" charset="0"/>
              <a:ea typeface="楷体_GB2312" pitchFamily="49" charset="-122"/>
              <a:cs typeface="Times New Roman" pitchFamily="18" charset="0"/>
            </a:endParaRPr>
          </a:p>
        </p:txBody>
      </p:sp>
      <p:cxnSp>
        <p:nvCxnSpPr>
          <p:cNvPr id="282" name="直接箭头连接符 281">
            <a:extLst>
              <a:ext uri="{FF2B5EF4-FFF2-40B4-BE49-F238E27FC236}">
                <a16:creationId xmlns:a16="http://schemas.microsoft.com/office/drawing/2014/main" xmlns="" id="{87D23777-704F-46D6-B233-EDF21992BBDB}"/>
              </a:ext>
            </a:extLst>
          </p:cNvPr>
          <p:cNvCxnSpPr>
            <a:endCxn id="278" idx="3"/>
          </p:cNvCxnSpPr>
          <p:nvPr/>
        </p:nvCxnSpPr>
        <p:spPr>
          <a:xfrm rot="5400000">
            <a:off x="7710988" y="2651520"/>
            <a:ext cx="1682750" cy="777875"/>
          </a:xfrm>
          <a:prstGeom prst="straightConnector1">
            <a:avLst/>
          </a:prstGeom>
          <a:ln w="25400">
            <a:solidFill>
              <a:srgbClr val="FF00FF"/>
            </a:solidFill>
            <a:tailEnd type="stealth" w="sm" len="lg"/>
          </a:ln>
        </p:spPr>
        <p:style>
          <a:lnRef idx="1">
            <a:schemeClr val="accent1"/>
          </a:lnRef>
          <a:fillRef idx="0">
            <a:schemeClr val="accent1"/>
          </a:fillRef>
          <a:effectRef idx="0">
            <a:schemeClr val="accent1"/>
          </a:effectRef>
          <a:fontRef idx="minor">
            <a:schemeClr val="tx1"/>
          </a:fontRef>
        </p:style>
      </p:cxnSp>
      <p:cxnSp>
        <p:nvCxnSpPr>
          <p:cNvPr id="283" name="直接箭头连接符 282">
            <a:extLst>
              <a:ext uri="{FF2B5EF4-FFF2-40B4-BE49-F238E27FC236}">
                <a16:creationId xmlns:a16="http://schemas.microsoft.com/office/drawing/2014/main" xmlns="" id="{A31E456C-7898-4600-A12A-353554884181}"/>
              </a:ext>
            </a:extLst>
          </p:cNvPr>
          <p:cNvCxnSpPr/>
          <p:nvPr/>
        </p:nvCxnSpPr>
        <p:spPr>
          <a:xfrm rot="16200000" flipH="1">
            <a:off x="8241213" y="3076970"/>
            <a:ext cx="3200400" cy="1400175"/>
          </a:xfrm>
          <a:prstGeom prst="straightConnector1">
            <a:avLst/>
          </a:prstGeom>
          <a:ln w="25400">
            <a:solidFill>
              <a:srgbClr val="FF00FF"/>
            </a:solidFill>
            <a:tailEnd type="stealth" w="sm" len="lg"/>
          </a:ln>
        </p:spPr>
        <p:style>
          <a:lnRef idx="1">
            <a:schemeClr val="accent1"/>
          </a:lnRef>
          <a:fillRef idx="0">
            <a:schemeClr val="accent1"/>
          </a:fillRef>
          <a:effectRef idx="0">
            <a:schemeClr val="accent1"/>
          </a:effectRef>
          <a:fontRef idx="minor">
            <a:schemeClr val="tx1"/>
          </a:fontRef>
        </p:style>
      </p:cxnSp>
      <p:cxnSp>
        <p:nvCxnSpPr>
          <p:cNvPr id="284" name="直接箭头连接符 283">
            <a:extLst>
              <a:ext uri="{FF2B5EF4-FFF2-40B4-BE49-F238E27FC236}">
                <a16:creationId xmlns:a16="http://schemas.microsoft.com/office/drawing/2014/main" xmlns="" id="{ABF2FAB0-ACBB-4698-ABE1-9233ACC1854C}"/>
              </a:ext>
            </a:extLst>
          </p:cNvPr>
          <p:cNvCxnSpPr/>
          <p:nvPr/>
        </p:nvCxnSpPr>
        <p:spPr>
          <a:xfrm rot="10800000">
            <a:off x="9341350" y="3377008"/>
            <a:ext cx="1511300" cy="889000"/>
          </a:xfrm>
          <a:prstGeom prst="straightConnector1">
            <a:avLst/>
          </a:prstGeom>
          <a:ln w="25400">
            <a:solidFill>
              <a:srgbClr val="0000FF"/>
            </a:solidFill>
            <a:tailEnd type="stealth" w="sm" len="lg"/>
          </a:ln>
        </p:spPr>
        <p:style>
          <a:lnRef idx="1">
            <a:schemeClr val="accent1"/>
          </a:lnRef>
          <a:fillRef idx="0">
            <a:schemeClr val="accent1"/>
          </a:fillRef>
          <a:effectRef idx="0">
            <a:schemeClr val="accent1"/>
          </a:effectRef>
          <a:fontRef idx="minor">
            <a:schemeClr val="tx1"/>
          </a:fontRef>
        </p:style>
      </p:cxnSp>
      <p:cxnSp>
        <p:nvCxnSpPr>
          <p:cNvPr id="285" name="直接箭头连接符 284">
            <a:extLst>
              <a:ext uri="{FF2B5EF4-FFF2-40B4-BE49-F238E27FC236}">
                <a16:creationId xmlns:a16="http://schemas.microsoft.com/office/drawing/2014/main" xmlns="" id="{3726CC4C-6831-4699-9B71-F961E6A3012C}"/>
              </a:ext>
            </a:extLst>
          </p:cNvPr>
          <p:cNvCxnSpPr/>
          <p:nvPr/>
        </p:nvCxnSpPr>
        <p:spPr>
          <a:xfrm rot="10800000" flipV="1">
            <a:off x="9252450" y="4577158"/>
            <a:ext cx="1778000" cy="889000"/>
          </a:xfrm>
          <a:prstGeom prst="straightConnector1">
            <a:avLst/>
          </a:prstGeom>
          <a:ln w="25400">
            <a:solidFill>
              <a:srgbClr val="0000FF"/>
            </a:solidFill>
            <a:tailEnd type="stealth" w="sm" len="lg"/>
          </a:ln>
        </p:spPr>
        <p:style>
          <a:lnRef idx="1">
            <a:schemeClr val="accent1"/>
          </a:lnRef>
          <a:fillRef idx="0">
            <a:schemeClr val="accent1"/>
          </a:fillRef>
          <a:effectRef idx="0">
            <a:schemeClr val="accent1"/>
          </a:effectRef>
          <a:fontRef idx="minor">
            <a:schemeClr val="tx1"/>
          </a:fontRef>
        </p:style>
      </p:cxnSp>
      <p:sp>
        <p:nvSpPr>
          <p:cNvPr id="286" name="矩形 285">
            <a:extLst>
              <a:ext uri="{FF2B5EF4-FFF2-40B4-BE49-F238E27FC236}">
                <a16:creationId xmlns:a16="http://schemas.microsoft.com/office/drawing/2014/main" xmlns="" id="{840103FF-3F32-4B33-9F86-57996081209B}"/>
              </a:ext>
            </a:extLst>
          </p:cNvPr>
          <p:cNvSpPr/>
          <p:nvPr/>
        </p:nvSpPr>
        <p:spPr>
          <a:xfrm>
            <a:off x="2436178" y="4916805"/>
            <a:ext cx="2711450" cy="1111250"/>
          </a:xfrm>
          <a:prstGeom prst="rect">
            <a:avLst/>
          </a:prstGeom>
          <a:solidFill>
            <a:schemeClr val="bg1"/>
          </a:solid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sp>
        <p:nvSpPr>
          <p:cNvPr id="287" name="矩形 286">
            <a:extLst>
              <a:ext uri="{FF2B5EF4-FFF2-40B4-BE49-F238E27FC236}">
                <a16:creationId xmlns:a16="http://schemas.microsoft.com/office/drawing/2014/main" xmlns="" id="{E351523F-9FFD-4277-B20E-1EC42C6AEBD5}"/>
              </a:ext>
            </a:extLst>
          </p:cNvPr>
          <p:cNvSpPr/>
          <p:nvPr/>
        </p:nvSpPr>
        <p:spPr>
          <a:xfrm>
            <a:off x="2431415" y="3005455"/>
            <a:ext cx="2711450" cy="1111250"/>
          </a:xfrm>
          <a:prstGeom prst="rect">
            <a:avLst/>
          </a:prstGeom>
          <a:solidFill>
            <a:schemeClr val="accent6">
              <a:lumMod val="60000"/>
              <a:lumOff val="40000"/>
            </a:schemeClr>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p>
        </p:txBody>
      </p:sp>
      <p:grpSp>
        <p:nvGrpSpPr>
          <p:cNvPr id="288" name="组合 370">
            <a:extLst>
              <a:ext uri="{FF2B5EF4-FFF2-40B4-BE49-F238E27FC236}">
                <a16:creationId xmlns:a16="http://schemas.microsoft.com/office/drawing/2014/main" xmlns="" id="{4C8475A6-A4C2-4D38-9E83-E1DAD47F754C}"/>
              </a:ext>
            </a:extLst>
          </p:cNvPr>
          <p:cNvGrpSpPr>
            <a:grpSpLocks/>
          </p:cNvGrpSpPr>
          <p:nvPr/>
        </p:nvGrpSpPr>
        <p:grpSpPr bwMode="auto">
          <a:xfrm>
            <a:off x="2525078" y="5021580"/>
            <a:ext cx="2489200" cy="96838"/>
            <a:chOff x="349251" y="4200310"/>
            <a:chExt cx="2489204" cy="96678"/>
          </a:xfrm>
        </p:grpSpPr>
        <p:sp>
          <p:nvSpPr>
            <p:cNvPr id="289" name="Oval 259">
              <a:extLst>
                <a:ext uri="{FF2B5EF4-FFF2-40B4-BE49-F238E27FC236}">
                  <a16:creationId xmlns:a16="http://schemas.microsoft.com/office/drawing/2014/main" xmlns="" id="{D117FB74-59FC-42C6-952B-C7E7670E95D4}"/>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0" name="Oval 259">
              <a:extLst>
                <a:ext uri="{FF2B5EF4-FFF2-40B4-BE49-F238E27FC236}">
                  <a16:creationId xmlns:a16="http://schemas.microsoft.com/office/drawing/2014/main" xmlns="" id="{098D4A27-6B54-4643-9DBC-99DB3F56CD07}"/>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1" name="Oval 259">
              <a:extLst>
                <a:ext uri="{FF2B5EF4-FFF2-40B4-BE49-F238E27FC236}">
                  <a16:creationId xmlns:a16="http://schemas.microsoft.com/office/drawing/2014/main" xmlns="" id="{C1553B48-98BE-439D-9E86-99DAFDF61F3B}"/>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2" name="Oval 259">
              <a:extLst>
                <a:ext uri="{FF2B5EF4-FFF2-40B4-BE49-F238E27FC236}">
                  <a16:creationId xmlns:a16="http://schemas.microsoft.com/office/drawing/2014/main" xmlns="" id="{D1CA29E2-9BDE-4D27-BB61-B563417907C2}"/>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3" name="Oval 259">
              <a:extLst>
                <a:ext uri="{FF2B5EF4-FFF2-40B4-BE49-F238E27FC236}">
                  <a16:creationId xmlns:a16="http://schemas.microsoft.com/office/drawing/2014/main" xmlns="" id="{99BE6CD4-A34B-4B73-B678-893DBE31F8E8}"/>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4" name="Oval 259">
              <a:extLst>
                <a:ext uri="{FF2B5EF4-FFF2-40B4-BE49-F238E27FC236}">
                  <a16:creationId xmlns:a16="http://schemas.microsoft.com/office/drawing/2014/main" xmlns="" id="{212AB6F3-80EB-4529-9C09-D3B91BA534B7}"/>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5" name="Oval 259">
              <a:extLst>
                <a:ext uri="{FF2B5EF4-FFF2-40B4-BE49-F238E27FC236}">
                  <a16:creationId xmlns:a16="http://schemas.microsoft.com/office/drawing/2014/main" xmlns="" id="{515A32D7-5EB1-4F8E-996F-6F7A6AE8F016}"/>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6" name="Oval 259">
              <a:extLst>
                <a:ext uri="{FF2B5EF4-FFF2-40B4-BE49-F238E27FC236}">
                  <a16:creationId xmlns:a16="http://schemas.microsoft.com/office/drawing/2014/main" xmlns="" id="{4162D0F3-36A7-4A2C-99A7-969464DEDCE2}"/>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7" name="Oval 259">
              <a:extLst>
                <a:ext uri="{FF2B5EF4-FFF2-40B4-BE49-F238E27FC236}">
                  <a16:creationId xmlns:a16="http://schemas.microsoft.com/office/drawing/2014/main" xmlns="" id="{C33868F5-4CA3-4F9A-81A1-7A22F58FC2B2}"/>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8" name="Oval 259">
              <a:extLst>
                <a:ext uri="{FF2B5EF4-FFF2-40B4-BE49-F238E27FC236}">
                  <a16:creationId xmlns:a16="http://schemas.microsoft.com/office/drawing/2014/main" xmlns="" id="{F14953FB-8B31-412F-89F9-35296511C423}"/>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299" name="Oval 259">
              <a:extLst>
                <a:ext uri="{FF2B5EF4-FFF2-40B4-BE49-F238E27FC236}">
                  <a16:creationId xmlns:a16="http://schemas.microsoft.com/office/drawing/2014/main" xmlns="" id="{FD5FA534-1ACE-4483-869E-A50543AD8E62}"/>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00" name="Oval 259">
              <a:extLst>
                <a:ext uri="{FF2B5EF4-FFF2-40B4-BE49-F238E27FC236}">
                  <a16:creationId xmlns:a16="http://schemas.microsoft.com/office/drawing/2014/main" xmlns="" id="{0AC353C6-522E-4A67-8054-FBB835A539E5}"/>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301" name="组合 371">
            <a:extLst>
              <a:ext uri="{FF2B5EF4-FFF2-40B4-BE49-F238E27FC236}">
                <a16:creationId xmlns:a16="http://schemas.microsoft.com/office/drawing/2014/main" xmlns="" id="{BBA09028-2752-4C6E-9E45-8BADA26D441C}"/>
              </a:ext>
            </a:extLst>
          </p:cNvPr>
          <p:cNvGrpSpPr>
            <a:grpSpLocks/>
          </p:cNvGrpSpPr>
          <p:nvPr/>
        </p:nvGrpSpPr>
        <p:grpSpPr bwMode="auto">
          <a:xfrm>
            <a:off x="2525078" y="5139055"/>
            <a:ext cx="2489200" cy="96838"/>
            <a:chOff x="349251" y="4200310"/>
            <a:chExt cx="2489204" cy="96678"/>
          </a:xfrm>
        </p:grpSpPr>
        <p:sp>
          <p:nvSpPr>
            <p:cNvPr id="302" name="Oval 259">
              <a:extLst>
                <a:ext uri="{FF2B5EF4-FFF2-40B4-BE49-F238E27FC236}">
                  <a16:creationId xmlns:a16="http://schemas.microsoft.com/office/drawing/2014/main" xmlns="" id="{A1D3CA3E-160B-44E2-B787-3DCD3E818FC0}"/>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03" name="Oval 259">
              <a:extLst>
                <a:ext uri="{FF2B5EF4-FFF2-40B4-BE49-F238E27FC236}">
                  <a16:creationId xmlns:a16="http://schemas.microsoft.com/office/drawing/2014/main" xmlns="" id="{DA9DF484-9F97-4925-8643-EE4F1802B6D5}"/>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04" name="Oval 259">
              <a:extLst>
                <a:ext uri="{FF2B5EF4-FFF2-40B4-BE49-F238E27FC236}">
                  <a16:creationId xmlns:a16="http://schemas.microsoft.com/office/drawing/2014/main" xmlns="" id="{923E299F-25E4-47D5-B5F1-3134B8917B00}"/>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05" name="Oval 259">
              <a:extLst>
                <a:ext uri="{FF2B5EF4-FFF2-40B4-BE49-F238E27FC236}">
                  <a16:creationId xmlns:a16="http://schemas.microsoft.com/office/drawing/2014/main" xmlns="" id="{28D861C1-C571-4657-88B0-0E51AB9F395F}"/>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06" name="Oval 259">
              <a:extLst>
                <a:ext uri="{FF2B5EF4-FFF2-40B4-BE49-F238E27FC236}">
                  <a16:creationId xmlns:a16="http://schemas.microsoft.com/office/drawing/2014/main" xmlns="" id="{1E489F83-97C2-4AB6-8FB2-F529E2437279}"/>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07" name="Oval 259">
              <a:extLst>
                <a:ext uri="{FF2B5EF4-FFF2-40B4-BE49-F238E27FC236}">
                  <a16:creationId xmlns:a16="http://schemas.microsoft.com/office/drawing/2014/main" xmlns="" id="{CCB87DA5-2FC8-4063-BE24-10410B918EEF}"/>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08" name="Oval 259">
              <a:extLst>
                <a:ext uri="{FF2B5EF4-FFF2-40B4-BE49-F238E27FC236}">
                  <a16:creationId xmlns:a16="http://schemas.microsoft.com/office/drawing/2014/main" xmlns="" id="{F140BCE4-B922-4038-A29A-D98DBB8F3B6E}"/>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09" name="Oval 259">
              <a:extLst>
                <a:ext uri="{FF2B5EF4-FFF2-40B4-BE49-F238E27FC236}">
                  <a16:creationId xmlns:a16="http://schemas.microsoft.com/office/drawing/2014/main" xmlns="" id="{CE857137-6B49-4972-8D9E-A6428D7ED037}"/>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10" name="Oval 259">
              <a:extLst>
                <a:ext uri="{FF2B5EF4-FFF2-40B4-BE49-F238E27FC236}">
                  <a16:creationId xmlns:a16="http://schemas.microsoft.com/office/drawing/2014/main" xmlns="" id="{00343381-4A83-4C40-93E6-68EE4CF8F6D9}"/>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11" name="Oval 259">
              <a:extLst>
                <a:ext uri="{FF2B5EF4-FFF2-40B4-BE49-F238E27FC236}">
                  <a16:creationId xmlns:a16="http://schemas.microsoft.com/office/drawing/2014/main" xmlns="" id="{2E1A88F2-4CC4-463C-ABF0-9EB9983F1129}"/>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12" name="Oval 259">
              <a:extLst>
                <a:ext uri="{FF2B5EF4-FFF2-40B4-BE49-F238E27FC236}">
                  <a16:creationId xmlns:a16="http://schemas.microsoft.com/office/drawing/2014/main" xmlns="" id="{207A43A1-13DA-425E-8D7E-3246F3B21E28}"/>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13" name="Oval 259">
              <a:extLst>
                <a:ext uri="{FF2B5EF4-FFF2-40B4-BE49-F238E27FC236}">
                  <a16:creationId xmlns:a16="http://schemas.microsoft.com/office/drawing/2014/main" xmlns="" id="{2A73EC6A-816C-4617-A968-DF620120754E}"/>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314" name="组合 384">
            <a:extLst>
              <a:ext uri="{FF2B5EF4-FFF2-40B4-BE49-F238E27FC236}">
                <a16:creationId xmlns:a16="http://schemas.microsoft.com/office/drawing/2014/main" xmlns="" id="{727A6356-9219-4686-9154-245E6EA38FE6}"/>
              </a:ext>
            </a:extLst>
          </p:cNvPr>
          <p:cNvGrpSpPr>
            <a:grpSpLocks/>
          </p:cNvGrpSpPr>
          <p:nvPr/>
        </p:nvGrpSpPr>
        <p:grpSpPr bwMode="auto">
          <a:xfrm>
            <a:off x="2525078" y="5264468"/>
            <a:ext cx="2489200" cy="96837"/>
            <a:chOff x="349251" y="4200310"/>
            <a:chExt cx="2489204" cy="96678"/>
          </a:xfrm>
        </p:grpSpPr>
        <p:sp>
          <p:nvSpPr>
            <p:cNvPr id="315" name="Oval 259">
              <a:extLst>
                <a:ext uri="{FF2B5EF4-FFF2-40B4-BE49-F238E27FC236}">
                  <a16:creationId xmlns:a16="http://schemas.microsoft.com/office/drawing/2014/main" xmlns="" id="{9658AB03-D0D6-4A8A-A234-A0BED452F3DF}"/>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16" name="Oval 259">
              <a:extLst>
                <a:ext uri="{FF2B5EF4-FFF2-40B4-BE49-F238E27FC236}">
                  <a16:creationId xmlns:a16="http://schemas.microsoft.com/office/drawing/2014/main" xmlns="" id="{FBDB395D-4628-47D1-9587-248E5527A92A}"/>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17" name="Oval 259">
              <a:extLst>
                <a:ext uri="{FF2B5EF4-FFF2-40B4-BE49-F238E27FC236}">
                  <a16:creationId xmlns:a16="http://schemas.microsoft.com/office/drawing/2014/main" xmlns="" id="{7AC6C3BC-BF4A-4D9F-87E2-D88ACE5B338B}"/>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18" name="Oval 259">
              <a:extLst>
                <a:ext uri="{FF2B5EF4-FFF2-40B4-BE49-F238E27FC236}">
                  <a16:creationId xmlns:a16="http://schemas.microsoft.com/office/drawing/2014/main" xmlns="" id="{93CF3F89-E980-4654-B0C4-189157B8B80A}"/>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19" name="Oval 259">
              <a:extLst>
                <a:ext uri="{FF2B5EF4-FFF2-40B4-BE49-F238E27FC236}">
                  <a16:creationId xmlns:a16="http://schemas.microsoft.com/office/drawing/2014/main" xmlns="" id="{449DF37D-5970-4A94-B42F-EE861DA0D68F}"/>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20" name="Oval 259">
              <a:extLst>
                <a:ext uri="{FF2B5EF4-FFF2-40B4-BE49-F238E27FC236}">
                  <a16:creationId xmlns:a16="http://schemas.microsoft.com/office/drawing/2014/main" xmlns="" id="{E4D51741-724E-49A9-B0A5-EF80F339207C}"/>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21" name="Oval 259">
              <a:extLst>
                <a:ext uri="{FF2B5EF4-FFF2-40B4-BE49-F238E27FC236}">
                  <a16:creationId xmlns:a16="http://schemas.microsoft.com/office/drawing/2014/main" xmlns="" id="{97776562-B1A8-4A13-8509-50FC42445728}"/>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22" name="Oval 259">
              <a:extLst>
                <a:ext uri="{FF2B5EF4-FFF2-40B4-BE49-F238E27FC236}">
                  <a16:creationId xmlns:a16="http://schemas.microsoft.com/office/drawing/2014/main" xmlns="" id="{3678C2B6-9013-4CE6-ABA0-CF496A681CD8}"/>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23" name="Oval 259">
              <a:extLst>
                <a:ext uri="{FF2B5EF4-FFF2-40B4-BE49-F238E27FC236}">
                  <a16:creationId xmlns:a16="http://schemas.microsoft.com/office/drawing/2014/main" xmlns="" id="{85B64DCA-1FD9-471F-878E-6DBA1C8BCB42}"/>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24" name="Oval 259">
              <a:extLst>
                <a:ext uri="{FF2B5EF4-FFF2-40B4-BE49-F238E27FC236}">
                  <a16:creationId xmlns:a16="http://schemas.microsoft.com/office/drawing/2014/main" xmlns="" id="{2297F15C-4D96-4C83-9BB0-DEA4D8979FF3}"/>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25" name="Oval 259">
              <a:extLst>
                <a:ext uri="{FF2B5EF4-FFF2-40B4-BE49-F238E27FC236}">
                  <a16:creationId xmlns:a16="http://schemas.microsoft.com/office/drawing/2014/main" xmlns="" id="{322C96B2-A7D1-4F89-985B-E44E1BBC7192}"/>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26" name="Oval 259">
              <a:extLst>
                <a:ext uri="{FF2B5EF4-FFF2-40B4-BE49-F238E27FC236}">
                  <a16:creationId xmlns:a16="http://schemas.microsoft.com/office/drawing/2014/main" xmlns="" id="{944254DF-F289-4D05-8899-2D923BF96681}"/>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327" name="组合 397">
            <a:extLst>
              <a:ext uri="{FF2B5EF4-FFF2-40B4-BE49-F238E27FC236}">
                <a16:creationId xmlns:a16="http://schemas.microsoft.com/office/drawing/2014/main" xmlns="" id="{2E7DD4B1-1C06-41A0-B456-B0EAD41746F3}"/>
              </a:ext>
            </a:extLst>
          </p:cNvPr>
          <p:cNvGrpSpPr>
            <a:grpSpLocks/>
          </p:cNvGrpSpPr>
          <p:nvPr/>
        </p:nvGrpSpPr>
        <p:grpSpPr bwMode="auto">
          <a:xfrm>
            <a:off x="2525078" y="5397818"/>
            <a:ext cx="2489200" cy="96837"/>
            <a:chOff x="349251" y="4200310"/>
            <a:chExt cx="2489204" cy="96678"/>
          </a:xfrm>
        </p:grpSpPr>
        <p:sp>
          <p:nvSpPr>
            <p:cNvPr id="328" name="Oval 259">
              <a:extLst>
                <a:ext uri="{FF2B5EF4-FFF2-40B4-BE49-F238E27FC236}">
                  <a16:creationId xmlns:a16="http://schemas.microsoft.com/office/drawing/2014/main" xmlns="" id="{1B887B4F-75E5-4443-9257-8E17CC504B8C}"/>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29" name="Oval 259">
              <a:extLst>
                <a:ext uri="{FF2B5EF4-FFF2-40B4-BE49-F238E27FC236}">
                  <a16:creationId xmlns:a16="http://schemas.microsoft.com/office/drawing/2014/main" xmlns="" id="{BBFE40BD-6C41-49A7-B3D4-8A171BD32A28}"/>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0" name="Oval 259">
              <a:extLst>
                <a:ext uri="{FF2B5EF4-FFF2-40B4-BE49-F238E27FC236}">
                  <a16:creationId xmlns:a16="http://schemas.microsoft.com/office/drawing/2014/main" xmlns="" id="{997795E7-146F-4F02-9B63-F0D1DD620AC1}"/>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1" name="Oval 259">
              <a:extLst>
                <a:ext uri="{FF2B5EF4-FFF2-40B4-BE49-F238E27FC236}">
                  <a16:creationId xmlns:a16="http://schemas.microsoft.com/office/drawing/2014/main" xmlns="" id="{93C357B7-9FE8-43DD-AF75-A452C32CEB10}"/>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2" name="Oval 259">
              <a:extLst>
                <a:ext uri="{FF2B5EF4-FFF2-40B4-BE49-F238E27FC236}">
                  <a16:creationId xmlns:a16="http://schemas.microsoft.com/office/drawing/2014/main" xmlns="" id="{C1CE7190-A94F-4300-BCD5-1CA9AF53C5D1}"/>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3" name="Oval 259">
              <a:extLst>
                <a:ext uri="{FF2B5EF4-FFF2-40B4-BE49-F238E27FC236}">
                  <a16:creationId xmlns:a16="http://schemas.microsoft.com/office/drawing/2014/main" xmlns="" id="{ED689049-4CBA-4691-8EE9-70C0FE9D3F69}"/>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4" name="Oval 259">
              <a:extLst>
                <a:ext uri="{FF2B5EF4-FFF2-40B4-BE49-F238E27FC236}">
                  <a16:creationId xmlns:a16="http://schemas.microsoft.com/office/drawing/2014/main" xmlns="" id="{D533F950-38E6-4D77-BFCE-7E1D8EA98CD7}"/>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5" name="Oval 259">
              <a:extLst>
                <a:ext uri="{FF2B5EF4-FFF2-40B4-BE49-F238E27FC236}">
                  <a16:creationId xmlns:a16="http://schemas.microsoft.com/office/drawing/2014/main" xmlns="" id="{510F0258-07A9-4382-9F0E-DB7609226D1F}"/>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6" name="Oval 259">
              <a:extLst>
                <a:ext uri="{FF2B5EF4-FFF2-40B4-BE49-F238E27FC236}">
                  <a16:creationId xmlns:a16="http://schemas.microsoft.com/office/drawing/2014/main" xmlns="" id="{D92CCDE1-94E8-46D6-8FF9-DC89244AFA26}"/>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7" name="Oval 259">
              <a:extLst>
                <a:ext uri="{FF2B5EF4-FFF2-40B4-BE49-F238E27FC236}">
                  <a16:creationId xmlns:a16="http://schemas.microsoft.com/office/drawing/2014/main" xmlns="" id="{444A73B0-2B1A-45D9-A7C3-6AD8189E761D}"/>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8" name="Oval 259">
              <a:extLst>
                <a:ext uri="{FF2B5EF4-FFF2-40B4-BE49-F238E27FC236}">
                  <a16:creationId xmlns:a16="http://schemas.microsoft.com/office/drawing/2014/main" xmlns="" id="{A9D33016-97CB-4E9B-8E13-3E2C653E1B7D}"/>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39" name="Oval 259">
              <a:extLst>
                <a:ext uri="{FF2B5EF4-FFF2-40B4-BE49-F238E27FC236}">
                  <a16:creationId xmlns:a16="http://schemas.microsoft.com/office/drawing/2014/main" xmlns="" id="{609EC006-BC81-47E1-BCC6-E9619F77EF06}"/>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340" name="组合 410">
            <a:extLst>
              <a:ext uri="{FF2B5EF4-FFF2-40B4-BE49-F238E27FC236}">
                <a16:creationId xmlns:a16="http://schemas.microsoft.com/office/drawing/2014/main" xmlns="" id="{8051F106-BEA8-48F2-9299-8636BE440057}"/>
              </a:ext>
            </a:extLst>
          </p:cNvPr>
          <p:cNvGrpSpPr>
            <a:grpSpLocks/>
          </p:cNvGrpSpPr>
          <p:nvPr/>
        </p:nvGrpSpPr>
        <p:grpSpPr bwMode="auto">
          <a:xfrm>
            <a:off x="2525078" y="5531168"/>
            <a:ext cx="2489200" cy="96837"/>
            <a:chOff x="349251" y="4200310"/>
            <a:chExt cx="2489204" cy="96678"/>
          </a:xfrm>
        </p:grpSpPr>
        <p:sp>
          <p:nvSpPr>
            <p:cNvPr id="341" name="Oval 259">
              <a:extLst>
                <a:ext uri="{FF2B5EF4-FFF2-40B4-BE49-F238E27FC236}">
                  <a16:creationId xmlns:a16="http://schemas.microsoft.com/office/drawing/2014/main" xmlns="" id="{3767222A-15AE-4641-8902-CFC932853C65}"/>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42" name="Oval 259">
              <a:extLst>
                <a:ext uri="{FF2B5EF4-FFF2-40B4-BE49-F238E27FC236}">
                  <a16:creationId xmlns:a16="http://schemas.microsoft.com/office/drawing/2014/main" xmlns="" id="{1807701C-CF14-4324-BB19-854B751CCA9D}"/>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43" name="Oval 259">
              <a:extLst>
                <a:ext uri="{FF2B5EF4-FFF2-40B4-BE49-F238E27FC236}">
                  <a16:creationId xmlns:a16="http://schemas.microsoft.com/office/drawing/2014/main" xmlns="" id="{DB354DC4-CA6A-4126-9930-1B466133D0FB}"/>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44" name="Oval 259">
              <a:extLst>
                <a:ext uri="{FF2B5EF4-FFF2-40B4-BE49-F238E27FC236}">
                  <a16:creationId xmlns:a16="http://schemas.microsoft.com/office/drawing/2014/main" xmlns="" id="{B3C2B3F6-C0BA-4B1C-AFA5-9DDF0094CBDC}"/>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45" name="Oval 259">
              <a:extLst>
                <a:ext uri="{FF2B5EF4-FFF2-40B4-BE49-F238E27FC236}">
                  <a16:creationId xmlns:a16="http://schemas.microsoft.com/office/drawing/2014/main" xmlns="" id="{F10F6F4F-90DF-45BE-A297-1B5DC58DA4D2}"/>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46" name="Oval 259">
              <a:extLst>
                <a:ext uri="{FF2B5EF4-FFF2-40B4-BE49-F238E27FC236}">
                  <a16:creationId xmlns:a16="http://schemas.microsoft.com/office/drawing/2014/main" xmlns="" id="{94BEC6D6-814B-476E-ABB4-62BC03DCA797}"/>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47" name="Oval 259">
              <a:extLst>
                <a:ext uri="{FF2B5EF4-FFF2-40B4-BE49-F238E27FC236}">
                  <a16:creationId xmlns:a16="http://schemas.microsoft.com/office/drawing/2014/main" xmlns="" id="{7DCBE37D-F013-44A9-99DA-76F771857D0E}"/>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48" name="Oval 259">
              <a:extLst>
                <a:ext uri="{FF2B5EF4-FFF2-40B4-BE49-F238E27FC236}">
                  <a16:creationId xmlns:a16="http://schemas.microsoft.com/office/drawing/2014/main" xmlns="" id="{4B2EE5F4-D0A3-40ED-AC58-5E7840D37086}"/>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49" name="Oval 259">
              <a:extLst>
                <a:ext uri="{FF2B5EF4-FFF2-40B4-BE49-F238E27FC236}">
                  <a16:creationId xmlns:a16="http://schemas.microsoft.com/office/drawing/2014/main" xmlns="" id="{05DEA5E4-1703-4CDD-92A8-6972D3414354}"/>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50" name="Oval 259">
              <a:extLst>
                <a:ext uri="{FF2B5EF4-FFF2-40B4-BE49-F238E27FC236}">
                  <a16:creationId xmlns:a16="http://schemas.microsoft.com/office/drawing/2014/main" xmlns="" id="{2C9095D1-ADCB-4352-89CE-4C5E32EF1B60}"/>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51" name="Oval 259">
              <a:extLst>
                <a:ext uri="{FF2B5EF4-FFF2-40B4-BE49-F238E27FC236}">
                  <a16:creationId xmlns:a16="http://schemas.microsoft.com/office/drawing/2014/main" xmlns="" id="{4FC1AAC1-8E8F-4884-8D97-0FEB6E6D239B}"/>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52" name="Oval 259">
              <a:extLst>
                <a:ext uri="{FF2B5EF4-FFF2-40B4-BE49-F238E27FC236}">
                  <a16:creationId xmlns:a16="http://schemas.microsoft.com/office/drawing/2014/main" xmlns="" id="{50E70149-E834-4ABB-AC01-9E39812CDB78}"/>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353" name="组合 423">
            <a:extLst>
              <a:ext uri="{FF2B5EF4-FFF2-40B4-BE49-F238E27FC236}">
                <a16:creationId xmlns:a16="http://schemas.microsoft.com/office/drawing/2014/main" xmlns="" id="{24CECBC6-7A24-4411-B159-FB28A3265C12}"/>
              </a:ext>
            </a:extLst>
          </p:cNvPr>
          <p:cNvGrpSpPr>
            <a:grpSpLocks/>
          </p:cNvGrpSpPr>
          <p:nvPr/>
        </p:nvGrpSpPr>
        <p:grpSpPr bwMode="auto">
          <a:xfrm>
            <a:off x="2525078" y="5672455"/>
            <a:ext cx="2489200" cy="96838"/>
            <a:chOff x="349251" y="4200310"/>
            <a:chExt cx="2489204" cy="96678"/>
          </a:xfrm>
        </p:grpSpPr>
        <p:sp>
          <p:nvSpPr>
            <p:cNvPr id="354" name="Oval 259">
              <a:extLst>
                <a:ext uri="{FF2B5EF4-FFF2-40B4-BE49-F238E27FC236}">
                  <a16:creationId xmlns:a16="http://schemas.microsoft.com/office/drawing/2014/main" xmlns="" id="{929A36EC-9D7B-4A18-AB53-33CF3B33EF34}"/>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55" name="Oval 259">
              <a:extLst>
                <a:ext uri="{FF2B5EF4-FFF2-40B4-BE49-F238E27FC236}">
                  <a16:creationId xmlns:a16="http://schemas.microsoft.com/office/drawing/2014/main" xmlns="" id="{EDF47DFC-1CFE-4669-9E9C-5AFC62D57497}"/>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56" name="Oval 259">
              <a:extLst>
                <a:ext uri="{FF2B5EF4-FFF2-40B4-BE49-F238E27FC236}">
                  <a16:creationId xmlns:a16="http://schemas.microsoft.com/office/drawing/2014/main" xmlns="" id="{2CD158C1-63BB-43C2-9597-A7E3F6238AB4}"/>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57" name="Oval 259">
              <a:extLst>
                <a:ext uri="{FF2B5EF4-FFF2-40B4-BE49-F238E27FC236}">
                  <a16:creationId xmlns:a16="http://schemas.microsoft.com/office/drawing/2014/main" xmlns="" id="{DD194400-35AC-4E2F-A9DD-BE915B7A955A}"/>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58" name="Oval 259">
              <a:extLst>
                <a:ext uri="{FF2B5EF4-FFF2-40B4-BE49-F238E27FC236}">
                  <a16:creationId xmlns:a16="http://schemas.microsoft.com/office/drawing/2014/main" xmlns="" id="{3E8D658F-4B24-4690-8F3F-B36439B3A8E1}"/>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59" name="Oval 259">
              <a:extLst>
                <a:ext uri="{FF2B5EF4-FFF2-40B4-BE49-F238E27FC236}">
                  <a16:creationId xmlns:a16="http://schemas.microsoft.com/office/drawing/2014/main" xmlns="" id="{89BA268B-D059-49CB-855B-8F6842F73559}"/>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60" name="Oval 259">
              <a:extLst>
                <a:ext uri="{FF2B5EF4-FFF2-40B4-BE49-F238E27FC236}">
                  <a16:creationId xmlns:a16="http://schemas.microsoft.com/office/drawing/2014/main" xmlns="" id="{DF240FCF-33A0-4E9B-B159-E5820BCBE2E6}"/>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61" name="Oval 259">
              <a:extLst>
                <a:ext uri="{FF2B5EF4-FFF2-40B4-BE49-F238E27FC236}">
                  <a16:creationId xmlns:a16="http://schemas.microsoft.com/office/drawing/2014/main" xmlns="" id="{5064FCE4-CE0E-4C4F-BF95-D7A8D0AC0963}"/>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62" name="Oval 259">
              <a:extLst>
                <a:ext uri="{FF2B5EF4-FFF2-40B4-BE49-F238E27FC236}">
                  <a16:creationId xmlns:a16="http://schemas.microsoft.com/office/drawing/2014/main" xmlns="" id="{58476409-69A3-428C-A718-C1A1463EB3B1}"/>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63" name="Oval 259">
              <a:extLst>
                <a:ext uri="{FF2B5EF4-FFF2-40B4-BE49-F238E27FC236}">
                  <a16:creationId xmlns:a16="http://schemas.microsoft.com/office/drawing/2014/main" xmlns="" id="{60CE463F-9BF9-4975-BEBB-5668210A2913}"/>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64" name="Oval 259">
              <a:extLst>
                <a:ext uri="{FF2B5EF4-FFF2-40B4-BE49-F238E27FC236}">
                  <a16:creationId xmlns:a16="http://schemas.microsoft.com/office/drawing/2014/main" xmlns="" id="{48700205-7749-4DB3-91E6-B79452F09AF1}"/>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65" name="Oval 259">
              <a:extLst>
                <a:ext uri="{FF2B5EF4-FFF2-40B4-BE49-F238E27FC236}">
                  <a16:creationId xmlns:a16="http://schemas.microsoft.com/office/drawing/2014/main" xmlns="" id="{827F7450-068D-4378-BB4E-2CECF0E221D4}"/>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grpSp>
        <p:nvGrpSpPr>
          <p:cNvPr id="366" name="组合 436">
            <a:extLst>
              <a:ext uri="{FF2B5EF4-FFF2-40B4-BE49-F238E27FC236}">
                <a16:creationId xmlns:a16="http://schemas.microsoft.com/office/drawing/2014/main" xmlns="" id="{23A1AEFD-9B4F-4FE8-869C-48912AD1226D}"/>
              </a:ext>
            </a:extLst>
          </p:cNvPr>
          <p:cNvGrpSpPr>
            <a:grpSpLocks/>
          </p:cNvGrpSpPr>
          <p:nvPr/>
        </p:nvGrpSpPr>
        <p:grpSpPr bwMode="auto">
          <a:xfrm>
            <a:off x="2525078" y="5842318"/>
            <a:ext cx="2489200" cy="96837"/>
            <a:chOff x="349251" y="4200310"/>
            <a:chExt cx="2489204" cy="96678"/>
          </a:xfrm>
        </p:grpSpPr>
        <p:sp>
          <p:nvSpPr>
            <p:cNvPr id="367" name="Oval 259">
              <a:extLst>
                <a:ext uri="{FF2B5EF4-FFF2-40B4-BE49-F238E27FC236}">
                  <a16:creationId xmlns:a16="http://schemas.microsoft.com/office/drawing/2014/main" xmlns="" id="{4B962A73-13D7-4ED5-8862-464B09E00EF6}"/>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68" name="Oval 259">
              <a:extLst>
                <a:ext uri="{FF2B5EF4-FFF2-40B4-BE49-F238E27FC236}">
                  <a16:creationId xmlns:a16="http://schemas.microsoft.com/office/drawing/2014/main" xmlns="" id="{330CFA70-3096-43A0-8084-13218B357EDA}"/>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69" name="Oval 259">
              <a:extLst>
                <a:ext uri="{FF2B5EF4-FFF2-40B4-BE49-F238E27FC236}">
                  <a16:creationId xmlns:a16="http://schemas.microsoft.com/office/drawing/2014/main" xmlns="" id="{9E1915ED-8FA3-4F52-8A84-14D13693ADFE}"/>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70" name="Oval 259">
              <a:extLst>
                <a:ext uri="{FF2B5EF4-FFF2-40B4-BE49-F238E27FC236}">
                  <a16:creationId xmlns:a16="http://schemas.microsoft.com/office/drawing/2014/main" xmlns="" id="{C6AD2A86-0B72-4A04-B264-1088D9E51F29}"/>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71" name="Oval 259">
              <a:extLst>
                <a:ext uri="{FF2B5EF4-FFF2-40B4-BE49-F238E27FC236}">
                  <a16:creationId xmlns:a16="http://schemas.microsoft.com/office/drawing/2014/main" xmlns="" id="{3B425039-1CA3-428E-8A3C-01714308BA95}"/>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72" name="Oval 259">
              <a:extLst>
                <a:ext uri="{FF2B5EF4-FFF2-40B4-BE49-F238E27FC236}">
                  <a16:creationId xmlns:a16="http://schemas.microsoft.com/office/drawing/2014/main" xmlns="" id="{0ABCF20E-A52E-4F47-8798-2BBC4F0D99B4}"/>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73" name="Oval 259">
              <a:extLst>
                <a:ext uri="{FF2B5EF4-FFF2-40B4-BE49-F238E27FC236}">
                  <a16:creationId xmlns:a16="http://schemas.microsoft.com/office/drawing/2014/main" xmlns="" id="{D87A01AF-CC2F-43A0-B313-6FE05B123C5C}"/>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74" name="Oval 259">
              <a:extLst>
                <a:ext uri="{FF2B5EF4-FFF2-40B4-BE49-F238E27FC236}">
                  <a16:creationId xmlns:a16="http://schemas.microsoft.com/office/drawing/2014/main" xmlns="" id="{A278CA81-9D3E-4B29-AF0E-E1FD7C6FE835}"/>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75" name="Oval 259">
              <a:extLst>
                <a:ext uri="{FF2B5EF4-FFF2-40B4-BE49-F238E27FC236}">
                  <a16:creationId xmlns:a16="http://schemas.microsoft.com/office/drawing/2014/main" xmlns="" id="{9D1A50E8-3A06-4D57-9CFC-150AF9D19CB2}"/>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76" name="Oval 259">
              <a:extLst>
                <a:ext uri="{FF2B5EF4-FFF2-40B4-BE49-F238E27FC236}">
                  <a16:creationId xmlns:a16="http://schemas.microsoft.com/office/drawing/2014/main" xmlns="" id="{A5E76C92-C3F2-4F8C-A15F-F5CE6E3FA82D}"/>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77" name="Oval 259">
              <a:extLst>
                <a:ext uri="{FF2B5EF4-FFF2-40B4-BE49-F238E27FC236}">
                  <a16:creationId xmlns:a16="http://schemas.microsoft.com/office/drawing/2014/main" xmlns="" id="{930D4366-3B0C-4932-8EB9-E12A3C76F279}"/>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sp>
          <p:nvSpPr>
            <p:cNvPr id="378" name="Oval 259">
              <a:extLst>
                <a:ext uri="{FF2B5EF4-FFF2-40B4-BE49-F238E27FC236}">
                  <a16:creationId xmlns:a16="http://schemas.microsoft.com/office/drawing/2014/main" xmlns="" id="{EDC944FE-3416-4BA6-9628-406DDDBF1A8E}"/>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楷体_GB2312" pitchFamily="49" charset="-122"/>
                <a:ea typeface="楷体_GB2312" pitchFamily="49" charset="-122"/>
              </a:endParaRPr>
            </a:p>
          </p:txBody>
        </p:sp>
      </p:grpSp>
      <p:cxnSp>
        <p:nvCxnSpPr>
          <p:cNvPr id="379" name="直接箭头连接符 378">
            <a:extLst>
              <a:ext uri="{FF2B5EF4-FFF2-40B4-BE49-F238E27FC236}">
                <a16:creationId xmlns:a16="http://schemas.microsoft.com/office/drawing/2014/main" xmlns="" id="{09E83D6E-ACB6-4F67-98AC-5C9489FAC8C5}"/>
              </a:ext>
            </a:extLst>
          </p:cNvPr>
          <p:cNvCxnSpPr/>
          <p:nvPr/>
        </p:nvCxnSpPr>
        <p:spPr>
          <a:xfrm rot="5400000" flipH="1" flipV="1">
            <a:off x="464503" y="4054793"/>
            <a:ext cx="3956050" cy="0"/>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380" name="TextBox 456">
            <a:extLst>
              <a:ext uri="{FF2B5EF4-FFF2-40B4-BE49-F238E27FC236}">
                <a16:creationId xmlns:a16="http://schemas.microsoft.com/office/drawing/2014/main" xmlns="" id="{34A0519D-EB76-4EF3-BA4B-1B9D34051542}"/>
              </a:ext>
            </a:extLst>
          </p:cNvPr>
          <p:cNvSpPr txBox="1">
            <a:spLocks noChangeArrowheads="1"/>
          </p:cNvSpPr>
          <p:nvPr/>
        </p:nvSpPr>
        <p:spPr bwMode="auto">
          <a:xfrm>
            <a:off x="3079115" y="4294505"/>
            <a:ext cx="1778000" cy="365125"/>
          </a:xfrm>
          <a:prstGeom prst="rect">
            <a:avLst/>
          </a:prstGeom>
          <a:noFill/>
          <a:ln w="9525">
            <a:noFill/>
            <a:miter lim="800000"/>
            <a:headEnd/>
            <a:tailEnd/>
          </a:ln>
        </p:spPr>
        <p:txBody>
          <a:bodyPr lIns="0" tIns="0" rIns="0" bIns="0">
            <a:spAutoFit/>
          </a:bodyPr>
          <a:lstStyle/>
          <a:p>
            <a:pPr defTabSz="914400"/>
            <a:r>
              <a:rPr lang="en-US" altLang="zh-CN" sz="2400" b="1">
                <a:latin typeface="Times New Roman" pitchFamily="18" charset="0"/>
                <a:ea typeface="楷体_GB2312" pitchFamily="49" charset="-122"/>
                <a:cs typeface="Times New Roman" pitchFamily="18" charset="0"/>
              </a:rPr>
              <a:t>Band gap E</a:t>
            </a:r>
            <a:r>
              <a:rPr lang="en-US" altLang="zh-CN" sz="2400" b="1" baseline="-25000">
                <a:latin typeface="Times New Roman" pitchFamily="18" charset="0"/>
                <a:ea typeface="楷体_GB2312" pitchFamily="49" charset="-122"/>
                <a:cs typeface="Times New Roman" pitchFamily="18" charset="0"/>
              </a:rPr>
              <a:t>g</a:t>
            </a:r>
            <a:endParaRPr lang="zh-CN" altLang="en-US" sz="2400" b="1" baseline="-25000">
              <a:latin typeface="Times New Roman" pitchFamily="18" charset="0"/>
              <a:ea typeface="楷体_GB2312" pitchFamily="49" charset="-122"/>
              <a:cs typeface="Times New Roman" pitchFamily="18" charset="0"/>
            </a:endParaRPr>
          </a:p>
        </p:txBody>
      </p:sp>
      <p:cxnSp>
        <p:nvCxnSpPr>
          <p:cNvPr id="381" name="直接箭头连接符 380">
            <a:extLst>
              <a:ext uri="{FF2B5EF4-FFF2-40B4-BE49-F238E27FC236}">
                <a16:creationId xmlns:a16="http://schemas.microsoft.com/office/drawing/2014/main" xmlns="" id="{1BCA47E9-DDDA-45C6-BC78-BCB9B5A8838A}"/>
              </a:ext>
            </a:extLst>
          </p:cNvPr>
          <p:cNvCxnSpPr/>
          <p:nvPr/>
        </p:nvCxnSpPr>
        <p:spPr>
          <a:xfrm rot="5400000">
            <a:off x="4568191" y="4538980"/>
            <a:ext cx="755650" cy="3175"/>
          </a:xfrm>
          <a:prstGeom prst="straightConnector1">
            <a:avLst/>
          </a:prstGeom>
          <a:ln w="38100">
            <a:solidFill>
              <a:srgbClr val="FF0000"/>
            </a:solidFill>
            <a:headEnd type="stealth" w="med" len="lg"/>
            <a:tailEnd type="stealth" w="med" len="lg"/>
          </a:ln>
        </p:spPr>
        <p:style>
          <a:lnRef idx="1">
            <a:schemeClr val="accent1"/>
          </a:lnRef>
          <a:fillRef idx="0">
            <a:schemeClr val="accent1"/>
          </a:fillRef>
          <a:effectRef idx="0">
            <a:schemeClr val="accent1"/>
          </a:effectRef>
          <a:fontRef idx="minor">
            <a:schemeClr val="tx1"/>
          </a:fontRef>
        </p:style>
      </p:cxnSp>
      <p:sp>
        <p:nvSpPr>
          <p:cNvPr id="382" name="TextBox 459">
            <a:extLst>
              <a:ext uri="{FF2B5EF4-FFF2-40B4-BE49-F238E27FC236}">
                <a16:creationId xmlns:a16="http://schemas.microsoft.com/office/drawing/2014/main" xmlns="" id="{7CA8D8F5-97F8-4571-8A0E-726B98F8AA20}"/>
              </a:ext>
            </a:extLst>
          </p:cNvPr>
          <p:cNvSpPr txBox="1">
            <a:spLocks noChangeArrowheads="1"/>
          </p:cNvSpPr>
          <p:nvPr/>
        </p:nvSpPr>
        <p:spPr bwMode="auto">
          <a:xfrm>
            <a:off x="2012315" y="3894455"/>
            <a:ext cx="400050" cy="365125"/>
          </a:xfrm>
          <a:prstGeom prst="rect">
            <a:avLst/>
          </a:prstGeom>
          <a:noFill/>
          <a:ln w="9525">
            <a:noFill/>
            <a:miter lim="800000"/>
            <a:headEnd/>
            <a:tailEnd/>
          </a:ln>
        </p:spPr>
        <p:txBody>
          <a:bodyPr lIns="0" tIns="0" rIns="0" bIns="0">
            <a:spAutoFit/>
          </a:bodyPr>
          <a:lstStyle/>
          <a:p>
            <a:pPr defTabSz="914400"/>
            <a:r>
              <a:rPr lang="en-US" altLang="zh-CN" sz="2400" b="1">
                <a:latin typeface="Times New Roman" pitchFamily="18" charset="0"/>
                <a:ea typeface="楷体_GB2312" pitchFamily="49" charset="-122"/>
                <a:cs typeface="Times New Roman" pitchFamily="18" charset="0"/>
              </a:rPr>
              <a:t>E</a:t>
            </a:r>
            <a:r>
              <a:rPr lang="en-US" altLang="zh-CN" sz="2400" b="1" baseline="-25000">
                <a:latin typeface="Times New Roman" pitchFamily="18" charset="0"/>
                <a:ea typeface="楷体_GB2312" pitchFamily="49" charset="-122"/>
                <a:cs typeface="Times New Roman" pitchFamily="18" charset="0"/>
              </a:rPr>
              <a:t>c</a:t>
            </a:r>
            <a:endParaRPr lang="zh-CN" altLang="en-US" sz="2400" b="1" baseline="-25000">
              <a:latin typeface="Times New Roman" pitchFamily="18" charset="0"/>
              <a:ea typeface="楷体_GB2312" pitchFamily="49" charset="-122"/>
              <a:cs typeface="Times New Roman" pitchFamily="18" charset="0"/>
            </a:endParaRPr>
          </a:p>
        </p:txBody>
      </p:sp>
      <p:sp>
        <p:nvSpPr>
          <p:cNvPr id="383" name="TextBox 460">
            <a:extLst>
              <a:ext uri="{FF2B5EF4-FFF2-40B4-BE49-F238E27FC236}">
                <a16:creationId xmlns:a16="http://schemas.microsoft.com/office/drawing/2014/main" xmlns="" id="{5D667255-8572-48C4-B3BB-B85E52B0E143}"/>
              </a:ext>
            </a:extLst>
          </p:cNvPr>
          <p:cNvSpPr txBox="1">
            <a:spLocks noChangeArrowheads="1"/>
          </p:cNvSpPr>
          <p:nvPr/>
        </p:nvSpPr>
        <p:spPr bwMode="auto">
          <a:xfrm>
            <a:off x="2012315" y="4694555"/>
            <a:ext cx="400050" cy="365125"/>
          </a:xfrm>
          <a:prstGeom prst="rect">
            <a:avLst/>
          </a:prstGeom>
          <a:noFill/>
          <a:ln w="9525">
            <a:noFill/>
            <a:miter lim="800000"/>
            <a:headEnd/>
            <a:tailEnd/>
          </a:ln>
        </p:spPr>
        <p:txBody>
          <a:bodyPr lIns="0" tIns="0" rIns="0" bIns="0">
            <a:spAutoFit/>
          </a:bodyPr>
          <a:lstStyle/>
          <a:p>
            <a:pPr defTabSz="914400"/>
            <a:r>
              <a:rPr lang="en-US" altLang="zh-CN" sz="2400" b="1">
                <a:latin typeface="Times New Roman" pitchFamily="18" charset="0"/>
                <a:ea typeface="楷体_GB2312" pitchFamily="49" charset="-122"/>
                <a:cs typeface="Times New Roman" pitchFamily="18" charset="0"/>
              </a:rPr>
              <a:t>E</a:t>
            </a:r>
            <a:r>
              <a:rPr lang="en-US" altLang="zh-CN" sz="2400" b="1" baseline="-25000">
                <a:latin typeface="Times New Roman" pitchFamily="18" charset="0"/>
                <a:ea typeface="楷体_GB2312" pitchFamily="49" charset="-122"/>
                <a:cs typeface="Times New Roman" pitchFamily="18" charset="0"/>
              </a:rPr>
              <a:t>v</a:t>
            </a:r>
            <a:endParaRPr lang="zh-CN" altLang="en-US" sz="2400" b="1" baseline="-25000">
              <a:latin typeface="Times New Roman" pitchFamily="18" charset="0"/>
              <a:ea typeface="楷体_GB2312" pitchFamily="49" charset="-122"/>
              <a:cs typeface="Times New Roman" pitchFamily="18" charset="0"/>
            </a:endParaRPr>
          </a:p>
        </p:txBody>
      </p:sp>
      <p:sp>
        <p:nvSpPr>
          <p:cNvPr id="384" name="TextBox 461">
            <a:extLst>
              <a:ext uri="{FF2B5EF4-FFF2-40B4-BE49-F238E27FC236}">
                <a16:creationId xmlns:a16="http://schemas.microsoft.com/office/drawing/2014/main" xmlns="" id="{C5CA669C-7740-474A-920A-7E133DD10810}"/>
              </a:ext>
            </a:extLst>
          </p:cNvPr>
          <p:cNvSpPr txBox="1">
            <a:spLocks noChangeArrowheads="1"/>
          </p:cNvSpPr>
          <p:nvPr/>
        </p:nvSpPr>
        <p:spPr bwMode="auto">
          <a:xfrm>
            <a:off x="2056765" y="5850255"/>
            <a:ext cx="266700" cy="365125"/>
          </a:xfrm>
          <a:prstGeom prst="rect">
            <a:avLst/>
          </a:prstGeom>
          <a:noFill/>
          <a:ln w="9525">
            <a:noFill/>
            <a:miter lim="800000"/>
            <a:headEnd/>
            <a:tailEnd/>
          </a:ln>
        </p:spPr>
        <p:txBody>
          <a:bodyPr lIns="0" tIns="0" rIns="0" bIns="0">
            <a:spAutoFit/>
          </a:bodyPr>
          <a:lstStyle/>
          <a:p>
            <a:pPr defTabSz="914400"/>
            <a:r>
              <a:rPr lang="en-US" altLang="zh-CN" sz="2400" b="1">
                <a:latin typeface="Times New Roman" pitchFamily="18" charset="0"/>
                <a:ea typeface="楷体_GB2312" pitchFamily="49" charset="-122"/>
                <a:cs typeface="Times New Roman" pitchFamily="18" charset="0"/>
              </a:rPr>
              <a:t>0</a:t>
            </a:r>
            <a:endParaRPr lang="zh-CN" altLang="en-US" sz="2400" b="1" baseline="-25000">
              <a:latin typeface="Times New Roman" pitchFamily="18" charset="0"/>
              <a:ea typeface="楷体_GB2312" pitchFamily="49" charset="-122"/>
              <a:cs typeface="Times New Roman" pitchFamily="18" charset="0"/>
            </a:endParaRPr>
          </a:p>
        </p:txBody>
      </p:sp>
      <p:sp>
        <p:nvSpPr>
          <p:cNvPr id="385" name="TextBox 462">
            <a:extLst>
              <a:ext uri="{FF2B5EF4-FFF2-40B4-BE49-F238E27FC236}">
                <a16:creationId xmlns:a16="http://schemas.microsoft.com/office/drawing/2014/main" xmlns="" id="{75B61435-F57E-4446-A12F-5F4F079E743C}"/>
              </a:ext>
            </a:extLst>
          </p:cNvPr>
          <p:cNvSpPr txBox="1">
            <a:spLocks noChangeArrowheads="1"/>
          </p:cNvSpPr>
          <p:nvPr/>
        </p:nvSpPr>
        <p:spPr bwMode="auto">
          <a:xfrm>
            <a:off x="6997565" y="6610111"/>
            <a:ext cx="5074919" cy="369332"/>
          </a:xfrm>
          <a:prstGeom prst="rect">
            <a:avLst/>
          </a:prstGeom>
          <a:solidFill>
            <a:srgbClr val="FFC000"/>
          </a:solidFill>
          <a:ln w="9525">
            <a:noFill/>
            <a:miter lim="800000"/>
            <a:headEnd/>
            <a:tailEnd/>
          </a:ln>
        </p:spPr>
        <p:txBody>
          <a:bodyPr wrap="square" lIns="0" tIns="0" rIns="0" bIns="0">
            <a:spAutoFit/>
          </a:bodyPr>
          <a:lstStyle/>
          <a:p>
            <a:pPr algn="ctr" defTabSz="914400"/>
            <a:r>
              <a:rPr lang="en-US" altLang="zh-CN" sz="2400" b="1" dirty="0">
                <a:latin typeface="Times New Roman" pitchFamily="18" charset="0"/>
                <a:ea typeface="楷体_GB2312" pitchFamily="49" charset="-122"/>
                <a:cs typeface="Times New Roman" pitchFamily="18" charset="0"/>
              </a:rPr>
              <a:t>The </a:t>
            </a:r>
            <a:r>
              <a:rPr lang="en-US" altLang="zh-CN" sz="2400" b="1" dirty="0">
                <a:solidFill>
                  <a:srgbClr val="FF00FF"/>
                </a:solidFill>
                <a:latin typeface="Times New Roman" pitchFamily="18" charset="0"/>
                <a:ea typeface="楷体_GB2312" pitchFamily="49" charset="-122"/>
                <a:cs typeface="Times New Roman" pitchFamily="18" charset="0"/>
              </a:rPr>
              <a:t>Si</a:t>
            </a:r>
            <a:r>
              <a:rPr lang="en-US" altLang="zh-CN" sz="2400" b="1" dirty="0">
                <a:latin typeface="Times New Roman" pitchFamily="18" charset="0"/>
                <a:ea typeface="楷体_GB2312" pitchFamily="49" charset="-122"/>
                <a:cs typeface="Times New Roman" pitchFamily="18" charset="0"/>
              </a:rPr>
              <a:t> Crystal show covalent bonds</a:t>
            </a:r>
            <a:endParaRPr lang="zh-CN" altLang="en-US" sz="2400" b="1" dirty="0">
              <a:latin typeface="Times New Roman" pitchFamily="18" charset="0"/>
              <a:ea typeface="楷体_GB2312" pitchFamily="49" charset="-122"/>
              <a:cs typeface="Times New Roman" pitchFamily="18" charset="0"/>
            </a:endParaRPr>
          </a:p>
        </p:txBody>
      </p:sp>
      <p:sp>
        <p:nvSpPr>
          <p:cNvPr id="386" name="TextBox 463">
            <a:extLst>
              <a:ext uri="{FF2B5EF4-FFF2-40B4-BE49-F238E27FC236}">
                <a16:creationId xmlns:a16="http://schemas.microsoft.com/office/drawing/2014/main" xmlns="" id="{288C2FEE-5679-4CD6-80A0-91352D1B70A6}"/>
              </a:ext>
            </a:extLst>
          </p:cNvPr>
          <p:cNvSpPr txBox="1">
            <a:spLocks noChangeArrowheads="1"/>
          </p:cNvSpPr>
          <p:nvPr/>
        </p:nvSpPr>
        <p:spPr bwMode="auto">
          <a:xfrm>
            <a:off x="2279015" y="6250305"/>
            <a:ext cx="2889250" cy="822325"/>
          </a:xfrm>
          <a:prstGeom prst="rect">
            <a:avLst/>
          </a:prstGeom>
          <a:solidFill>
            <a:srgbClr val="FFFF00"/>
          </a:solidFill>
          <a:ln w="9525">
            <a:noFill/>
            <a:miter lim="800000"/>
            <a:headEnd/>
            <a:tailEnd/>
          </a:ln>
        </p:spPr>
        <p:txBody>
          <a:bodyPr>
            <a:spAutoFit/>
          </a:bodyPr>
          <a:lstStyle/>
          <a:p>
            <a:pPr algn="ctr" defTabSz="914400"/>
            <a:r>
              <a:rPr lang="en-US" altLang="zh-CN" sz="2400" b="1">
                <a:latin typeface="Times New Roman" pitchFamily="18" charset="0"/>
                <a:ea typeface="楷体_GB2312" pitchFamily="49" charset="-122"/>
                <a:cs typeface="Times New Roman" pitchFamily="18" charset="0"/>
              </a:rPr>
              <a:t>The energy band diagram, T=0K</a:t>
            </a:r>
            <a:endParaRPr lang="zh-CN" altLang="en-US" sz="2400" b="1">
              <a:latin typeface="Times New Roman" pitchFamily="18" charset="0"/>
              <a:ea typeface="楷体_GB2312" pitchFamily="49" charset="-122"/>
              <a:cs typeface="Times New Roman" pitchFamily="18" charset="0"/>
            </a:endParaRPr>
          </a:p>
        </p:txBody>
      </p:sp>
      <p:sp>
        <p:nvSpPr>
          <p:cNvPr id="387" name="TextBox 464">
            <a:extLst>
              <a:ext uri="{FF2B5EF4-FFF2-40B4-BE49-F238E27FC236}">
                <a16:creationId xmlns:a16="http://schemas.microsoft.com/office/drawing/2014/main" xmlns="" id="{22863A62-8E84-495C-8103-841016BD92C4}"/>
              </a:ext>
            </a:extLst>
          </p:cNvPr>
          <p:cNvSpPr txBox="1">
            <a:spLocks noChangeArrowheads="1"/>
          </p:cNvSpPr>
          <p:nvPr/>
        </p:nvSpPr>
        <p:spPr bwMode="auto">
          <a:xfrm>
            <a:off x="2012315" y="2116455"/>
            <a:ext cx="400050" cy="365125"/>
          </a:xfrm>
          <a:prstGeom prst="rect">
            <a:avLst/>
          </a:prstGeom>
          <a:noFill/>
          <a:ln w="9525">
            <a:noFill/>
            <a:miter lim="800000"/>
            <a:headEnd/>
            <a:tailEnd/>
          </a:ln>
        </p:spPr>
        <p:txBody>
          <a:bodyPr lIns="0" tIns="0" rIns="0" bIns="0">
            <a:spAutoFit/>
          </a:bodyPr>
          <a:lstStyle/>
          <a:p>
            <a:pPr defTabSz="914400"/>
            <a:r>
              <a:rPr lang="en-US" altLang="zh-CN" sz="2400" b="1">
                <a:latin typeface="Times New Roman" pitchFamily="18" charset="0"/>
                <a:ea typeface="楷体_GB2312" pitchFamily="49" charset="-122"/>
                <a:cs typeface="Times New Roman" pitchFamily="18" charset="0"/>
              </a:rPr>
              <a:t>E</a:t>
            </a:r>
            <a:endParaRPr lang="zh-CN" altLang="en-US" sz="2400" b="1" baseline="-25000">
              <a:latin typeface="Times New Roman" pitchFamily="18" charset="0"/>
              <a:ea typeface="楷体_GB2312" pitchFamily="49" charset="-122"/>
              <a:cs typeface="Times New Roman" pitchFamily="18" charset="0"/>
            </a:endParaRPr>
          </a:p>
        </p:txBody>
      </p:sp>
      <p:sp>
        <p:nvSpPr>
          <p:cNvPr id="388" name="TextBox 466">
            <a:extLst>
              <a:ext uri="{FF2B5EF4-FFF2-40B4-BE49-F238E27FC236}">
                <a16:creationId xmlns:a16="http://schemas.microsoft.com/office/drawing/2014/main" xmlns="" id="{E079A16C-3951-4CDD-A410-B12D761F3607}"/>
              </a:ext>
            </a:extLst>
          </p:cNvPr>
          <p:cNvSpPr txBox="1">
            <a:spLocks noChangeArrowheads="1"/>
          </p:cNvSpPr>
          <p:nvPr/>
        </p:nvSpPr>
        <p:spPr bwMode="auto">
          <a:xfrm>
            <a:off x="2545715" y="3316605"/>
            <a:ext cx="2489200" cy="366713"/>
          </a:xfrm>
          <a:prstGeom prst="rect">
            <a:avLst/>
          </a:prstGeom>
          <a:noFill/>
          <a:ln w="9525">
            <a:noFill/>
            <a:miter lim="800000"/>
            <a:headEnd/>
            <a:tailEnd/>
          </a:ln>
        </p:spPr>
        <p:txBody>
          <a:bodyPr>
            <a:spAutoFit/>
          </a:bodyPr>
          <a:lstStyle/>
          <a:p>
            <a:pPr algn="ctr" defTabSz="914400"/>
            <a:r>
              <a:rPr lang="en-US" altLang="zh-CN" sz="1800" b="1">
                <a:latin typeface="Times New Roman" pitchFamily="18" charset="0"/>
                <a:ea typeface="楷体_GB2312" pitchFamily="49" charset="-122"/>
                <a:cs typeface="Times New Roman" pitchFamily="18" charset="0"/>
              </a:rPr>
              <a:t>Conduction band(CB)</a:t>
            </a:r>
            <a:endParaRPr lang="zh-CN" altLang="en-US" sz="1800" b="1">
              <a:latin typeface="Times New Roman" pitchFamily="18" charset="0"/>
              <a:ea typeface="楷体_GB2312" pitchFamily="49" charset="-122"/>
              <a:cs typeface="Times New Roman" pitchFamily="18" charset="0"/>
            </a:endParaRPr>
          </a:p>
        </p:txBody>
      </p:sp>
      <p:sp>
        <p:nvSpPr>
          <p:cNvPr id="389" name="TextBox 467">
            <a:extLst>
              <a:ext uri="{FF2B5EF4-FFF2-40B4-BE49-F238E27FC236}">
                <a16:creationId xmlns:a16="http://schemas.microsoft.com/office/drawing/2014/main" xmlns="" id="{1E30346D-F970-4CDA-B3D3-B33570B2C2B1}"/>
              </a:ext>
            </a:extLst>
          </p:cNvPr>
          <p:cNvSpPr txBox="1">
            <a:spLocks noChangeArrowheads="1"/>
          </p:cNvSpPr>
          <p:nvPr/>
        </p:nvSpPr>
        <p:spPr bwMode="auto">
          <a:xfrm>
            <a:off x="2767965" y="5272405"/>
            <a:ext cx="2133600" cy="366713"/>
          </a:xfrm>
          <a:prstGeom prst="rect">
            <a:avLst/>
          </a:prstGeom>
          <a:noFill/>
          <a:ln w="9525">
            <a:noFill/>
            <a:miter lim="800000"/>
            <a:headEnd/>
            <a:tailEnd/>
          </a:ln>
        </p:spPr>
        <p:txBody>
          <a:bodyPr>
            <a:spAutoFit/>
          </a:bodyPr>
          <a:lstStyle/>
          <a:p>
            <a:pPr algn="ctr" defTabSz="914400"/>
            <a:r>
              <a:rPr lang="en-US" altLang="zh-CN" sz="1800" b="1">
                <a:latin typeface="Times New Roman" pitchFamily="18" charset="0"/>
                <a:ea typeface="楷体_GB2312" pitchFamily="49" charset="-122"/>
                <a:cs typeface="Times New Roman" pitchFamily="18" charset="0"/>
              </a:rPr>
              <a:t>Valence band(VB)</a:t>
            </a:r>
            <a:endParaRPr lang="zh-CN" altLang="en-US" sz="1800" b="1">
              <a:latin typeface="Times New Roman" pitchFamily="18" charset="0"/>
              <a:ea typeface="楷体_GB2312" pitchFamily="49" charset="-122"/>
              <a:cs typeface="Times New Roman" pitchFamily="18" charset="0"/>
            </a:endParaRPr>
          </a:p>
        </p:txBody>
      </p:sp>
      <p:sp>
        <p:nvSpPr>
          <p:cNvPr id="390" name="Text Box 3">
            <a:extLst>
              <a:ext uri="{FF2B5EF4-FFF2-40B4-BE49-F238E27FC236}">
                <a16:creationId xmlns:a16="http://schemas.microsoft.com/office/drawing/2014/main" xmlns="" id="{57A5695E-9607-4C81-BF24-D59A48C62AC2}"/>
              </a:ext>
            </a:extLst>
          </p:cNvPr>
          <p:cNvSpPr txBox="1">
            <a:spLocks noChangeArrowheads="1"/>
          </p:cNvSpPr>
          <p:nvPr/>
        </p:nvSpPr>
        <p:spPr bwMode="auto">
          <a:xfrm>
            <a:off x="4836478" y="1076137"/>
            <a:ext cx="3679825" cy="646331"/>
          </a:xfrm>
          <a:prstGeom prst="rect">
            <a:avLst/>
          </a:prstGeom>
          <a:noFill/>
          <a:ln w="9525">
            <a:noFill/>
            <a:miter lim="800000"/>
            <a:headEnd/>
            <a:tailEnd/>
          </a:ln>
        </p:spPr>
        <p:txBody>
          <a:bodyPr wrap="square">
            <a:spAutoFit/>
          </a:bodyPr>
          <a:lstStyle/>
          <a:p>
            <a:pPr algn="ctr" defTabSz="914400">
              <a:spcBef>
                <a:spcPct val="50000"/>
              </a:spcBef>
            </a:pPr>
            <a:r>
              <a:rPr kumimoji="1" lang="zh-CN" altLang="en-US" sz="3600" b="1" dirty="0">
                <a:solidFill>
                  <a:srgbClr val="0000CC"/>
                </a:solidFill>
                <a:latin typeface="微软雅黑" panose="020B0503020204020204" pitchFamily="34" charset="-122"/>
                <a:ea typeface="微软雅黑" panose="020B0503020204020204" pitchFamily="34" charset="-122"/>
              </a:rPr>
              <a:t>本征半导体</a:t>
            </a:r>
            <a:endParaRPr kumimoji="1" lang="zh-CN" altLang="en-US" sz="4400" b="1" dirty="0">
              <a:solidFill>
                <a:srgbClr val="0000C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757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5"/>
                                        </p:tgtEl>
                                        <p:attrNameLst>
                                          <p:attrName>style.visibility</p:attrName>
                                        </p:attrNameLst>
                                      </p:cBhvr>
                                      <p:to>
                                        <p:strVal val="visible"/>
                                      </p:to>
                                    </p:set>
                                    <p:animEffect transition="in" filter="box(in)">
                                      <p:cBhvr>
                                        <p:cTn id="7" dur="500"/>
                                        <p:tgtEl>
                                          <p:spTgt spid="385"/>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p:cTn id="12" dur="1000" fill="hold"/>
                                        <p:tgtEl>
                                          <p:spTgt spid="36"/>
                                        </p:tgtEl>
                                        <p:attrNameLst>
                                          <p:attrName>ppt_w</p:attrName>
                                        </p:attrNameLst>
                                      </p:cBhvr>
                                      <p:tavLst>
                                        <p:tav tm="0">
                                          <p:val>
                                            <p:fltVal val="0"/>
                                          </p:val>
                                        </p:tav>
                                        <p:tav tm="100000">
                                          <p:val>
                                            <p:strVal val="#ppt_w"/>
                                          </p:val>
                                        </p:tav>
                                      </p:tavLst>
                                    </p:anim>
                                    <p:anim calcmode="lin" valueType="num">
                                      <p:cBhvr>
                                        <p:cTn id="13" dur="1000" fill="hold"/>
                                        <p:tgtEl>
                                          <p:spTgt spid="36"/>
                                        </p:tgtEl>
                                        <p:attrNameLst>
                                          <p:attrName>ppt_h</p:attrName>
                                        </p:attrNameLst>
                                      </p:cBhvr>
                                      <p:tavLst>
                                        <p:tav tm="0">
                                          <p:val>
                                            <p:fltVal val="0"/>
                                          </p:val>
                                        </p:tav>
                                        <p:tav tm="100000">
                                          <p:val>
                                            <p:strVal val="#ppt_h"/>
                                          </p:val>
                                        </p:tav>
                                      </p:tavLst>
                                    </p:anim>
                                    <p:anim calcmode="lin" valueType="num">
                                      <p:cBhvr>
                                        <p:cTn id="14" dur="1000" fill="hold"/>
                                        <p:tgtEl>
                                          <p:spTgt spid="36"/>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36"/>
                                        </p:tgtEl>
                                        <p:attrNameLst>
                                          <p:attrName>ppt_y</p:attrName>
                                        </p:attrNameLst>
                                      </p:cBhvr>
                                      <p:tavLst>
                                        <p:tav tm="0" fmla="#ppt_y+(sin(-2*pi*(1-$))*-#ppt_x+cos(-2*pi*(1-$))*(1-#ppt_y))*(1-$)">
                                          <p:val>
                                            <p:fltVal val="0"/>
                                          </p:val>
                                        </p:tav>
                                        <p:tav tm="100000">
                                          <p:val>
                                            <p:fltVal val="1"/>
                                          </p:val>
                                        </p:tav>
                                      </p:tavLst>
                                    </p:anim>
                                  </p:childTnLst>
                                </p:cTn>
                              </p:par>
                              <p:par>
                                <p:cTn id="16" presetID="15"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1000" fill="hold"/>
                                        <p:tgtEl>
                                          <p:spTgt spid="14"/>
                                        </p:tgtEl>
                                        <p:attrNameLst>
                                          <p:attrName>ppt_w</p:attrName>
                                        </p:attrNameLst>
                                      </p:cBhvr>
                                      <p:tavLst>
                                        <p:tav tm="0">
                                          <p:val>
                                            <p:fltVal val="0"/>
                                          </p:val>
                                        </p:tav>
                                        <p:tav tm="100000">
                                          <p:val>
                                            <p:strVal val="#ppt_w"/>
                                          </p:val>
                                        </p:tav>
                                      </p:tavLst>
                                    </p:anim>
                                    <p:anim calcmode="lin" valueType="num">
                                      <p:cBhvr>
                                        <p:cTn id="19" dur="1000" fill="hold"/>
                                        <p:tgtEl>
                                          <p:spTgt spid="14"/>
                                        </p:tgtEl>
                                        <p:attrNameLst>
                                          <p:attrName>ppt_h</p:attrName>
                                        </p:attrNameLst>
                                      </p:cBhvr>
                                      <p:tavLst>
                                        <p:tav tm="0">
                                          <p:val>
                                            <p:fltVal val="0"/>
                                          </p:val>
                                        </p:tav>
                                        <p:tav tm="100000">
                                          <p:val>
                                            <p:strVal val="#ppt_h"/>
                                          </p:val>
                                        </p:tav>
                                      </p:tavLst>
                                    </p:anim>
                                    <p:anim calcmode="lin" valueType="num">
                                      <p:cBhvr>
                                        <p:cTn id="20" dur="1000" fill="hold"/>
                                        <p:tgtEl>
                                          <p:spTgt spid="14"/>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14"/>
                                        </p:tgtEl>
                                        <p:attrNameLst>
                                          <p:attrName>ppt_y</p:attrName>
                                        </p:attrNameLst>
                                      </p:cBhvr>
                                      <p:tavLst>
                                        <p:tav tm="0" fmla="#ppt_y+(sin(-2*pi*(1-$))*-#ppt_x+cos(-2*pi*(1-$))*(1-#ppt_y))*(1-$)">
                                          <p:val>
                                            <p:fltVal val="0"/>
                                          </p:val>
                                        </p:tav>
                                        <p:tav tm="100000">
                                          <p:val>
                                            <p:fltVal val="1"/>
                                          </p:val>
                                        </p:tav>
                                      </p:tavLst>
                                    </p:anim>
                                  </p:childTnLst>
                                </p:cTn>
                              </p:par>
                              <p:par>
                                <p:cTn id="22" presetID="15" presetClass="entr" presetSubtype="0" fill="hold" nodeType="withEffect">
                                  <p:stCondLst>
                                    <p:cond delay="0"/>
                                  </p:stCondLst>
                                  <p:childTnLst>
                                    <p:set>
                                      <p:cBhvr>
                                        <p:cTn id="23" dur="1" fill="hold">
                                          <p:stCondLst>
                                            <p:cond delay="0"/>
                                          </p:stCondLst>
                                        </p:cTn>
                                        <p:tgtEl>
                                          <p:spTgt spid="46"/>
                                        </p:tgtEl>
                                        <p:attrNameLst>
                                          <p:attrName>style.visibility</p:attrName>
                                        </p:attrNameLst>
                                      </p:cBhvr>
                                      <p:to>
                                        <p:strVal val="visible"/>
                                      </p:to>
                                    </p:set>
                                    <p:anim calcmode="lin" valueType="num">
                                      <p:cBhvr>
                                        <p:cTn id="24" dur="1000" fill="hold"/>
                                        <p:tgtEl>
                                          <p:spTgt spid="46"/>
                                        </p:tgtEl>
                                        <p:attrNameLst>
                                          <p:attrName>ppt_w</p:attrName>
                                        </p:attrNameLst>
                                      </p:cBhvr>
                                      <p:tavLst>
                                        <p:tav tm="0">
                                          <p:val>
                                            <p:fltVal val="0"/>
                                          </p:val>
                                        </p:tav>
                                        <p:tav tm="100000">
                                          <p:val>
                                            <p:strVal val="#ppt_w"/>
                                          </p:val>
                                        </p:tav>
                                      </p:tavLst>
                                    </p:anim>
                                    <p:anim calcmode="lin" valueType="num">
                                      <p:cBhvr>
                                        <p:cTn id="25" dur="1000" fill="hold"/>
                                        <p:tgtEl>
                                          <p:spTgt spid="46"/>
                                        </p:tgtEl>
                                        <p:attrNameLst>
                                          <p:attrName>ppt_h</p:attrName>
                                        </p:attrNameLst>
                                      </p:cBhvr>
                                      <p:tavLst>
                                        <p:tav tm="0">
                                          <p:val>
                                            <p:fltVal val="0"/>
                                          </p:val>
                                        </p:tav>
                                        <p:tav tm="100000">
                                          <p:val>
                                            <p:strVal val="#ppt_h"/>
                                          </p:val>
                                        </p:tav>
                                      </p:tavLst>
                                    </p:anim>
                                    <p:anim calcmode="lin" valueType="num">
                                      <p:cBhvr>
                                        <p:cTn id="26" dur="1000" fill="hold"/>
                                        <p:tgtEl>
                                          <p:spTgt spid="46"/>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46"/>
                                        </p:tgtEl>
                                        <p:attrNameLst>
                                          <p:attrName>ppt_y</p:attrName>
                                        </p:attrNameLst>
                                      </p:cBhvr>
                                      <p:tavLst>
                                        <p:tav tm="0" fmla="#ppt_y+(sin(-2*pi*(1-$))*-#ppt_x+cos(-2*pi*(1-$))*(1-#ppt_y))*(1-$)">
                                          <p:val>
                                            <p:fltVal val="0"/>
                                          </p:val>
                                        </p:tav>
                                        <p:tav tm="100000">
                                          <p:val>
                                            <p:fltVal val="1"/>
                                          </p:val>
                                        </p:tav>
                                      </p:tavLst>
                                    </p:anim>
                                  </p:childTnLst>
                                </p:cTn>
                              </p:par>
                              <p:par>
                                <p:cTn id="28" presetID="15" presetClass="entr" presetSubtype="0"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1000" fill="hold"/>
                                        <p:tgtEl>
                                          <p:spTgt spid="17"/>
                                        </p:tgtEl>
                                        <p:attrNameLst>
                                          <p:attrName>ppt_w</p:attrName>
                                        </p:attrNameLst>
                                      </p:cBhvr>
                                      <p:tavLst>
                                        <p:tav tm="0">
                                          <p:val>
                                            <p:fltVal val="0"/>
                                          </p:val>
                                        </p:tav>
                                        <p:tav tm="100000">
                                          <p:val>
                                            <p:strVal val="#ppt_w"/>
                                          </p:val>
                                        </p:tav>
                                      </p:tavLst>
                                    </p:anim>
                                    <p:anim calcmode="lin" valueType="num">
                                      <p:cBhvr>
                                        <p:cTn id="31" dur="1000" fill="hold"/>
                                        <p:tgtEl>
                                          <p:spTgt spid="17"/>
                                        </p:tgtEl>
                                        <p:attrNameLst>
                                          <p:attrName>ppt_h</p:attrName>
                                        </p:attrNameLst>
                                      </p:cBhvr>
                                      <p:tavLst>
                                        <p:tav tm="0">
                                          <p:val>
                                            <p:fltVal val="0"/>
                                          </p:val>
                                        </p:tav>
                                        <p:tav tm="100000">
                                          <p:val>
                                            <p:strVal val="#ppt_h"/>
                                          </p:val>
                                        </p:tav>
                                      </p:tavLst>
                                    </p:anim>
                                    <p:anim calcmode="lin" valueType="num">
                                      <p:cBhvr>
                                        <p:cTn id="32" dur="1000" fill="hold"/>
                                        <p:tgtEl>
                                          <p:spTgt spid="17"/>
                                        </p:tgtEl>
                                        <p:attrNameLst>
                                          <p:attrName>ppt_x</p:attrName>
                                        </p:attrNameLst>
                                      </p:cBhvr>
                                      <p:tavLst>
                                        <p:tav tm="0" fmla="#ppt_x+(cos(-2*pi*(1-$))*-#ppt_x-sin(-2*pi*(1-$))*(1-#ppt_y))*(1-$)">
                                          <p:val>
                                            <p:fltVal val="0"/>
                                          </p:val>
                                        </p:tav>
                                        <p:tav tm="100000">
                                          <p:val>
                                            <p:fltVal val="1"/>
                                          </p:val>
                                        </p:tav>
                                      </p:tavLst>
                                    </p:anim>
                                    <p:anim calcmode="lin" valueType="num">
                                      <p:cBhvr>
                                        <p:cTn id="33" dur="1000" fill="hold"/>
                                        <p:tgtEl>
                                          <p:spTgt spid="17"/>
                                        </p:tgtEl>
                                        <p:attrNameLst>
                                          <p:attrName>ppt_y</p:attrName>
                                        </p:attrNameLst>
                                      </p:cBhvr>
                                      <p:tavLst>
                                        <p:tav tm="0" fmla="#ppt_y+(sin(-2*pi*(1-$))*-#ppt_x+cos(-2*pi*(1-$))*(1-#ppt_y))*(1-$)">
                                          <p:val>
                                            <p:fltVal val="0"/>
                                          </p:val>
                                        </p:tav>
                                        <p:tav tm="100000">
                                          <p:val>
                                            <p:fltVal val="1"/>
                                          </p:val>
                                        </p:tav>
                                      </p:tavLst>
                                    </p:anim>
                                  </p:childTnLst>
                                </p:cTn>
                              </p:par>
                              <p:par>
                                <p:cTn id="34" presetID="15" presetClass="entr" presetSubtype="0" fill="hold" nodeType="withEffect">
                                  <p:stCondLst>
                                    <p:cond delay="0"/>
                                  </p:stCondLst>
                                  <p:childTnLst>
                                    <p:set>
                                      <p:cBhvr>
                                        <p:cTn id="35" dur="1" fill="hold">
                                          <p:stCondLst>
                                            <p:cond delay="0"/>
                                          </p:stCondLst>
                                        </p:cTn>
                                        <p:tgtEl>
                                          <p:spTgt spid="49"/>
                                        </p:tgtEl>
                                        <p:attrNameLst>
                                          <p:attrName>style.visibility</p:attrName>
                                        </p:attrNameLst>
                                      </p:cBhvr>
                                      <p:to>
                                        <p:strVal val="visible"/>
                                      </p:to>
                                    </p:set>
                                    <p:anim calcmode="lin" valueType="num">
                                      <p:cBhvr>
                                        <p:cTn id="36" dur="1000" fill="hold"/>
                                        <p:tgtEl>
                                          <p:spTgt spid="49"/>
                                        </p:tgtEl>
                                        <p:attrNameLst>
                                          <p:attrName>ppt_w</p:attrName>
                                        </p:attrNameLst>
                                      </p:cBhvr>
                                      <p:tavLst>
                                        <p:tav tm="0">
                                          <p:val>
                                            <p:fltVal val="0"/>
                                          </p:val>
                                        </p:tav>
                                        <p:tav tm="100000">
                                          <p:val>
                                            <p:strVal val="#ppt_w"/>
                                          </p:val>
                                        </p:tav>
                                      </p:tavLst>
                                    </p:anim>
                                    <p:anim calcmode="lin" valueType="num">
                                      <p:cBhvr>
                                        <p:cTn id="37" dur="1000" fill="hold"/>
                                        <p:tgtEl>
                                          <p:spTgt spid="49"/>
                                        </p:tgtEl>
                                        <p:attrNameLst>
                                          <p:attrName>ppt_h</p:attrName>
                                        </p:attrNameLst>
                                      </p:cBhvr>
                                      <p:tavLst>
                                        <p:tav tm="0">
                                          <p:val>
                                            <p:fltVal val="0"/>
                                          </p:val>
                                        </p:tav>
                                        <p:tav tm="100000">
                                          <p:val>
                                            <p:strVal val="#ppt_h"/>
                                          </p:val>
                                        </p:tav>
                                      </p:tavLst>
                                    </p:anim>
                                    <p:anim calcmode="lin" valueType="num">
                                      <p:cBhvr>
                                        <p:cTn id="38" dur="1000" fill="hold"/>
                                        <p:tgtEl>
                                          <p:spTgt spid="49"/>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49"/>
                                        </p:tgtEl>
                                        <p:attrNameLst>
                                          <p:attrName>ppt_y</p:attrName>
                                        </p:attrNameLst>
                                      </p:cBhvr>
                                      <p:tavLst>
                                        <p:tav tm="0" fmla="#ppt_y+(sin(-2*pi*(1-$))*-#ppt_x+cos(-2*pi*(1-$))*(1-#ppt_y))*(1-$)">
                                          <p:val>
                                            <p:fltVal val="0"/>
                                          </p:val>
                                        </p:tav>
                                        <p:tav tm="100000">
                                          <p:val>
                                            <p:fltVal val="1"/>
                                          </p:val>
                                        </p:tav>
                                      </p:tavLst>
                                    </p:anim>
                                  </p:childTnLst>
                                </p:cTn>
                              </p:par>
                              <p:par>
                                <p:cTn id="40" presetID="15" presetClass="entr" presetSubtype="0" fill="hold" nodeType="withEffect">
                                  <p:stCondLst>
                                    <p:cond delay="0"/>
                                  </p:stCondLst>
                                  <p:childTnLst>
                                    <p:set>
                                      <p:cBhvr>
                                        <p:cTn id="41" dur="1" fill="hold">
                                          <p:stCondLst>
                                            <p:cond delay="0"/>
                                          </p:stCondLst>
                                        </p:cTn>
                                        <p:tgtEl>
                                          <p:spTgt spid="58"/>
                                        </p:tgtEl>
                                        <p:attrNameLst>
                                          <p:attrName>style.visibility</p:attrName>
                                        </p:attrNameLst>
                                      </p:cBhvr>
                                      <p:to>
                                        <p:strVal val="visible"/>
                                      </p:to>
                                    </p:set>
                                    <p:anim calcmode="lin" valueType="num">
                                      <p:cBhvr>
                                        <p:cTn id="42" dur="1000" fill="hold"/>
                                        <p:tgtEl>
                                          <p:spTgt spid="58"/>
                                        </p:tgtEl>
                                        <p:attrNameLst>
                                          <p:attrName>ppt_w</p:attrName>
                                        </p:attrNameLst>
                                      </p:cBhvr>
                                      <p:tavLst>
                                        <p:tav tm="0">
                                          <p:val>
                                            <p:fltVal val="0"/>
                                          </p:val>
                                        </p:tav>
                                        <p:tav tm="100000">
                                          <p:val>
                                            <p:strVal val="#ppt_w"/>
                                          </p:val>
                                        </p:tav>
                                      </p:tavLst>
                                    </p:anim>
                                    <p:anim calcmode="lin" valueType="num">
                                      <p:cBhvr>
                                        <p:cTn id="43" dur="1000" fill="hold"/>
                                        <p:tgtEl>
                                          <p:spTgt spid="58"/>
                                        </p:tgtEl>
                                        <p:attrNameLst>
                                          <p:attrName>ppt_h</p:attrName>
                                        </p:attrNameLst>
                                      </p:cBhvr>
                                      <p:tavLst>
                                        <p:tav tm="0">
                                          <p:val>
                                            <p:fltVal val="0"/>
                                          </p:val>
                                        </p:tav>
                                        <p:tav tm="100000">
                                          <p:val>
                                            <p:strVal val="#ppt_h"/>
                                          </p:val>
                                        </p:tav>
                                      </p:tavLst>
                                    </p:anim>
                                    <p:anim calcmode="lin" valueType="num">
                                      <p:cBhvr>
                                        <p:cTn id="44" dur="1000" fill="hold"/>
                                        <p:tgtEl>
                                          <p:spTgt spid="58"/>
                                        </p:tgtEl>
                                        <p:attrNameLst>
                                          <p:attrName>ppt_x</p:attrName>
                                        </p:attrNameLst>
                                      </p:cBhvr>
                                      <p:tavLst>
                                        <p:tav tm="0" fmla="#ppt_x+(cos(-2*pi*(1-$))*-#ppt_x-sin(-2*pi*(1-$))*(1-#ppt_y))*(1-$)">
                                          <p:val>
                                            <p:fltVal val="0"/>
                                          </p:val>
                                        </p:tav>
                                        <p:tav tm="100000">
                                          <p:val>
                                            <p:fltVal val="1"/>
                                          </p:val>
                                        </p:tav>
                                      </p:tavLst>
                                    </p:anim>
                                    <p:anim calcmode="lin" valueType="num">
                                      <p:cBhvr>
                                        <p:cTn id="45" dur="1000" fill="hold"/>
                                        <p:tgtEl>
                                          <p:spTgt spid="58"/>
                                        </p:tgtEl>
                                        <p:attrNameLst>
                                          <p:attrName>ppt_y</p:attrName>
                                        </p:attrNameLst>
                                      </p:cBhvr>
                                      <p:tavLst>
                                        <p:tav tm="0" fmla="#ppt_y+(sin(-2*pi*(1-$))*-#ppt_x+cos(-2*pi*(1-$))*(1-#ppt_y))*(1-$)">
                                          <p:val>
                                            <p:fltVal val="0"/>
                                          </p:val>
                                        </p:tav>
                                        <p:tav tm="100000">
                                          <p:val>
                                            <p:fltVal val="1"/>
                                          </p:val>
                                        </p:tav>
                                      </p:tavLst>
                                    </p:anim>
                                  </p:childTnLst>
                                </p:cTn>
                              </p:par>
                              <p:par>
                                <p:cTn id="46" presetID="15" presetClass="entr" presetSubtype="0" fill="hold" nodeType="withEffect">
                                  <p:stCondLst>
                                    <p:cond delay="0"/>
                                  </p:stCondLst>
                                  <p:childTnLst>
                                    <p:set>
                                      <p:cBhvr>
                                        <p:cTn id="47" dur="1" fill="hold">
                                          <p:stCondLst>
                                            <p:cond delay="0"/>
                                          </p:stCondLst>
                                        </p:cTn>
                                        <p:tgtEl>
                                          <p:spTgt spid="55"/>
                                        </p:tgtEl>
                                        <p:attrNameLst>
                                          <p:attrName>style.visibility</p:attrName>
                                        </p:attrNameLst>
                                      </p:cBhvr>
                                      <p:to>
                                        <p:strVal val="visible"/>
                                      </p:to>
                                    </p:set>
                                    <p:anim calcmode="lin" valueType="num">
                                      <p:cBhvr>
                                        <p:cTn id="48" dur="1000" fill="hold"/>
                                        <p:tgtEl>
                                          <p:spTgt spid="55"/>
                                        </p:tgtEl>
                                        <p:attrNameLst>
                                          <p:attrName>ppt_w</p:attrName>
                                        </p:attrNameLst>
                                      </p:cBhvr>
                                      <p:tavLst>
                                        <p:tav tm="0">
                                          <p:val>
                                            <p:fltVal val="0"/>
                                          </p:val>
                                        </p:tav>
                                        <p:tav tm="100000">
                                          <p:val>
                                            <p:strVal val="#ppt_w"/>
                                          </p:val>
                                        </p:tav>
                                      </p:tavLst>
                                    </p:anim>
                                    <p:anim calcmode="lin" valueType="num">
                                      <p:cBhvr>
                                        <p:cTn id="49" dur="1000" fill="hold"/>
                                        <p:tgtEl>
                                          <p:spTgt spid="55"/>
                                        </p:tgtEl>
                                        <p:attrNameLst>
                                          <p:attrName>ppt_h</p:attrName>
                                        </p:attrNameLst>
                                      </p:cBhvr>
                                      <p:tavLst>
                                        <p:tav tm="0">
                                          <p:val>
                                            <p:fltVal val="0"/>
                                          </p:val>
                                        </p:tav>
                                        <p:tav tm="100000">
                                          <p:val>
                                            <p:strVal val="#ppt_h"/>
                                          </p:val>
                                        </p:tav>
                                      </p:tavLst>
                                    </p:anim>
                                    <p:anim calcmode="lin" valueType="num">
                                      <p:cBhvr>
                                        <p:cTn id="50" dur="1000" fill="hold"/>
                                        <p:tgtEl>
                                          <p:spTgt spid="55"/>
                                        </p:tgtEl>
                                        <p:attrNameLst>
                                          <p:attrName>ppt_x</p:attrName>
                                        </p:attrNameLst>
                                      </p:cBhvr>
                                      <p:tavLst>
                                        <p:tav tm="0" fmla="#ppt_x+(cos(-2*pi*(1-$))*-#ppt_x-sin(-2*pi*(1-$))*(1-#ppt_y))*(1-$)">
                                          <p:val>
                                            <p:fltVal val="0"/>
                                          </p:val>
                                        </p:tav>
                                        <p:tav tm="100000">
                                          <p:val>
                                            <p:fltVal val="1"/>
                                          </p:val>
                                        </p:tav>
                                      </p:tavLst>
                                    </p:anim>
                                    <p:anim calcmode="lin" valueType="num">
                                      <p:cBhvr>
                                        <p:cTn id="51" dur="1000" fill="hold"/>
                                        <p:tgtEl>
                                          <p:spTgt spid="55"/>
                                        </p:tgtEl>
                                        <p:attrNameLst>
                                          <p:attrName>ppt_y</p:attrName>
                                        </p:attrNameLst>
                                      </p:cBhvr>
                                      <p:tavLst>
                                        <p:tav tm="0" fmla="#ppt_y+(sin(-2*pi*(1-$))*-#ppt_x+cos(-2*pi*(1-$))*(1-#ppt_y))*(1-$)">
                                          <p:val>
                                            <p:fltVal val="0"/>
                                          </p:val>
                                        </p:tav>
                                        <p:tav tm="100000">
                                          <p:val>
                                            <p:fltVal val="1"/>
                                          </p:val>
                                        </p:tav>
                                      </p:tavLst>
                                    </p:anim>
                                  </p:childTnLst>
                                </p:cTn>
                              </p:par>
                              <p:par>
                                <p:cTn id="52" presetID="15" presetClass="entr" presetSubtype="0" fill="hold" nodeType="withEffect">
                                  <p:stCondLst>
                                    <p:cond delay="0"/>
                                  </p:stCondLst>
                                  <p:childTnLst>
                                    <p:set>
                                      <p:cBhvr>
                                        <p:cTn id="53" dur="1" fill="hold">
                                          <p:stCondLst>
                                            <p:cond delay="0"/>
                                          </p:stCondLst>
                                        </p:cTn>
                                        <p:tgtEl>
                                          <p:spTgt spid="61"/>
                                        </p:tgtEl>
                                        <p:attrNameLst>
                                          <p:attrName>style.visibility</p:attrName>
                                        </p:attrNameLst>
                                      </p:cBhvr>
                                      <p:to>
                                        <p:strVal val="visible"/>
                                      </p:to>
                                    </p:set>
                                    <p:anim calcmode="lin" valueType="num">
                                      <p:cBhvr>
                                        <p:cTn id="54" dur="1000" fill="hold"/>
                                        <p:tgtEl>
                                          <p:spTgt spid="61"/>
                                        </p:tgtEl>
                                        <p:attrNameLst>
                                          <p:attrName>ppt_w</p:attrName>
                                        </p:attrNameLst>
                                      </p:cBhvr>
                                      <p:tavLst>
                                        <p:tav tm="0">
                                          <p:val>
                                            <p:fltVal val="0"/>
                                          </p:val>
                                        </p:tav>
                                        <p:tav tm="100000">
                                          <p:val>
                                            <p:strVal val="#ppt_w"/>
                                          </p:val>
                                        </p:tav>
                                      </p:tavLst>
                                    </p:anim>
                                    <p:anim calcmode="lin" valueType="num">
                                      <p:cBhvr>
                                        <p:cTn id="55" dur="1000" fill="hold"/>
                                        <p:tgtEl>
                                          <p:spTgt spid="61"/>
                                        </p:tgtEl>
                                        <p:attrNameLst>
                                          <p:attrName>ppt_h</p:attrName>
                                        </p:attrNameLst>
                                      </p:cBhvr>
                                      <p:tavLst>
                                        <p:tav tm="0">
                                          <p:val>
                                            <p:fltVal val="0"/>
                                          </p:val>
                                        </p:tav>
                                        <p:tav tm="100000">
                                          <p:val>
                                            <p:strVal val="#ppt_h"/>
                                          </p:val>
                                        </p:tav>
                                      </p:tavLst>
                                    </p:anim>
                                    <p:anim calcmode="lin" valueType="num">
                                      <p:cBhvr>
                                        <p:cTn id="56" dur="1000" fill="hold"/>
                                        <p:tgtEl>
                                          <p:spTgt spid="61"/>
                                        </p:tgtEl>
                                        <p:attrNameLst>
                                          <p:attrName>ppt_x</p:attrName>
                                        </p:attrNameLst>
                                      </p:cBhvr>
                                      <p:tavLst>
                                        <p:tav tm="0" fmla="#ppt_x+(cos(-2*pi*(1-$))*-#ppt_x-sin(-2*pi*(1-$))*(1-#ppt_y))*(1-$)">
                                          <p:val>
                                            <p:fltVal val="0"/>
                                          </p:val>
                                        </p:tav>
                                        <p:tav tm="100000">
                                          <p:val>
                                            <p:fltVal val="1"/>
                                          </p:val>
                                        </p:tav>
                                      </p:tavLst>
                                    </p:anim>
                                    <p:anim calcmode="lin" valueType="num">
                                      <p:cBhvr>
                                        <p:cTn id="57" dur="1000" fill="hold"/>
                                        <p:tgtEl>
                                          <p:spTgt spid="61"/>
                                        </p:tgtEl>
                                        <p:attrNameLst>
                                          <p:attrName>ppt_y</p:attrName>
                                        </p:attrNameLst>
                                      </p:cBhvr>
                                      <p:tavLst>
                                        <p:tav tm="0" fmla="#ppt_y+(sin(-2*pi*(1-$))*-#ppt_x+cos(-2*pi*(1-$))*(1-#ppt_y))*(1-$)">
                                          <p:val>
                                            <p:fltVal val="0"/>
                                          </p:val>
                                        </p:tav>
                                        <p:tav tm="100000">
                                          <p:val>
                                            <p:fltVal val="1"/>
                                          </p:val>
                                        </p:tav>
                                      </p:tavLst>
                                    </p:anim>
                                  </p:childTnLst>
                                </p:cTn>
                              </p:par>
                              <p:par>
                                <p:cTn id="58" presetID="15" presetClass="entr" presetSubtype="0" fill="hold" nodeType="withEffect">
                                  <p:stCondLst>
                                    <p:cond delay="0"/>
                                  </p:stCondLst>
                                  <p:childTnLst>
                                    <p:set>
                                      <p:cBhvr>
                                        <p:cTn id="59" dur="1" fill="hold">
                                          <p:stCondLst>
                                            <p:cond delay="0"/>
                                          </p:stCondLst>
                                        </p:cTn>
                                        <p:tgtEl>
                                          <p:spTgt spid="29"/>
                                        </p:tgtEl>
                                        <p:attrNameLst>
                                          <p:attrName>style.visibility</p:attrName>
                                        </p:attrNameLst>
                                      </p:cBhvr>
                                      <p:to>
                                        <p:strVal val="visible"/>
                                      </p:to>
                                    </p:set>
                                    <p:anim calcmode="lin" valueType="num">
                                      <p:cBhvr>
                                        <p:cTn id="60" dur="1000" fill="hold"/>
                                        <p:tgtEl>
                                          <p:spTgt spid="29"/>
                                        </p:tgtEl>
                                        <p:attrNameLst>
                                          <p:attrName>ppt_w</p:attrName>
                                        </p:attrNameLst>
                                      </p:cBhvr>
                                      <p:tavLst>
                                        <p:tav tm="0">
                                          <p:val>
                                            <p:fltVal val="0"/>
                                          </p:val>
                                        </p:tav>
                                        <p:tav tm="100000">
                                          <p:val>
                                            <p:strVal val="#ppt_w"/>
                                          </p:val>
                                        </p:tav>
                                      </p:tavLst>
                                    </p:anim>
                                    <p:anim calcmode="lin" valueType="num">
                                      <p:cBhvr>
                                        <p:cTn id="61" dur="1000" fill="hold"/>
                                        <p:tgtEl>
                                          <p:spTgt spid="29"/>
                                        </p:tgtEl>
                                        <p:attrNameLst>
                                          <p:attrName>ppt_h</p:attrName>
                                        </p:attrNameLst>
                                      </p:cBhvr>
                                      <p:tavLst>
                                        <p:tav tm="0">
                                          <p:val>
                                            <p:fltVal val="0"/>
                                          </p:val>
                                        </p:tav>
                                        <p:tav tm="100000">
                                          <p:val>
                                            <p:strVal val="#ppt_h"/>
                                          </p:val>
                                        </p:tav>
                                      </p:tavLst>
                                    </p:anim>
                                    <p:anim calcmode="lin" valueType="num">
                                      <p:cBhvr>
                                        <p:cTn id="62" dur="1000" fill="hold"/>
                                        <p:tgtEl>
                                          <p:spTgt spid="29"/>
                                        </p:tgtEl>
                                        <p:attrNameLst>
                                          <p:attrName>ppt_x</p:attrName>
                                        </p:attrNameLst>
                                      </p:cBhvr>
                                      <p:tavLst>
                                        <p:tav tm="0" fmla="#ppt_x+(cos(-2*pi*(1-$))*-#ppt_x-sin(-2*pi*(1-$))*(1-#ppt_y))*(1-$)">
                                          <p:val>
                                            <p:fltVal val="0"/>
                                          </p:val>
                                        </p:tav>
                                        <p:tav tm="100000">
                                          <p:val>
                                            <p:fltVal val="1"/>
                                          </p:val>
                                        </p:tav>
                                      </p:tavLst>
                                    </p:anim>
                                    <p:anim calcmode="lin" valueType="num">
                                      <p:cBhvr>
                                        <p:cTn id="63" dur="1000" fill="hold"/>
                                        <p:tgtEl>
                                          <p:spTgt spid="29"/>
                                        </p:tgtEl>
                                        <p:attrNameLst>
                                          <p:attrName>ppt_y</p:attrName>
                                        </p:attrNameLst>
                                      </p:cBhvr>
                                      <p:tavLst>
                                        <p:tav tm="0" fmla="#ppt_y+(sin(-2*pi*(1-$))*-#ppt_x+cos(-2*pi*(1-$))*(1-#ppt_y))*(1-$)">
                                          <p:val>
                                            <p:fltVal val="0"/>
                                          </p:val>
                                        </p:tav>
                                        <p:tav tm="100000">
                                          <p:val>
                                            <p:fltVal val="1"/>
                                          </p:val>
                                        </p:tav>
                                      </p:tavLst>
                                    </p:anim>
                                  </p:childTnLst>
                                </p:cTn>
                              </p:par>
                              <p:par>
                                <p:cTn id="64" presetID="15" presetClass="entr" presetSubtype="0" fill="hold" nodeType="withEffect">
                                  <p:stCondLst>
                                    <p:cond delay="0"/>
                                  </p:stCondLst>
                                  <p:childTnLst>
                                    <p:set>
                                      <p:cBhvr>
                                        <p:cTn id="65" dur="1" fill="hold">
                                          <p:stCondLst>
                                            <p:cond delay="0"/>
                                          </p:stCondLst>
                                        </p:cTn>
                                        <p:tgtEl>
                                          <p:spTgt spid="52"/>
                                        </p:tgtEl>
                                        <p:attrNameLst>
                                          <p:attrName>style.visibility</p:attrName>
                                        </p:attrNameLst>
                                      </p:cBhvr>
                                      <p:to>
                                        <p:strVal val="visible"/>
                                      </p:to>
                                    </p:set>
                                    <p:anim calcmode="lin" valueType="num">
                                      <p:cBhvr>
                                        <p:cTn id="66" dur="1000" fill="hold"/>
                                        <p:tgtEl>
                                          <p:spTgt spid="52"/>
                                        </p:tgtEl>
                                        <p:attrNameLst>
                                          <p:attrName>ppt_w</p:attrName>
                                        </p:attrNameLst>
                                      </p:cBhvr>
                                      <p:tavLst>
                                        <p:tav tm="0">
                                          <p:val>
                                            <p:fltVal val="0"/>
                                          </p:val>
                                        </p:tav>
                                        <p:tav tm="100000">
                                          <p:val>
                                            <p:strVal val="#ppt_w"/>
                                          </p:val>
                                        </p:tav>
                                      </p:tavLst>
                                    </p:anim>
                                    <p:anim calcmode="lin" valueType="num">
                                      <p:cBhvr>
                                        <p:cTn id="67" dur="1000" fill="hold"/>
                                        <p:tgtEl>
                                          <p:spTgt spid="52"/>
                                        </p:tgtEl>
                                        <p:attrNameLst>
                                          <p:attrName>ppt_h</p:attrName>
                                        </p:attrNameLst>
                                      </p:cBhvr>
                                      <p:tavLst>
                                        <p:tav tm="0">
                                          <p:val>
                                            <p:fltVal val="0"/>
                                          </p:val>
                                        </p:tav>
                                        <p:tav tm="100000">
                                          <p:val>
                                            <p:strVal val="#ppt_h"/>
                                          </p:val>
                                        </p:tav>
                                      </p:tavLst>
                                    </p:anim>
                                    <p:anim calcmode="lin" valueType="num">
                                      <p:cBhvr>
                                        <p:cTn id="68" dur="1000" fill="hold"/>
                                        <p:tgtEl>
                                          <p:spTgt spid="52"/>
                                        </p:tgtEl>
                                        <p:attrNameLst>
                                          <p:attrName>ppt_x</p:attrName>
                                        </p:attrNameLst>
                                      </p:cBhvr>
                                      <p:tavLst>
                                        <p:tav tm="0" fmla="#ppt_x+(cos(-2*pi*(1-$))*-#ppt_x-sin(-2*pi*(1-$))*(1-#ppt_y))*(1-$)">
                                          <p:val>
                                            <p:fltVal val="0"/>
                                          </p:val>
                                        </p:tav>
                                        <p:tav tm="100000">
                                          <p:val>
                                            <p:fltVal val="1"/>
                                          </p:val>
                                        </p:tav>
                                      </p:tavLst>
                                    </p:anim>
                                    <p:anim calcmode="lin" valueType="num">
                                      <p:cBhvr>
                                        <p:cTn id="69" dur="1000" fill="hold"/>
                                        <p:tgtEl>
                                          <p:spTgt spid="52"/>
                                        </p:tgtEl>
                                        <p:attrNameLst>
                                          <p:attrName>ppt_y</p:attrName>
                                        </p:attrNameLst>
                                      </p:cBhvr>
                                      <p:tavLst>
                                        <p:tav tm="0" fmla="#ppt_y+(sin(-2*pi*(1-$))*-#ppt_x+cos(-2*pi*(1-$))*(1-#ppt_y))*(1-$)">
                                          <p:val>
                                            <p:fltVal val="0"/>
                                          </p:val>
                                        </p:tav>
                                        <p:tav tm="100000">
                                          <p:val>
                                            <p:fltVal val="1"/>
                                          </p:val>
                                        </p:tav>
                                      </p:tavLst>
                                    </p:anim>
                                  </p:childTnLst>
                                </p:cTn>
                              </p:par>
                              <p:par>
                                <p:cTn id="70" presetID="15" presetClass="entr" presetSubtype="0" fill="hold" nodeType="withEffect">
                                  <p:stCondLst>
                                    <p:cond delay="0"/>
                                  </p:stCondLst>
                                  <p:childTnLst>
                                    <p:set>
                                      <p:cBhvr>
                                        <p:cTn id="71" dur="1" fill="hold">
                                          <p:stCondLst>
                                            <p:cond delay="0"/>
                                          </p:stCondLst>
                                        </p:cTn>
                                        <p:tgtEl>
                                          <p:spTgt spid="24"/>
                                        </p:tgtEl>
                                        <p:attrNameLst>
                                          <p:attrName>style.visibility</p:attrName>
                                        </p:attrNameLst>
                                      </p:cBhvr>
                                      <p:to>
                                        <p:strVal val="visible"/>
                                      </p:to>
                                    </p:set>
                                    <p:anim calcmode="lin" valueType="num">
                                      <p:cBhvr>
                                        <p:cTn id="72" dur="1000" fill="hold"/>
                                        <p:tgtEl>
                                          <p:spTgt spid="24"/>
                                        </p:tgtEl>
                                        <p:attrNameLst>
                                          <p:attrName>ppt_w</p:attrName>
                                        </p:attrNameLst>
                                      </p:cBhvr>
                                      <p:tavLst>
                                        <p:tav tm="0">
                                          <p:val>
                                            <p:fltVal val="0"/>
                                          </p:val>
                                        </p:tav>
                                        <p:tav tm="100000">
                                          <p:val>
                                            <p:strVal val="#ppt_w"/>
                                          </p:val>
                                        </p:tav>
                                      </p:tavLst>
                                    </p:anim>
                                    <p:anim calcmode="lin" valueType="num">
                                      <p:cBhvr>
                                        <p:cTn id="73" dur="1000" fill="hold"/>
                                        <p:tgtEl>
                                          <p:spTgt spid="24"/>
                                        </p:tgtEl>
                                        <p:attrNameLst>
                                          <p:attrName>ppt_h</p:attrName>
                                        </p:attrNameLst>
                                      </p:cBhvr>
                                      <p:tavLst>
                                        <p:tav tm="0">
                                          <p:val>
                                            <p:fltVal val="0"/>
                                          </p:val>
                                        </p:tav>
                                        <p:tav tm="100000">
                                          <p:val>
                                            <p:strVal val="#ppt_h"/>
                                          </p:val>
                                        </p:tav>
                                      </p:tavLst>
                                    </p:anim>
                                    <p:anim calcmode="lin" valueType="num">
                                      <p:cBhvr>
                                        <p:cTn id="74" dur="1000" fill="hold"/>
                                        <p:tgtEl>
                                          <p:spTgt spid="24"/>
                                        </p:tgtEl>
                                        <p:attrNameLst>
                                          <p:attrName>ppt_x</p:attrName>
                                        </p:attrNameLst>
                                      </p:cBhvr>
                                      <p:tavLst>
                                        <p:tav tm="0" fmla="#ppt_x+(cos(-2*pi*(1-$))*-#ppt_x-sin(-2*pi*(1-$))*(1-#ppt_y))*(1-$)">
                                          <p:val>
                                            <p:fltVal val="0"/>
                                          </p:val>
                                        </p:tav>
                                        <p:tav tm="100000">
                                          <p:val>
                                            <p:fltVal val="1"/>
                                          </p:val>
                                        </p:tav>
                                      </p:tavLst>
                                    </p:anim>
                                    <p:anim calcmode="lin" valueType="num">
                                      <p:cBhvr>
                                        <p:cTn id="75" dur="1000" fill="hold"/>
                                        <p:tgtEl>
                                          <p:spTgt spid="24"/>
                                        </p:tgtEl>
                                        <p:attrNameLst>
                                          <p:attrName>ppt_y</p:attrName>
                                        </p:attrNameLst>
                                      </p:cBhvr>
                                      <p:tavLst>
                                        <p:tav tm="0" fmla="#ppt_y+(sin(-2*pi*(1-$))*-#ppt_x+cos(-2*pi*(1-$))*(1-#ppt_y))*(1-$)">
                                          <p:val>
                                            <p:fltVal val="0"/>
                                          </p:val>
                                        </p:tav>
                                        <p:tav tm="100000">
                                          <p:val>
                                            <p:fltVal val="1"/>
                                          </p:val>
                                        </p:tav>
                                      </p:tavLst>
                                    </p:anim>
                                  </p:childTnLst>
                                </p:cTn>
                              </p:par>
                              <p:par>
                                <p:cTn id="76" presetID="15" presetClass="entr" presetSubtype="0" fill="hold" nodeType="withEffect">
                                  <p:stCondLst>
                                    <p:cond delay="0"/>
                                  </p:stCondLst>
                                  <p:childTnLst>
                                    <p:set>
                                      <p:cBhvr>
                                        <p:cTn id="77" dur="1" fill="hold">
                                          <p:stCondLst>
                                            <p:cond delay="0"/>
                                          </p:stCondLst>
                                        </p:cTn>
                                        <p:tgtEl>
                                          <p:spTgt spid="21"/>
                                        </p:tgtEl>
                                        <p:attrNameLst>
                                          <p:attrName>style.visibility</p:attrName>
                                        </p:attrNameLst>
                                      </p:cBhvr>
                                      <p:to>
                                        <p:strVal val="visible"/>
                                      </p:to>
                                    </p:set>
                                    <p:anim calcmode="lin" valueType="num">
                                      <p:cBhvr>
                                        <p:cTn id="78" dur="1000" fill="hold"/>
                                        <p:tgtEl>
                                          <p:spTgt spid="21"/>
                                        </p:tgtEl>
                                        <p:attrNameLst>
                                          <p:attrName>ppt_w</p:attrName>
                                        </p:attrNameLst>
                                      </p:cBhvr>
                                      <p:tavLst>
                                        <p:tav tm="0">
                                          <p:val>
                                            <p:fltVal val="0"/>
                                          </p:val>
                                        </p:tav>
                                        <p:tav tm="100000">
                                          <p:val>
                                            <p:strVal val="#ppt_w"/>
                                          </p:val>
                                        </p:tav>
                                      </p:tavLst>
                                    </p:anim>
                                    <p:anim calcmode="lin" valueType="num">
                                      <p:cBhvr>
                                        <p:cTn id="79" dur="1000" fill="hold"/>
                                        <p:tgtEl>
                                          <p:spTgt spid="21"/>
                                        </p:tgtEl>
                                        <p:attrNameLst>
                                          <p:attrName>ppt_h</p:attrName>
                                        </p:attrNameLst>
                                      </p:cBhvr>
                                      <p:tavLst>
                                        <p:tav tm="0">
                                          <p:val>
                                            <p:fltVal val="0"/>
                                          </p:val>
                                        </p:tav>
                                        <p:tav tm="100000">
                                          <p:val>
                                            <p:strVal val="#ppt_h"/>
                                          </p:val>
                                        </p:tav>
                                      </p:tavLst>
                                    </p:anim>
                                    <p:anim calcmode="lin" valueType="num">
                                      <p:cBhvr>
                                        <p:cTn id="80" dur="1000" fill="hold"/>
                                        <p:tgtEl>
                                          <p:spTgt spid="21"/>
                                        </p:tgtEl>
                                        <p:attrNameLst>
                                          <p:attrName>ppt_x</p:attrName>
                                        </p:attrNameLst>
                                      </p:cBhvr>
                                      <p:tavLst>
                                        <p:tav tm="0" fmla="#ppt_x+(cos(-2*pi*(1-$))*-#ppt_x-sin(-2*pi*(1-$))*(1-#ppt_y))*(1-$)">
                                          <p:val>
                                            <p:fltVal val="0"/>
                                          </p:val>
                                        </p:tav>
                                        <p:tav tm="100000">
                                          <p:val>
                                            <p:fltVal val="1"/>
                                          </p:val>
                                        </p:tav>
                                      </p:tavLst>
                                    </p:anim>
                                    <p:anim calcmode="lin" valueType="num">
                                      <p:cBhvr>
                                        <p:cTn id="81" dur="1000" fill="hold"/>
                                        <p:tgtEl>
                                          <p:spTgt spid="21"/>
                                        </p:tgtEl>
                                        <p:attrNameLst>
                                          <p:attrName>ppt_y</p:attrName>
                                        </p:attrNameLst>
                                      </p:cBhvr>
                                      <p:tavLst>
                                        <p:tav tm="0" fmla="#ppt_y+(sin(-2*pi*(1-$))*-#ppt_x+cos(-2*pi*(1-$))*(1-#ppt_y))*(1-$)">
                                          <p:val>
                                            <p:fltVal val="0"/>
                                          </p:val>
                                        </p:tav>
                                        <p:tav tm="100000">
                                          <p:val>
                                            <p:fltVal val="1"/>
                                          </p:val>
                                        </p:tav>
                                      </p:tavLst>
                                    </p:anim>
                                  </p:childTnLst>
                                </p:cTn>
                              </p:par>
                              <p:par>
                                <p:cTn id="82" presetID="15" presetClass="entr" presetSubtype="0" fill="hold" nodeType="withEffect">
                                  <p:stCondLst>
                                    <p:cond delay="0"/>
                                  </p:stCondLst>
                                  <p:childTnLst>
                                    <p:set>
                                      <p:cBhvr>
                                        <p:cTn id="83" dur="1" fill="hold">
                                          <p:stCondLst>
                                            <p:cond delay="0"/>
                                          </p:stCondLst>
                                        </p:cTn>
                                        <p:tgtEl>
                                          <p:spTgt spid="9"/>
                                        </p:tgtEl>
                                        <p:attrNameLst>
                                          <p:attrName>style.visibility</p:attrName>
                                        </p:attrNameLst>
                                      </p:cBhvr>
                                      <p:to>
                                        <p:strVal val="visible"/>
                                      </p:to>
                                    </p:set>
                                    <p:anim calcmode="lin" valueType="num">
                                      <p:cBhvr>
                                        <p:cTn id="84" dur="1000" fill="hold"/>
                                        <p:tgtEl>
                                          <p:spTgt spid="9"/>
                                        </p:tgtEl>
                                        <p:attrNameLst>
                                          <p:attrName>ppt_w</p:attrName>
                                        </p:attrNameLst>
                                      </p:cBhvr>
                                      <p:tavLst>
                                        <p:tav tm="0">
                                          <p:val>
                                            <p:fltVal val="0"/>
                                          </p:val>
                                        </p:tav>
                                        <p:tav tm="100000">
                                          <p:val>
                                            <p:strVal val="#ppt_w"/>
                                          </p:val>
                                        </p:tav>
                                      </p:tavLst>
                                    </p:anim>
                                    <p:anim calcmode="lin" valueType="num">
                                      <p:cBhvr>
                                        <p:cTn id="85" dur="1000" fill="hold"/>
                                        <p:tgtEl>
                                          <p:spTgt spid="9"/>
                                        </p:tgtEl>
                                        <p:attrNameLst>
                                          <p:attrName>ppt_h</p:attrName>
                                        </p:attrNameLst>
                                      </p:cBhvr>
                                      <p:tavLst>
                                        <p:tav tm="0">
                                          <p:val>
                                            <p:fltVal val="0"/>
                                          </p:val>
                                        </p:tav>
                                        <p:tav tm="100000">
                                          <p:val>
                                            <p:strVal val="#ppt_h"/>
                                          </p:val>
                                        </p:tav>
                                      </p:tavLst>
                                    </p:anim>
                                    <p:anim calcmode="lin" valueType="num">
                                      <p:cBhvr>
                                        <p:cTn id="86"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87" dur="1000" fill="hold"/>
                                        <p:tgtEl>
                                          <p:spTgt spid="9"/>
                                        </p:tgtEl>
                                        <p:attrNameLst>
                                          <p:attrName>ppt_y</p:attrName>
                                        </p:attrNameLst>
                                      </p:cBhvr>
                                      <p:tavLst>
                                        <p:tav tm="0" fmla="#ppt_y+(sin(-2*pi*(1-$))*-#ppt_x+cos(-2*pi*(1-$))*(1-#ppt_y))*(1-$)">
                                          <p:val>
                                            <p:fltVal val="0"/>
                                          </p:val>
                                        </p:tav>
                                        <p:tav tm="100000">
                                          <p:val>
                                            <p:fltVal val="1"/>
                                          </p:val>
                                        </p:tav>
                                      </p:tavLst>
                                    </p:anim>
                                  </p:childTnLst>
                                </p:cTn>
                              </p:par>
                              <p:par>
                                <p:cTn id="88" presetID="15" presetClass="entr" presetSubtype="0" fill="hold" nodeType="withEffect">
                                  <p:stCondLst>
                                    <p:cond delay="0"/>
                                  </p:stCondLst>
                                  <p:childTnLst>
                                    <p:set>
                                      <p:cBhvr>
                                        <p:cTn id="89" dur="1" fill="hold">
                                          <p:stCondLst>
                                            <p:cond delay="0"/>
                                          </p:stCondLst>
                                        </p:cTn>
                                        <p:tgtEl>
                                          <p:spTgt spid="43"/>
                                        </p:tgtEl>
                                        <p:attrNameLst>
                                          <p:attrName>style.visibility</p:attrName>
                                        </p:attrNameLst>
                                      </p:cBhvr>
                                      <p:to>
                                        <p:strVal val="visible"/>
                                      </p:to>
                                    </p:set>
                                    <p:anim calcmode="lin" valueType="num">
                                      <p:cBhvr>
                                        <p:cTn id="90" dur="1000" fill="hold"/>
                                        <p:tgtEl>
                                          <p:spTgt spid="43"/>
                                        </p:tgtEl>
                                        <p:attrNameLst>
                                          <p:attrName>ppt_w</p:attrName>
                                        </p:attrNameLst>
                                      </p:cBhvr>
                                      <p:tavLst>
                                        <p:tav tm="0">
                                          <p:val>
                                            <p:fltVal val="0"/>
                                          </p:val>
                                        </p:tav>
                                        <p:tav tm="100000">
                                          <p:val>
                                            <p:strVal val="#ppt_w"/>
                                          </p:val>
                                        </p:tav>
                                      </p:tavLst>
                                    </p:anim>
                                    <p:anim calcmode="lin" valueType="num">
                                      <p:cBhvr>
                                        <p:cTn id="91" dur="1000" fill="hold"/>
                                        <p:tgtEl>
                                          <p:spTgt spid="43"/>
                                        </p:tgtEl>
                                        <p:attrNameLst>
                                          <p:attrName>ppt_h</p:attrName>
                                        </p:attrNameLst>
                                      </p:cBhvr>
                                      <p:tavLst>
                                        <p:tav tm="0">
                                          <p:val>
                                            <p:fltVal val="0"/>
                                          </p:val>
                                        </p:tav>
                                        <p:tav tm="100000">
                                          <p:val>
                                            <p:strVal val="#ppt_h"/>
                                          </p:val>
                                        </p:tav>
                                      </p:tavLst>
                                    </p:anim>
                                    <p:anim calcmode="lin" valueType="num">
                                      <p:cBhvr>
                                        <p:cTn id="92" dur="1000" fill="hold"/>
                                        <p:tgtEl>
                                          <p:spTgt spid="43"/>
                                        </p:tgtEl>
                                        <p:attrNameLst>
                                          <p:attrName>ppt_x</p:attrName>
                                        </p:attrNameLst>
                                      </p:cBhvr>
                                      <p:tavLst>
                                        <p:tav tm="0" fmla="#ppt_x+(cos(-2*pi*(1-$))*-#ppt_x-sin(-2*pi*(1-$))*(1-#ppt_y))*(1-$)">
                                          <p:val>
                                            <p:fltVal val="0"/>
                                          </p:val>
                                        </p:tav>
                                        <p:tav tm="100000">
                                          <p:val>
                                            <p:fltVal val="1"/>
                                          </p:val>
                                        </p:tav>
                                      </p:tavLst>
                                    </p:anim>
                                    <p:anim calcmode="lin" valueType="num">
                                      <p:cBhvr>
                                        <p:cTn id="93" dur="1000" fill="hold"/>
                                        <p:tgtEl>
                                          <p:spTgt spid="43"/>
                                        </p:tgtEl>
                                        <p:attrNameLst>
                                          <p:attrName>ppt_y</p:attrName>
                                        </p:attrNameLst>
                                      </p:cBhvr>
                                      <p:tavLst>
                                        <p:tav tm="0" fmla="#ppt_y+(sin(-2*pi*(1-$))*-#ppt_x+cos(-2*pi*(1-$))*(1-#ppt_y))*(1-$)">
                                          <p:val>
                                            <p:fltVal val="0"/>
                                          </p:val>
                                        </p:tav>
                                        <p:tav tm="100000">
                                          <p:val>
                                            <p:fltVal val="1"/>
                                          </p:val>
                                        </p:tav>
                                      </p:tavLst>
                                    </p:anim>
                                  </p:childTnLst>
                                </p:cTn>
                              </p:par>
                              <p:par>
                                <p:cTn id="94" presetID="15"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 calcmode="lin" valueType="num">
                                      <p:cBhvr>
                                        <p:cTn id="96" dur="1000" fill="hold"/>
                                        <p:tgtEl>
                                          <p:spTgt spid="39"/>
                                        </p:tgtEl>
                                        <p:attrNameLst>
                                          <p:attrName>ppt_w</p:attrName>
                                        </p:attrNameLst>
                                      </p:cBhvr>
                                      <p:tavLst>
                                        <p:tav tm="0">
                                          <p:val>
                                            <p:fltVal val="0"/>
                                          </p:val>
                                        </p:tav>
                                        <p:tav tm="100000">
                                          <p:val>
                                            <p:strVal val="#ppt_w"/>
                                          </p:val>
                                        </p:tav>
                                      </p:tavLst>
                                    </p:anim>
                                    <p:anim calcmode="lin" valueType="num">
                                      <p:cBhvr>
                                        <p:cTn id="97" dur="1000" fill="hold"/>
                                        <p:tgtEl>
                                          <p:spTgt spid="39"/>
                                        </p:tgtEl>
                                        <p:attrNameLst>
                                          <p:attrName>ppt_h</p:attrName>
                                        </p:attrNameLst>
                                      </p:cBhvr>
                                      <p:tavLst>
                                        <p:tav tm="0">
                                          <p:val>
                                            <p:fltVal val="0"/>
                                          </p:val>
                                        </p:tav>
                                        <p:tav tm="100000">
                                          <p:val>
                                            <p:strVal val="#ppt_h"/>
                                          </p:val>
                                        </p:tav>
                                      </p:tavLst>
                                    </p:anim>
                                    <p:anim calcmode="lin" valueType="num">
                                      <p:cBhvr>
                                        <p:cTn id="98" dur="1000" fill="hold"/>
                                        <p:tgtEl>
                                          <p:spTgt spid="39"/>
                                        </p:tgtEl>
                                        <p:attrNameLst>
                                          <p:attrName>ppt_x</p:attrName>
                                        </p:attrNameLst>
                                      </p:cBhvr>
                                      <p:tavLst>
                                        <p:tav tm="0" fmla="#ppt_x+(cos(-2*pi*(1-$))*-#ppt_x-sin(-2*pi*(1-$))*(1-#ppt_y))*(1-$)">
                                          <p:val>
                                            <p:fltVal val="0"/>
                                          </p:val>
                                        </p:tav>
                                        <p:tav tm="100000">
                                          <p:val>
                                            <p:fltVal val="1"/>
                                          </p:val>
                                        </p:tav>
                                      </p:tavLst>
                                    </p:anim>
                                    <p:anim calcmode="lin" valueType="num">
                                      <p:cBhvr>
                                        <p:cTn id="99" dur="1000" fill="hold"/>
                                        <p:tgtEl>
                                          <p:spTgt spid="39"/>
                                        </p:tgtEl>
                                        <p:attrNameLst>
                                          <p:attrName>ppt_y</p:attrName>
                                        </p:attrNameLst>
                                      </p:cBhvr>
                                      <p:tavLst>
                                        <p:tav tm="0" fmla="#ppt_y+(sin(-2*pi*(1-$))*-#ppt_x+cos(-2*pi*(1-$))*(1-#ppt_y))*(1-$)">
                                          <p:val>
                                            <p:fltVal val="0"/>
                                          </p:val>
                                        </p:tav>
                                        <p:tav tm="100000">
                                          <p:val>
                                            <p:fltVal val="1"/>
                                          </p:val>
                                        </p:tav>
                                      </p:tavLst>
                                    </p:anim>
                                  </p:childTnLst>
                                </p:cTn>
                              </p:par>
                              <p:par>
                                <p:cTn id="100" presetID="15" presetClass="entr" presetSubtype="0" fill="hold" nodeType="withEffect">
                                  <p:stCondLst>
                                    <p:cond delay="0"/>
                                  </p:stCondLst>
                                  <p:childTnLst>
                                    <p:set>
                                      <p:cBhvr>
                                        <p:cTn id="101" dur="1" fill="hold">
                                          <p:stCondLst>
                                            <p:cond delay="0"/>
                                          </p:stCondLst>
                                        </p:cTn>
                                        <p:tgtEl>
                                          <p:spTgt spid="32"/>
                                        </p:tgtEl>
                                        <p:attrNameLst>
                                          <p:attrName>style.visibility</p:attrName>
                                        </p:attrNameLst>
                                      </p:cBhvr>
                                      <p:to>
                                        <p:strVal val="visible"/>
                                      </p:to>
                                    </p:set>
                                    <p:anim calcmode="lin" valueType="num">
                                      <p:cBhvr>
                                        <p:cTn id="102" dur="1000" fill="hold"/>
                                        <p:tgtEl>
                                          <p:spTgt spid="32"/>
                                        </p:tgtEl>
                                        <p:attrNameLst>
                                          <p:attrName>ppt_w</p:attrName>
                                        </p:attrNameLst>
                                      </p:cBhvr>
                                      <p:tavLst>
                                        <p:tav tm="0">
                                          <p:val>
                                            <p:fltVal val="0"/>
                                          </p:val>
                                        </p:tav>
                                        <p:tav tm="100000">
                                          <p:val>
                                            <p:strVal val="#ppt_w"/>
                                          </p:val>
                                        </p:tav>
                                      </p:tavLst>
                                    </p:anim>
                                    <p:anim calcmode="lin" valueType="num">
                                      <p:cBhvr>
                                        <p:cTn id="103" dur="1000" fill="hold"/>
                                        <p:tgtEl>
                                          <p:spTgt spid="32"/>
                                        </p:tgtEl>
                                        <p:attrNameLst>
                                          <p:attrName>ppt_h</p:attrName>
                                        </p:attrNameLst>
                                      </p:cBhvr>
                                      <p:tavLst>
                                        <p:tav tm="0">
                                          <p:val>
                                            <p:fltVal val="0"/>
                                          </p:val>
                                        </p:tav>
                                        <p:tav tm="100000">
                                          <p:val>
                                            <p:strVal val="#ppt_h"/>
                                          </p:val>
                                        </p:tav>
                                      </p:tavLst>
                                    </p:anim>
                                    <p:anim calcmode="lin" valueType="num">
                                      <p:cBhvr>
                                        <p:cTn id="104" dur="1000" fill="hold"/>
                                        <p:tgtEl>
                                          <p:spTgt spid="32"/>
                                        </p:tgtEl>
                                        <p:attrNameLst>
                                          <p:attrName>ppt_x</p:attrName>
                                        </p:attrNameLst>
                                      </p:cBhvr>
                                      <p:tavLst>
                                        <p:tav tm="0" fmla="#ppt_x+(cos(-2*pi*(1-$))*-#ppt_x-sin(-2*pi*(1-$))*(1-#ppt_y))*(1-$)">
                                          <p:val>
                                            <p:fltVal val="0"/>
                                          </p:val>
                                        </p:tav>
                                        <p:tav tm="100000">
                                          <p:val>
                                            <p:fltVal val="1"/>
                                          </p:val>
                                        </p:tav>
                                      </p:tavLst>
                                    </p:anim>
                                    <p:anim calcmode="lin" valueType="num">
                                      <p:cBhvr>
                                        <p:cTn id="105" dur="1000" fill="hold"/>
                                        <p:tgtEl>
                                          <p:spTgt spid="3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6" fill="hold">
                      <p:stCondLst>
                        <p:cond delay="indefinite"/>
                      </p:stCondLst>
                      <p:childTnLst>
                        <p:par>
                          <p:cTn id="107" fill="hold">
                            <p:stCondLst>
                              <p:cond delay="0"/>
                            </p:stCondLst>
                            <p:childTnLst>
                              <p:par>
                                <p:cTn id="108" presetID="4" presetClass="entr" presetSubtype="16" fill="hold" nodeType="clickEffect">
                                  <p:stCondLst>
                                    <p:cond delay="0"/>
                                  </p:stCondLst>
                                  <p:childTnLst>
                                    <p:set>
                                      <p:cBhvr>
                                        <p:cTn id="109" dur="1" fill="hold">
                                          <p:stCondLst>
                                            <p:cond delay="0"/>
                                          </p:stCondLst>
                                        </p:cTn>
                                        <p:tgtEl>
                                          <p:spTgt spid="230"/>
                                        </p:tgtEl>
                                        <p:attrNameLst>
                                          <p:attrName>style.visibility</p:attrName>
                                        </p:attrNameLst>
                                      </p:cBhvr>
                                      <p:to>
                                        <p:strVal val="visible"/>
                                      </p:to>
                                    </p:set>
                                    <p:animEffect transition="in" filter="box(in)">
                                      <p:cBhvr>
                                        <p:cTn id="110" dur="500"/>
                                        <p:tgtEl>
                                          <p:spTgt spid="230"/>
                                        </p:tgtEl>
                                      </p:cBhvr>
                                    </p:animEffect>
                                  </p:childTnLst>
                                </p:cTn>
                              </p:par>
                              <p:par>
                                <p:cTn id="111" presetID="4" presetClass="entr" presetSubtype="16" fill="hold" nodeType="withEffect">
                                  <p:stCondLst>
                                    <p:cond delay="0"/>
                                  </p:stCondLst>
                                  <p:childTnLst>
                                    <p:set>
                                      <p:cBhvr>
                                        <p:cTn id="112" dur="1" fill="hold">
                                          <p:stCondLst>
                                            <p:cond delay="0"/>
                                          </p:stCondLst>
                                        </p:cTn>
                                        <p:tgtEl>
                                          <p:spTgt spid="233"/>
                                        </p:tgtEl>
                                        <p:attrNameLst>
                                          <p:attrName>style.visibility</p:attrName>
                                        </p:attrNameLst>
                                      </p:cBhvr>
                                      <p:to>
                                        <p:strVal val="visible"/>
                                      </p:to>
                                    </p:set>
                                    <p:animEffect transition="in" filter="box(in)">
                                      <p:cBhvr>
                                        <p:cTn id="113" dur="500"/>
                                        <p:tgtEl>
                                          <p:spTgt spid="233"/>
                                        </p:tgtEl>
                                      </p:cBhvr>
                                    </p:animEffect>
                                  </p:childTnLst>
                                </p:cTn>
                              </p:par>
                              <p:par>
                                <p:cTn id="114" presetID="4" presetClass="entr" presetSubtype="16" fill="hold" nodeType="withEffect">
                                  <p:stCondLst>
                                    <p:cond delay="0"/>
                                  </p:stCondLst>
                                  <p:childTnLst>
                                    <p:set>
                                      <p:cBhvr>
                                        <p:cTn id="115" dur="1" fill="hold">
                                          <p:stCondLst>
                                            <p:cond delay="0"/>
                                          </p:stCondLst>
                                        </p:cTn>
                                        <p:tgtEl>
                                          <p:spTgt spid="236"/>
                                        </p:tgtEl>
                                        <p:attrNameLst>
                                          <p:attrName>style.visibility</p:attrName>
                                        </p:attrNameLst>
                                      </p:cBhvr>
                                      <p:to>
                                        <p:strVal val="visible"/>
                                      </p:to>
                                    </p:set>
                                    <p:animEffect transition="in" filter="box(in)">
                                      <p:cBhvr>
                                        <p:cTn id="116" dur="500"/>
                                        <p:tgtEl>
                                          <p:spTgt spid="236"/>
                                        </p:tgtEl>
                                      </p:cBhvr>
                                    </p:animEffect>
                                  </p:childTnLst>
                                </p:cTn>
                              </p:par>
                              <p:par>
                                <p:cTn id="117" presetID="4" presetClass="entr" presetSubtype="16" fill="hold" nodeType="withEffect">
                                  <p:stCondLst>
                                    <p:cond delay="0"/>
                                  </p:stCondLst>
                                  <p:childTnLst>
                                    <p:set>
                                      <p:cBhvr>
                                        <p:cTn id="118" dur="1" fill="hold">
                                          <p:stCondLst>
                                            <p:cond delay="0"/>
                                          </p:stCondLst>
                                        </p:cTn>
                                        <p:tgtEl>
                                          <p:spTgt spid="239"/>
                                        </p:tgtEl>
                                        <p:attrNameLst>
                                          <p:attrName>style.visibility</p:attrName>
                                        </p:attrNameLst>
                                      </p:cBhvr>
                                      <p:to>
                                        <p:strVal val="visible"/>
                                      </p:to>
                                    </p:set>
                                    <p:animEffect transition="in" filter="box(in)">
                                      <p:cBhvr>
                                        <p:cTn id="119" dur="500"/>
                                        <p:tgtEl>
                                          <p:spTgt spid="239"/>
                                        </p:tgtEl>
                                      </p:cBhvr>
                                    </p:animEffect>
                                  </p:childTnLst>
                                </p:cTn>
                              </p:par>
                            </p:childTnLst>
                          </p:cTn>
                        </p:par>
                        <p:par>
                          <p:cTn id="120" fill="hold">
                            <p:stCondLst>
                              <p:cond delay="500"/>
                            </p:stCondLst>
                            <p:childTnLst>
                              <p:par>
                                <p:cTn id="121" presetID="4" presetClass="entr" presetSubtype="16" fill="hold" nodeType="afterEffect">
                                  <p:stCondLst>
                                    <p:cond delay="0"/>
                                  </p:stCondLst>
                                  <p:childTnLst>
                                    <p:set>
                                      <p:cBhvr>
                                        <p:cTn id="122" dur="1" fill="hold">
                                          <p:stCondLst>
                                            <p:cond delay="0"/>
                                          </p:stCondLst>
                                        </p:cTn>
                                        <p:tgtEl>
                                          <p:spTgt spid="263"/>
                                        </p:tgtEl>
                                        <p:attrNameLst>
                                          <p:attrName>style.visibility</p:attrName>
                                        </p:attrNameLst>
                                      </p:cBhvr>
                                      <p:to>
                                        <p:strVal val="visible"/>
                                      </p:to>
                                    </p:set>
                                    <p:animEffect transition="in" filter="box(in)">
                                      <p:cBhvr>
                                        <p:cTn id="123" dur="500"/>
                                        <p:tgtEl>
                                          <p:spTgt spid="263"/>
                                        </p:tgtEl>
                                      </p:cBhvr>
                                    </p:animEffect>
                                  </p:childTnLst>
                                </p:cTn>
                              </p:par>
                            </p:childTnLst>
                          </p:cTn>
                        </p:par>
                        <p:par>
                          <p:cTn id="124" fill="hold">
                            <p:stCondLst>
                              <p:cond delay="1000"/>
                            </p:stCondLst>
                            <p:childTnLst>
                              <p:par>
                                <p:cTn id="125" presetID="4" presetClass="entr" presetSubtype="16" fill="hold" nodeType="afterEffect">
                                  <p:stCondLst>
                                    <p:cond delay="0"/>
                                  </p:stCondLst>
                                  <p:childTnLst>
                                    <p:set>
                                      <p:cBhvr>
                                        <p:cTn id="126" dur="1" fill="hold">
                                          <p:stCondLst>
                                            <p:cond delay="0"/>
                                          </p:stCondLst>
                                        </p:cTn>
                                        <p:tgtEl>
                                          <p:spTgt spid="73"/>
                                        </p:tgtEl>
                                        <p:attrNameLst>
                                          <p:attrName>style.visibility</p:attrName>
                                        </p:attrNameLst>
                                      </p:cBhvr>
                                      <p:to>
                                        <p:strVal val="visible"/>
                                      </p:to>
                                    </p:set>
                                    <p:animEffect transition="in" filter="box(in)">
                                      <p:cBhvr>
                                        <p:cTn id="127" dur="500"/>
                                        <p:tgtEl>
                                          <p:spTgt spid="73"/>
                                        </p:tgtEl>
                                      </p:cBhvr>
                                    </p:animEffect>
                                  </p:childTnLst>
                                </p:cTn>
                              </p:par>
                            </p:childTnLst>
                          </p:cTn>
                        </p:par>
                        <p:par>
                          <p:cTn id="128" fill="hold">
                            <p:stCondLst>
                              <p:cond delay="1500"/>
                            </p:stCondLst>
                            <p:childTnLst>
                              <p:par>
                                <p:cTn id="129" presetID="4" presetClass="entr" presetSubtype="16" fill="hold" nodeType="afterEffect">
                                  <p:stCondLst>
                                    <p:cond delay="0"/>
                                  </p:stCondLst>
                                  <p:childTnLst>
                                    <p:set>
                                      <p:cBhvr>
                                        <p:cTn id="130" dur="1" fill="hold">
                                          <p:stCondLst>
                                            <p:cond delay="0"/>
                                          </p:stCondLst>
                                        </p:cTn>
                                        <p:tgtEl>
                                          <p:spTgt spid="66"/>
                                        </p:tgtEl>
                                        <p:attrNameLst>
                                          <p:attrName>style.visibility</p:attrName>
                                        </p:attrNameLst>
                                      </p:cBhvr>
                                      <p:to>
                                        <p:strVal val="visible"/>
                                      </p:to>
                                    </p:set>
                                    <p:animEffect transition="in" filter="box(in)">
                                      <p:cBhvr>
                                        <p:cTn id="131" dur="500"/>
                                        <p:tgtEl>
                                          <p:spTgt spid="66"/>
                                        </p:tgtEl>
                                      </p:cBhvr>
                                    </p:animEffect>
                                  </p:childTnLst>
                                </p:cTn>
                              </p:par>
                            </p:childTnLst>
                          </p:cTn>
                        </p:par>
                        <p:par>
                          <p:cTn id="132" fill="hold">
                            <p:stCondLst>
                              <p:cond delay="2000"/>
                            </p:stCondLst>
                            <p:childTnLst>
                              <p:par>
                                <p:cTn id="133" presetID="4" presetClass="entr" presetSubtype="16" fill="hold" nodeType="afterEffect">
                                  <p:stCondLst>
                                    <p:cond delay="0"/>
                                  </p:stCondLst>
                                  <p:childTnLst>
                                    <p:set>
                                      <p:cBhvr>
                                        <p:cTn id="134" dur="1" fill="hold">
                                          <p:stCondLst>
                                            <p:cond delay="0"/>
                                          </p:stCondLst>
                                        </p:cTn>
                                        <p:tgtEl>
                                          <p:spTgt spid="80"/>
                                        </p:tgtEl>
                                        <p:attrNameLst>
                                          <p:attrName>style.visibility</p:attrName>
                                        </p:attrNameLst>
                                      </p:cBhvr>
                                      <p:to>
                                        <p:strVal val="visible"/>
                                      </p:to>
                                    </p:set>
                                    <p:animEffect transition="in" filter="box(in)">
                                      <p:cBhvr>
                                        <p:cTn id="135" dur="500"/>
                                        <p:tgtEl>
                                          <p:spTgt spid="80"/>
                                        </p:tgtEl>
                                      </p:cBhvr>
                                    </p:animEffect>
                                  </p:childTnLst>
                                </p:cTn>
                              </p:par>
                            </p:childTnLst>
                          </p:cTn>
                        </p:par>
                        <p:par>
                          <p:cTn id="136" fill="hold">
                            <p:stCondLst>
                              <p:cond delay="2500"/>
                            </p:stCondLst>
                            <p:childTnLst>
                              <p:par>
                                <p:cTn id="137" presetID="4" presetClass="entr" presetSubtype="16" fill="hold" nodeType="afterEffect">
                                  <p:stCondLst>
                                    <p:cond delay="0"/>
                                  </p:stCondLst>
                                  <p:childTnLst>
                                    <p:set>
                                      <p:cBhvr>
                                        <p:cTn id="138" dur="1" fill="hold">
                                          <p:stCondLst>
                                            <p:cond delay="0"/>
                                          </p:stCondLst>
                                        </p:cTn>
                                        <p:tgtEl>
                                          <p:spTgt spid="266"/>
                                        </p:tgtEl>
                                        <p:attrNameLst>
                                          <p:attrName>style.visibility</p:attrName>
                                        </p:attrNameLst>
                                      </p:cBhvr>
                                      <p:to>
                                        <p:strVal val="visible"/>
                                      </p:to>
                                    </p:set>
                                    <p:animEffect transition="in" filter="box(in)">
                                      <p:cBhvr>
                                        <p:cTn id="139" dur="500"/>
                                        <p:tgtEl>
                                          <p:spTgt spid="266"/>
                                        </p:tgtEl>
                                      </p:cBhvr>
                                    </p:animEffect>
                                  </p:childTnLst>
                                </p:cTn>
                              </p:par>
                            </p:childTnLst>
                          </p:cTn>
                        </p:par>
                      </p:childTnLst>
                    </p:cTn>
                  </p:par>
                  <p:par>
                    <p:cTn id="140" fill="hold">
                      <p:stCondLst>
                        <p:cond delay="indefinite"/>
                      </p:stCondLst>
                      <p:childTnLst>
                        <p:par>
                          <p:cTn id="141" fill="hold">
                            <p:stCondLst>
                              <p:cond delay="0"/>
                            </p:stCondLst>
                            <p:childTnLst>
                              <p:par>
                                <p:cTn id="142" presetID="4" presetClass="entr" presetSubtype="16" fill="hold" nodeType="clickEffect">
                                  <p:stCondLst>
                                    <p:cond delay="0"/>
                                  </p:stCondLst>
                                  <p:childTnLst>
                                    <p:set>
                                      <p:cBhvr>
                                        <p:cTn id="143" dur="1" fill="hold">
                                          <p:stCondLst>
                                            <p:cond delay="0"/>
                                          </p:stCondLst>
                                        </p:cTn>
                                        <p:tgtEl>
                                          <p:spTgt spid="263"/>
                                        </p:tgtEl>
                                        <p:attrNameLst>
                                          <p:attrName>style.visibility</p:attrName>
                                        </p:attrNameLst>
                                      </p:cBhvr>
                                      <p:to>
                                        <p:strVal val="visible"/>
                                      </p:to>
                                    </p:set>
                                    <p:animEffect transition="in" filter="box(in)">
                                      <p:cBhvr>
                                        <p:cTn id="144" dur="500"/>
                                        <p:tgtEl>
                                          <p:spTgt spid="263"/>
                                        </p:tgtEl>
                                      </p:cBhvr>
                                    </p:animEffect>
                                  </p:childTnLst>
                                </p:cTn>
                              </p:par>
                              <p:par>
                                <p:cTn id="145" presetID="4" presetClass="entr" presetSubtype="16" fill="hold" nodeType="withEffect">
                                  <p:stCondLst>
                                    <p:cond delay="0"/>
                                  </p:stCondLst>
                                  <p:childTnLst>
                                    <p:set>
                                      <p:cBhvr>
                                        <p:cTn id="146" dur="1" fill="hold">
                                          <p:stCondLst>
                                            <p:cond delay="0"/>
                                          </p:stCondLst>
                                        </p:cTn>
                                        <p:tgtEl>
                                          <p:spTgt spid="73"/>
                                        </p:tgtEl>
                                        <p:attrNameLst>
                                          <p:attrName>style.visibility</p:attrName>
                                        </p:attrNameLst>
                                      </p:cBhvr>
                                      <p:to>
                                        <p:strVal val="visible"/>
                                      </p:to>
                                    </p:set>
                                    <p:animEffect transition="in" filter="box(in)">
                                      <p:cBhvr>
                                        <p:cTn id="147" dur="500"/>
                                        <p:tgtEl>
                                          <p:spTgt spid="73"/>
                                        </p:tgtEl>
                                      </p:cBhvr>
                                    </p:animEffect>
                                  </p:childTnLst>
                                </p:cTn>
                              </p:par>
                              <p:par>
                                <p:cTn id="148" presetID="4" presetClass="entr" presetSubtype="16" fill="hold" nodeType="withEffect">
                                  <p:stCondLst>
                                    <p:cond delay="0"/>
                                  </p:stCondLst>
                                  <p:childTnLst>
                                    <p:set>
                                      <p:cBhvr>
                                        <p:cTn id="149" dur="1" fill="hold">
                                          <p:stCondLst>
                                            <p:cond delay="0"/>
                                          </p:stCondLst>
                                        </p:cTn>
                                        <p:tgtEl>
                                          <p:spTgt spid="66"/>
                                        </p:tgtEl>
                                        <p:attrNameLst>
                                          <p:attrName>style.visibility</p:attrName>
                                        </p:attrNameLst>
                                      </p:cBhvr>
                                      <p:to>
                                        <p:strVal val="visible"/>
                                      </p:to>
                                    </p:set>
                                    <p:animEffect transition="in" filter="box(in)">
                                      <p:cBhvr>
                                        <p:cTn id="150" dur="500"/>
                                        <p:tgtEl>
                                          <p:spTgt spid="66"/>
                                        </p:tgtEl>
                                      </p:cBhvr>
                                    </p:animEffect>
                                  </p:childTnLst>
                                </p:cTn>
                              </p:par>
                              <p:par>
                                <p:cTn id="151" presetID="4" presetClass="entr" presetSubtype="16" fill="hold" nodeType="withEffect">
                                  <p:stCondLst>
                                    <p:cond delay="0"/>
                                  </p:stCondLst>
                                  <p:childTnLst>
                                    <p:set>
                                      <p:cBhvr>
                                        <p:cTn id="152" dur="1" fill="hold">
                                          <p:stCondLst>
                                            <p:cond delay="0"/>
                                          </p:stCondLst>
                                        </p:cTn>
                                        <p:tgtEl>
                                          <p:spTgt spid="80"/>
                                        </p:tgtEl>
                                        <p:attrNameLst>
                                          <p:attrName>style.visibility</p:attrName>
                                        </p:attrNameLst>
                                      </p:cBhvr>
                                      <p:to>
                                        <p:strVal val="visible"/>
                                      </p:to>
                                    </p:set>
                                    <p:animEffect transition="in" filter="box(in)">
                                      <p:cBhvr>
                                        <p:cTn id="153" dur="500"/>
                                        <p:tgtEl>
                                          <p:spTgt spid="80"/>
                                        </p:tgtEl>
                                      </p:cBhvr>
                                    </p:animEffect>
                                  </p:childTnLst>
                                </p:cTn>
                              </p:par>
                              <p:par>
                                <p:cTn id="154" presetID="4" presetClass="entr" presetSubtype="16" fill="hold" nodeType="withEffect">
                                  <p:stCondLst>
                                    <p:cond delay="0"/>
                                  </p:stCondLst>
                                  <p:childTnLst>
                                    <p:set>
                                      <p:cBhvr>
                                        <p:cTn id="155" dur="1" fill="hold">
                                          <p:stCondLst>
                                            <p:cond delay="0"/>
                                          </p:stCondLst>
                                        </p:cTn>
                                        <p:tgtEl>
                                          <p:spTgt spid="266"/>
                                        </p:tgtEl>
                                        <p:attrNameLst>
                                          <p:attrName>style.visibility</p:attrName>
                                        </p:attrNameLst>
                                      </p:cBhvr>
                                      <p:to>
                                        <p:strVal val="visible"/>
                                      </p:to>
                                    </p:set>
                                    <p:animEffect transition="in" filter="box(in)">
                                      <p:cBhvr>
                                        <p:cTn id="156" dur="500"/>
                                        <p:tgtEl>
                                          <p:spTgt spid="266"/>
                                        </p:tgtEl>
                                      </p:cBhvr>
                                    </p:animEffect>
                                  </p:childTnLst>
                                </p:cTn>
                              </p:par>
                              <p:par>
                                <p:cTn id="157" presetID="4" presetClass="entr" presetSubtype="16" fill="hold" nodeType="withEffect">
                                  <p:stCondLst>
                                    <p:cond delay="0"/>
                                  </p:stCondLst>
                                  <p:childTnLst>
                                    <p:set>
                                      <p:cBhvr>
                                        <p:cTn id="158" dur="1" fill="hold">
                                          <p:stCondLst>
                                            <p:cond delay="0"/>
                                          </p:stCondLst>
                                        </p:cTn>
                                        <p:tgtEl>
                                          <p:spTgt spid="148"/>
                                        </p:tgtEl>
                                        <p:attrNameLst>
                                          <p:attrName>style.visibility</p:attrName>
                                        </p:attrNameLst>
                                      </p:cBhvr>
                                      <p:to>
                                        <p:strVal val="visible"/>
                                      </p:to>
                                    </p:set>
                                    <p:animEffect transition="in" filter="box(in)">
                                      <p:cBhvr>
                                        <p:cTn id="159" dur="500"/>
                                        <p:tgtEl>
                                          <p:spTgt spid="148"/>
                                        </p:tgtEl>
                                      </p:cBhvr>
                                    </p:animEffect>
                                  </p:childTnLst>
                                </p:cTn>
                              </p:par>
                              <p:par>
                                <p:cTn id="160" presetID="4" presetClass="entr" presetSubtype="16" fill="hold" nodeType="withEffect">
                                  <p:stCondLst>
                                    <p:cond delay="0"/>
                                  </p:stCondLst>
                                  <p:childTnLst>
                                    <p:set>
                                      <p:cBhvr>
                                        <p:cTn id="161" dur="1" fill="hold">
                                          <p:stCondLst>
                                            <p:cond delay="0"/>
                                          </p:stCondLst>
                                        </p:cTn>
                                        <p:tgtEl>
                                          <p:spTgt spid="155"/>
                                        </p:tgtEl>
                                        <p:attrNameLst>
                                          <p:attrName>style.visibility</p:attrName>
                                        </p:attrNameLst>
                                      </p:cBhvr>
                                      <p:to>
                                        <p:strVal val="visible"/>
                                      </p:to>
                                    </p:set>
                                    <p:animEffect transition="in" filter="box(in)">
                                      <p:cBhvr>
                                        <p:cTn id="162" dur="500"/>
                                        <p:tgtEl>
                                          <p:spTgt spid="155"/>
                                        </p:tgtEl>
                                      </p:cBhvr>
                                    </p:animEffect>
                                  </p:childTnLst>
                                </p:cTn>
                              </p:par>
                              <p:par>
                                <p:cTn id="163" presetID="4" presetClass="entr" presetSubtype="16" fill="hold" nodeType="withEffect">
                                  <p:stCondLst>
                                    <p:cond delay="0"/>
                                  </p:stCondLst>
                                  <p:childTnLst>
                                    <p:set>
                                      <p:cBhvr>
                                        <p:cTn id="164" dur="1" fill="hold">
                                          <p:stCondLst>
                                            <p:cond delay="0"/>
                                          </p:stCondLst>
                                        </p:cTn>
                                        <p:tgtEl>
                                          <p:spTgt spid="162"/>
                                        </p:tgtEl>
                                        <p:attrNameLst>
                                          <p:attrName>style.visibility</p:attrName>
                                        </p:attrNameLst>
                                      </p:cBhvr>
                                      <p:to>
                                        <p:strVal val="visible"/>
                                      </p:to>
                                    </p:set>
                                    <p:animEffect transition="in" filter="box(in)">
                                      <p:cBhvr>
                                        <p:cTn id="165" dur="500"/>
                                        <p:tgtEl>
                                          <p:spTgt spid="162"/>
                                        </p:tgtEl>
                                      </p:cBhvr>
                                    </p:animEffect>
                                  </p:childTnLst>
                                </p:cTn>
                              </p:par>
                              <p:par>
                                <p:cTn id="166" presetID="4" presetClass="entr" presetSubtype="16" fill="hold" nodeType="withEffect">
                                  <p:stCondLst>
                                    <p:cond delay="0"/>
                                  </p:stCondLst>
                                  <p:childTnLst>
                                    <p:set>
                                      <p:cBhvr>
                                        <p:cTn id="167" dur="1" fill="hold">
                                          <p:stCondLst>
                                            <p:cond delay="0"/>
                                          </p:stCondLst>
                                        </p:cTn>
                                        <p:tgtEl>
                                          <p:spTgt spid="169"/>
                                        </p:tgtEl>
                                        <p:attrNameLst>
                                          <p:attrName>style.visibility</p:attrName>
                                        </p:attrNameLst>
                                      </p:cBhvr>
                                      <p:to>
                                        <p:strVal val="visible"/>
                                      </p:to>
                                    </p:set>
                                    <p:animEffect transition="in" filter="box(in)">
                                      <p:cBhvr>
                                        <p:cTn id="168" dur="500"/>
                                        <p:tgtEl>
                                          <p:spTgt spid="169"/>
                                        </p:tgtEl>
                                      </p:cBhvr>
                                    </p:animEffect>
                                  </p:childTnLst>
                                </p:cTn>
                              </p:par>
                              <p:par>
                                <p:cTn id="169" presetID="4" presetClass="entr" presetSubtype="16" fill="hold" nodeType="withEffect">
                                  <p:stCondLst>
                                    <p:cond delay="0"/>
                                  </p:stCondLst>
                                  <p:childTnLst>
                                    <p:set>
                                      <p:cBhvr>
                                        <p:cTn id="170" dur="1" fill="hold">
                                          <p:stCondLst>
                                            <p:cond delay="0"/>
                                          </p:stCondLst>
                                        </p:cTn>
                                        <p:tgtEl>
                                          <p:spTgt spid="260"/>
                                        </p:tgtEl>
                                        <p:attrNameLst>
                                          <p:attrName>style.visibility</p:attrName>
                                        </p:attrNameLst>
                                      </p:cBhvr>
                                      <p:to>
                                        <p:strVal val="visible"/>
                                      </p:to>
                                    </p:set>
                                    <p:animEffect transition="in" filter="box(in)">
                                      <p:cBhvr>
                                        <p:cTn id="171" dur="500"/>
                                        <p:tgtEl>
                                          <p:spTgt spid="260"/>
                                        </p:tgtEl>
                                      </p:cBhvr>
                                    </p:animEffect>
                                  </p:childTnLst>
                                </p:cTn>
                              </p:par>
                              <p:par>
                                <p:cTn id="172" presetID="4" presetClass="entr" presetSubtype="16" fill="hold" nodeType="withEffect">
                                  <p:stCondLst>
                                    <p:cond delay="0"/>
                                  </p:stCondLst>
                                  <p:childTnLst>
                                    <p:set>
                                      <p:cBhvr>
                                        <p:cTn id="173" dur="1" fill="hold">
                                          <p:stCondLst>
                                            <p:cond delay="0"/>
                                          </p:stCondLst>
                                        </p:cTn>
                                        <p:tgtEl>
                                          <p:spTgt spid="87"/>
                                        </p:tgtEl>
                                        <p:attrNameLst>
                                          <p:attrName>style.visibility</p:attrName>
                                        </p:attrNameLst>
                                      </p:cBhvr>
                                      <p:to>
                                        <p:strVal val="visible"/>
                                      </p:to>
                                    </p:set>
                                    <p:animEffect transition="in" filter="box(in)">
                                      <p:cBhvr>
                                        <p:cTn id="174" dur="500"/>
                                        <p:tgtEl>
                                          <p:spTgt spid="87"/>
                                        </p:tgtEl>
                                      </p:cBhvr>
                                    </p:animEffect>
                                  </p:childTnLst>
                                </p:cTn>
                              </p:par>
                              <p:par>
                                <p:cTn id="175" presetID="4" presetClass="entr" presetSubtype="16" fill="hold" nodeType="withEffect">
                                  <p:stCondLst>
                                    <p:cond delay="0"/>
                                  </p:stCondLst>
                                  <p:childTnLst>
                                    <p:set>
                                      <p:cBhvr>
                                        <p:cTn id="176" dur="1" fill="hold">
                                          <p:stCondLst>
                                            <p:cond delay="0"/>
                                          </p:stCondLst>
                                        </p:cTn>
                                        <p:tgtEl>
                                          <p:spTgt spid="92"/>
                                        </p:tgtEl>
                                        <p:attrNameLst>
                                          <p:attrName>style.visibility</p:attrName>
                                        </p:attrNameLst>
                                      </p:cBhvr>
                                      <p:to>
                                        <p:strVal val="visible"/>
                                      </p:to>
                                    </p:set>
                                    <p:animEffect transition="in" filter="box(in)">
                                      <p:cBhvr>
                                        <p:cTn id="177" dur="500"/>
                                        <p:tgtEl>
                                          <p:spTgt spid="92"/>
                                        </p:tgtEl>
                                      </p:cBhvr>
                                    </p:animEffect>
                                  </p:childTnLst>
                                </p:cTn>
                              </p:par>
                              <p:par>
                                <p:cTn id="178" presetID="4" presetClass="entr" presetSubtype="16" fill="hold" nodeType="withEffect">
                                  <p:stCondLst>
                                    <p:cond delay="0"/>
                                  </p:stCondLst>
                                  <p:childTnLst>
                                    <p:set>
                                      <p:cBhvr>
                                        <p:cTn id="179" dur="1" fill="hold">
                                          <p:stCondLst>
                                            <p:cond delay="0"/>
                                          </p:stCondLst>
                                        </p:cTn>
                                        <p:tgtEl>
                                          <p:spTgt spid="99"/>
                                        </p:tgtEl>
                                        <p:attrNameLst>
                                          <p:attrName>style.visibility</p:attrName>
                                        </p:attrNameLst>
                                      </p:cBhvr>
                                      <p:to>
                                        <p:strVal val="visible"/>
                                      </p:to>
                                    </p:set>
                                    <p:animEffect transition="in" filter="box(in)">
                                      <p:cBhvr>
                                        <p:cTn id="180" dur="500"/>
                                        <p:tgtEl>
                                          <p:spTgt spid="99"/>
                                        </p:tgtEl>
                                      </p:cBhvr>
                                    </p:animEffect>
                                  </p:childTnLst>
                                </p:cTn>
                              </p:par>
                              <p:par>
                                <p:cTn id="181" presetID="4" presetClass="entr" presetSubtype="16" fill="hold" nodeType="withEffect">
                                  <p:stCondLst>
                                    <p:cond delay="0"/>
                                  </p:stCondLst>
                                  <p:childTnLst>
                                    <p:set>
                                      <p:cBhvr>
                                        <p:cTn id="182" dur="1" fill="hold">
                                          <p:stCondLst>
                                            <p:cond delay="0"/>
                                          </p:stCondLst>
                                        </p:cTn>
                                        <p:tgtEl>
                                          <p:spTgt spid="269"/>
                                        </p:tgtEl>
                                        <p:attrNameLst>
                                          <p:attrName>style.visibility</p:attrName>
                                        </p:attrNameLst>
                                      </p:cBhvr>
                                      <p:to>
                                        <p:strVal val="visible"/>
                                      </p:to>
                                    </p:set>
                                    <p:animEffect transition="in" filter="box(in)">
                                      <p:cBhvr>
                                        <p:cTn id="183" dur="500"/>
                                        <p:tgtEl>
                                          <p:spTgt spid="269"/>
                                        </p:tgtEl>
                                      </p:cBhvr>
                                    </p:animEffect>
                                  </p:childTnLst>
                                </p:cTn>
                              </p:par>
                            </p:childTnLst>
                          </p:cTn>
                        </p:par>
                        <p:par>
                          <p:cTn id="184" fill="hold">
                            <p:stCondLst>
                              <p:cond delay="500"/>
                            </p:stCondLst>
                            <p:childTnLst>
                              <p:par>
                                <p:cTn id="185" presetID="4" presetClass="entr" presetSubtype="16" fill="hold" grpId="0" nodeType="afterEffect">
                                  <p:stCondLst>
                                    <p:cond delay="0"/>
                                  </p:stCondLst>
                                  <p:childTnLst>
                                    <p:set>
                                      <p:cBhvr>
                                        <p:cTn id="186" dur="1" fill="hold">
                                          <p:stCondLst>
                                            <p:cond delay="0"/>
                                          </p:stCondLst>
                                        </p:cTn>
                                        <p:tgtEl>
                                          <p:spTgt spid="65"/>
                                        </p:tgtEl>
                                        <p:attrNameLst>
                                          <p:attrName>style.visibility</p:attrName>
                                        </p:attrNameLst>
                                      </p:cBhvr>
                                      <p:to>
                                        <p:strVal val="visible"/>
                                      </p:to>
                                    </p:set>
                                    <p:animEffect transition="in" filter="box(in)">
                                      <p:cBhvr>
                                        <p:cTn id="187" dur="500"/>
                                        <p:tgtEl>
                                          <p:spTgt spid="65"/>
                                        </p:tgtEl>
                                      </p:cBhvr>
                                    </p:animEffect>
                                  </p:childTnLst>
                                </p:cTn>
                              </p:par>
                            </p:childTnLst>
                          </p:cTn>
                        </p:par>
                        <p:par>
                          <p:cTn id="188" fill="hold">
                            <p:stCondLst>
                              <p:cond delay="1000"/>
                            </p:stCondLst>
                            <p:childTnLst>
                              <p:par>
                                <p:cTn id="189" presetID="4" presetClass="entr" presetSubtype="16" fill="hold" nodeType="afterEffect">
                                  <p:stCondLst>
                                    <p:cond delay="0"/>
                                  </p:stCondLst>
                                  <p:childTnLst>
                                    <p:set>
                                      <p:cBhvr>
                                        <p:cTn id="190" dur="1" fill="hold">
                                          <p:stCondLst>
                                            <p:cond delay="0"/>
                                          </p:stCondLst>
                                        </p:cTn>
                                        <p:tgtEl>
                                          <p:spTgt spid="176"/>
                                        </p:tgtEl>
                                        <p:attrNameLst>
                                          <p:attrName>style.visibility</p:attrName>
                                        </p:attrNameLst>
                                      </p:cBhvr>
                                      <p:to>
                                        <p:strVal val="visible"/>
                                      </p:to>
                                    </p:set>
                                    <p:animEffect transition="in" filter="box(in)">
                                      <p:cBhvr>
                                        <p:cTn id="191" dur="500"/>
                                        <p:tgtEl>
                                          <p:spTgt spid="176"/>
                                        </p:tgtEl>
                                      </p:cBhvr>
                                    </p:animEffect>
                                  </p:childTnLst>
                                </p:cTn>
                              </p:par>
                            </p:childTnLst>
                          </p:cTn>
                        </p:par>
                        <p:par>
                          <p:cTn id="192" fill="hold">
                            <p:stCondLst>
                              <p:cond delay="1500"/>
                            </p:stCondLst>
                            <p:childTnLst>
                              <p:par>
                                <p:cTn id="193" presetID="4" presetClass="entr" presetSubtype="16" fill="hold" nodeType="afterEffect">
                                  <p:stCondLst>
                                    <p:cond delay="0"/>
                                  </p:stCondLst>
                                  <p:childTnLst>
                                    <p:set>
                                      <p:cBhvr>
                                        <p:cTn id="194" dur="1" fill="hold">
                                          <p:stCondLst>
                                            <p:cond delay="0"/>
                                          </p:stCondLst>
                                        </p:cTn>
                                        <p:tgtEl>
                                          <p:spTgt spid="183"/>
                                        </p:tgtEl>
                                        <p:attrNameLst>
                                          <p:attrName>style.visibility</p:attrName>
                                        </p:attrNameLst>
                                      </p:cBhvr>
                                      <p:to>
                                        <p:strVal val="visible"/>
                                      </p:to>
                                    </p:set>
                                    <p:animEffect transition="in" filter="box(in)">
                                      <p:cBhvr>
                                        <p:cTn id="195" dur="500"/>
                                        <p:tgtEl>
                                          <p:spTgt spid="183"/>
                                        </p:tgtEl>
                                      </p:cBhvr>
                                    </p:animEffect>
                                  </p:childTnLst>
                                </p:cTn>
                              </p:par>
                            </p:childTnLst>
                          </p:cTn>
                        </p:par>
                        <p:par>
                          <p:cTn id="196" fill="hold">
                            <p:stCondLst>
                              <p:cond delay="2000"/>
                            </p:stCondLst>
                            <p:childTnLst>
                              <p:par>
                                <p:cTn id="197" presetID="4" presetClass="entr" presetSubtype="16" fill="hold" nodeType="afterEffect">
                                  <p:stCondLst>
                                    <p:cond delay="0"/>
                                  </p:stCondLst>
                                  <p:childTnLst>
                                    <p:set>
                                      <p:cBhvr>
                                        <p:cTn id="198" dur="1" fill="hold">
                                          <p:stCondLst>
                                            <p:cond delay="0"/>
                                          </p:stCondLst>
                                        </p:cTn>
                                        <p:tgtEl>
                                          <p:spTgt spid="190"/>
                                        </p:tgtEl>
                                        <p:attrNameLst>
                                          <p:attrName>style.visibility</p:attrName>
                                        </p:attrNameLst>
                                      </p:cBhvr>
                                      <p:to>
                                        <p:strVal val="visible"/>
                                      </p:to>
                                    </p:set>
                                    <p:animEffect transition="in" filter="box(in)">
                                      <p:cBhvr>
                                        <p:cTn id="199" dur="500"/>
                                        <p:tgtEl>
                                          <p:spTgt spid="190"/>
                                        </p:tgtEl>
                                      </p:cBhvr>
                                    </p:animEffect>
                                  </p:childTnLst>
                                </p:cTn>
                              </p:par>
                            </p:childTnLst>
                          </p:cTn>
                        </p:par>
                        <p:par>
                          <p:cTn id="200" fill="hold">
                            <p:stCondLst>
                              <p:cond delay="2500"/>
                            </p:stCondLst>
                            <p:childTnLst>
                              <p:par>
                                <p:cTn id="201" presetID="4" presetClass="entr" presetSubtype="16" fill="hold" nodeType="afterEffect">
                                  <p:stCondLst>
                                    <p:cond delay="0"/>
                                  </p:stCondLst>
                                  <p:childTnLst>
                                    <p:set>
                                      <p:cBhvr>
                                        <p:cTn id="202" dur="1" fill="hold">
                                          <p:stCondLst>
                                            <p:cond delay="0"/>
                                          </p:stCondLst>
                                        </p:cTn>
                                        <p:tgtEl>
                                          <p:spTgt spid="197"/>
                                        </p:tgtEl>
                                        <p:attrNameLst>
                                          <p:attrName>style.visibility</p:attrName>
                                        </p:attrNameLst>
                                      </p:cBhvr>
                                      <p:to>
                                        <p:strVal val="visible"/>
                                      </p:to>
                                    </p:set>
                                    <p:animEffect transition="in" filter="box(in)">
                                      <p:cBhvr>
                                        <p:cTn id="203" dur="500"/>
                                        <p:tgtEl>
                                          <p:spTgt spid="197"/>
                                        </p:tgtEl>
                                      </p:cBhvr>
                                    </p:animEffect>
                                  </p:childTnLst>
                                </p:cTn>
                              </p:par>
                            </p:childTnLst>
                          </p:cTn>
                        </p:par>
                        <p:par>
                          <p:cTn id="204" fill="hold">
                            <p:stCondLst>
                              <p:cond delay="3000"/>
                            </p:stCondLst>
                            <p:childTnLst>
                              <p:par>
                                <p:cTn id="205" presetID="4" presetClass="entr" presetSubtype="16" fill="hold" nodeType="afterEffect">
                                  <p:stCondLst>
                                    <p:cond delay="0"/>
                                  </p:stCondLst>
                                  <p:childTnLst>
                                    <p:set>
                                      <p:cBhvr>
                                        <p:cTn id="206" dur="1" fill="hold">
                                          <p:stCondLst>
                                            <p:cond delay="0"/>
                                          </p:stCondLst>
                                        </p:cTn>
                                        <p:tgtEl>
                                          <p:spTgt spid="272"/>
                                        </p:tgtEl>
                                        <p:attrNameLst>
                                          <p:attrName>style.visibility</p:attrName>
                                        </p:attrNameLst>
                                      </p:cBhvr>
                                      <p:to>
                                        <p:strVal val="visible"/>
                                      </p:to>
                                    </p:set>
                                    <p:animEffect transition="in" filter="box(in)">
                                      <p:cBhvr>
                                        <p:cTn id="207" dur="500"/>
                                        <p:tgtEl>
                                          <p:spTgt spid="272"/>
                                        </p:tgtEl>
                                      </p:cBhvr>
                                    </p:animEffect>
                                  </p:childTnLst>
                                </p:cTn>
                              </p:par>
                            </p:childTnLst>
                          </p:cTn>
                        </p:par>
                        <p:par>
                          <p:cTn id="208" fill="hold">
                            <p:stCondLst>
                              <p:cond delay="3500"/>
                            </p:stCondLst>
                            <p:childTnLst>
                              <p:par>
                                <p:cTn id="209" presetID="4" presetClass="entr" presetSubtype="16" fill="hold" nodeType="afterEffect">
                                  <p:stCondLst>
                                    <p:cond delay="0"/>
                                  </p:stCondLst>
                                  <p:childTnLst>
                                    <p:set>
                                      <p:cBhvr>
                                        <p:cTn id="210" dur="1" fill="hold">
                                          <p:stCondLst>
                                            <p:cond delay="0"/>
                                          </p:stCondLst>
                                        </p:cTn>
                                        <p:tgtEl>
                                          <p:spTgt spid="120"/>
                                        </p:tgtEl>
                                        <p:attrNameLst>
                                          <p:attrName>style.visibility</p:attrName>
                                        </p:attrNameLst>
                                      </p:cBhvr>
                                      <p:to>
                                        <p:strVal val="visible"/>
                                      </p:to>
                                    </p:set>
                                    <p:animEffect transition="in" filter="box(in)">
                                      <p:cBhvr>
                                        <p:cTn id="211" dur="500"/>
                                        <p:tgtEl>
                                          <p:spTgt spid="120"/>
                                        </p:tgtEl>
                                      </p:cBhvr>
                                    </p:animEffect>
                                  </p:childTnLst>
                                </p:cTn>
                              </p:par>
                            </p:childTnLst>
                          </p:cTn>
                        </p:par>
                        <p:par>
                          <p:cTn id="212" fill="hold">
                            <p:stCondLst>
                              <p:cond delay="4000"/>
                            </p:stCondLst>
                            <p:childTnLst>
                              <p:par>
                                <p:cTn id="213" presetID="4" presetClass="entr" presetSubtype="16" fill="hold" nodeType="afterEffect">
                                  <p:stCondLst>
                                    <p:cond delay="0"/>
                                  </p:stCondLst>
                                  <p:childTnLst>
                                    <p:set>
                                      <p:cBhvr>
                                        <p:cTn id="214" dur="1" fill="hold">
                                          <p:stCondLst>
                                            <p:cond delay="0"/>
                                          </p:stCondLst>
                                        </p:cTn>
                                        <p:tgtEl>
                                          <p:spTgt spid="113"/>
                                        </p:tgtEl>
                                        <p:attrNameLst>
                                          <p:attrName>style.visibility</p:attrName>
                                        </p:attrNameLst>
                                      </p:cBhvr>
                                      <p:to>
                                        <p:strVal val="visible"/>
                                      </p:to>
                                    </p:set>
                                    <p:animEffect transition="in" filter="box(in)">
                                      <p:cBhvr>
                                        <p:cTn id="215" dur="500"/>
                                        <p:tgtEl>
                                          <p:spTgt spid="113"/>
                                        </p:tgtEl>
                                      </p:cBhvr>
                                    </p:animEffect>
                                  </p:childTnLst>
                                </p:cTn>
                              </p:par>
                            </p:childTnLst>
                          </p:cTn>
                        </p:par>
                        <p:par>
                          <p:cTn id="216" fill="hold">
                            <p:stCondLst>
                              <p:cond delay="4500"/>
                            </p:stCondLst>
                            <p:childTnLst>
                              <p:par>
                                <p:cTn id="217" presetID="4" presetClass="entr" presetSubtype="16" fill="hold" nodeType="afterEffect">
                                  <p:stCondLst>
                                    <p:cond delay="0"/>
                                  </p:stCondLst>
                                  <p:childTnLst>
                                    <p:set>
                                      <p:cBhvr>
                                        <p:cTn id="218" dur="1" fill="hold">
                                          <p:stCondLst>
                                            <p:cond delay="0"/>
                                          </p:stCondLst>
                                        </p:cTn>
                                        <p:tgtEl>
                                          <p:spTgt spid="106"/>
                                        </p:tgtEl>
                                        <p:attrNameLst>
                                          <p:attrName>style.visibility</p:attrName>
                                        </p:attrNameLst>
                                      </p:cBhvr>
                                      <p:to>
                                        <p:strVal val="visible"/>
                                      </p:to>
                                    </p:set>
                                    <p:animEffect transition="in" filter="box(in)">
                                      <p:cBhvr>
                                        <p:cTn id="219" dur="500"/>
                                        <p:tgtEl>
                                          <p:spTgt spid="106"/>
                                        </p:tgtEl>
                                      </p:cBhvr>
                                    </p:animEffect>
                                  </p:childTnLst>
                                </p:cTn>
                              </p:par>
                            </p:childTnLst>
                          </p:cTn>
                        </p:par>
                        <p:par>
                          <p:cTn id="220" fill="hold">
                            <p:stCondLst>
                              <p:cond delay="5000"/>
                            </p:stCondLst>
                            <p:childTnLst>
                              <p:par>
                                <p:cTn id="221" presetID="4" presetClass="entr" presetSubtype="16" fill="hold" nodeType="afterEffect">
                                  <p:stCondLst>
                                    <p:cond delay="0"/>
                                  </p:stCondLst>
                                  <p:childTnLst>
                                    <p:set>
                                      <p:cBhvr>
                                        <p:cTn id="222" dur="1" fill="hold">
                                          <p:stCondLst>
                                            <p:cond delay="0"/>
                                          </p:stCondLst>
                                        </p:cTn>
                                        <p:tgtEl>
                                          <p:spTgt spid="254"/>
                                        </p:tgtEl>
                                        <p:attrNameLst>
                                          <p:attrName>style.visibility</p:attrName>
                                        </p:attrNameLst>
                                      </p:cBhvr>
                                      <p:to>
                                        <p:strVal val="visible"/>
                                      </p:to>
                                    </p:set>
                                    <p:animEffect transition="in" filter="box(in)">
                                      <p:cBhvr>
                                        <p:cTn id="223" dur="500"/>
                                        <p:tgtEl>
                                          <p:spTgt spid="254"/>
                                        </p:tgtEl>
                                      </p:cBhvr>
                                    </p:animEffect>
                                  </p:childTnLst>
                                </p:cTn>
                              </p:par>
                            </p:childTnLst>
                          </p:cTn>
                        </p:par>
                        <p:par>
                          <p:cTn id="224" fill="hold">
                            <p:stCondLst>
                              <p:cond delay="5500"/>
                            </p:stCondLst>
                            <p:childTnLst>
                              <p:par>
                                <p:cTn id="225" presetID="4" presetClass="entr" presetSubtype="16" fill="hold" nodeType="afterEffect">
                                  <p:stCondLst>
                                    <p:cond delay="0"/>
                                  </p:stCondLst>
                                  <p:childTnLst>
                                    <p:set>
                                      <p:cBhvr>
                                        <p:cTn id="226" dur="1" fill="hold">
                                          <p:stCondLst>
                                            <p:cond delay="0"/>
                                          </p:stCondLst>
                                        </p:cTn>
                                        <p:tgtEl>
                                          <p:spTgt spid="204"/>
                                        </p:tgtEl>
                                        <p:attrNameLst>
                                          <p:attrName>style.visibility</p:attrName>
                                        </p:attrNameLst>
                                      </p:cBhvr>
                                      <p:to>
                                        <p:strVal val="visible"/>
                                      </p:to>
                                    </p:set>
                                    <p:animEffect transition="in" filter="box(in)">
                                      <p:cBhvr>
                                        <p:cTn id="227" dur="500"/>
                                        <p:tgtEl>
                                          <p:spTgt spid="204"/>
                                        </p:tgtEl>
                                      </p:cBhvr>
                                    </p:animEffect>
                                  </p:childTnLst>
                                </p:cTn>
                              </p:par>
                            </p:childTnLst>
                          </p:cTn>
                        </p:par>
                        <p:par>
                          <p:cTn id="228" fill="hold">
                            <p:stCondLst>
                              <p:cond delay="6000"/>
                            </p:stCondLst>
                            <p:childTnLst>
                              <p:par>
                                <p:cTn id="229" presetID="4" presetClass="entr" presetSubtype="16" fill="hold" nodeType="afterEffect">
                                  <p:stCondLst>
                                    <p:cond delay="0"/>
                                  </p:stCondLst>
                                  <p:childTnLst>
                                    <p:set>
                                      <p:cBhvr>
                                        <p:cTn id="230" dur="1" fill="hold">
                                          <p:stCondLst>
                                            <p:cond delay="0"/>
                                          </p:stCondLst>
                                        </p:cTn>
                                        <p:tgtEl>
                                          <p:spTgt spid="211"/>
                                        </p:tgtEl>
                                        <p:attrNameLst>
                                          <p:attrName>style.visibility</p:attrName>
                                        </p:attrNameLst>
                                      </p:cBhvr>
                                      <p:to>
                                        <p:strVal val="visible"/>
                                      </p:to>
                                    </p:set>
                                    <p:animEffect transition="in" filter="box(in)">
                                      <p:cBhvr>
                                        <p:cTn id="231" dur="500"/>
                                        <p:tgtEl>
                                          <p:spTgt spid="211"/>
                                        </p:tgtEl>
                                      </p:cBhvr>
                                    </p:animEffect>
                                  </p:childTnLst>
                                </p:cTn>
                              </p:par>
                            </p:childTnLst>
                          </p:cTn>
                        </p:par>
                        <p:par>
                          <p:cTn id="232" fill="hold">
                            <p:stCondLst>
                              <p:cond delay="6500"/>
                            </p:stCondLst>
                            <p:childTnLst>
                              <p:par>
                                <p:cTn id="233" presetID="4" presetClass="entr" presetSubtype="16" fill="hold" nodeType="afterEffect">
                                  <p:stCondLst>
                                    <p:cond delay="0"/>
                                  </p:stCondLst>
                                  <p:childTnLst>
                                    <p:set>
                                      <p:cBhvr>
                                        <p:cTn id="234" dur="1" fill="hold">
                                          <p:stCondLst>
                                            <p:cond delay="0"/>
                                          </p:stCondLst>
                                        </p:cTn>
                                        <p:tgtEl>
                                          <p:spTgt spid="218"/>
                                        </p:tgtEl>
                                        <p:attrNameLst>
                                          <p:attrName>style.visibility</p:attrName>
                                        </p:attrNameLst>
                                      </p:cBhvr>
                                      <p:to>
                                        <p:strVal val="visible"/>
                                      </p:to>
                                    </p:set>
                                    <p:animEffect transition="in" filter="box(in)">
                                      <p:cBhvr>
                                        <p:cTn id="235" dur="500"/>
                                        <p:tgtEl>
                                          <p:spTgt spid="218"/>
                                        </p:tgtEl>
                                      </p:cBhvr>
                                    </p:animEffect>
                                  </p:childTnLst>
                                </p:cTn>
                              </p:par>
                            </p:childTnLst>
                          </p:cTn>
                        </p:par>
                        <p:par>
                          <p:cTn id="236" fill="hold">
                            <p:stCondLst>
                              <p:cond delay="7000"/>
                            </p:stCondLst>
                            <p:childTnLst>
                              <p:par>
                                <p:cTn id="237" presetID="4" presetClass="entr" presetSubtype="16" fill="hold" nodeType="afterEffect">
                                  <p:stCondLst>
                                    <p:cond delay="0"/>
                                  </p:stCondLst>
                                  <p:childTnLst>
                                    <p:set>
                                      <p:cBhvr>
                                        <p:cTn id="238" dur="1" fill="hold">
                                          <p:stCondLst>
                                            <p:cond delay="0"/>
                                          </p:stCondLst>
                                        </p:cTn>
                                        <p:tgtEl>
                                          <p:spTgt spid="225"/>
                                        </p:tgtEl>
                                        <p:attrNameLst>
                                          <p:attrName>style.visibility</p:attrName>
                                        </p:attrNameLst>
                                      </p:cBhvr>
                                      <p:to>
                                        <p:strVal val="visible"/>
                                      </p:to>
                                    </p:set>
                                    <p:animEffect transition="in" filter="box(in)">
                                      <p:cBhvr>
                                        <p:cTn id="239" dur="500"/>
                                        <p:tgtEl>
                                          <p:spTgt spid="225"/>
                                        </p:tgtEl>
                                      </p:cBhvr>
                                    </p:animEffect>
                                  </p:childTnLst>
                                </p:cTn>
                              </p:par>
                            </p:childTnLst>
                          </p:cTn>
                        </p:par>
                        <p:par>
                          <p:cTn id="240" fill="hold">
                            <p:stCondLst>
                              <p:cond delay="7500"/>
                            </p:stCondLst>
                            <p:childTnLst>
                              <p:par>
                                <p:cTn id="241" presetID="4" presetClass="entr" presetSubtype="16" fill="hold" grpId="0" nodeType="afterEffect">
                                  <p:stCondLst>
                                    <p:cond delay="0"/>
                                  </p:stCondLst>
                                  <p:childTnLst>
                                    <p:set>
                                      <p:cBhvr>
                                        <p:cTn id="242" dur="1" fill="hold">
                                          <p:stCondLst>
                                            <p:cond delay="0"/>
                                          </p:stCondLst>
                                        </p:cTn>
                                        <p:tgtEl>
                                          <p:spTgt spid="64"/>
                                        </p:tgtEl>
                                        <p:attrNameLst>
                                          <p:attrName>style.visibility</p:attrName>
                                        </p:attrNameLst>
                                      </p:cBhvr>
                                      <p:to>
                                        <p:strVal val="visible"/>
                                      </p:to>
                                    </p:set>
                                    <p:animEffect transition="in" filter="box(in)">
                                      <p:cBhvr>
                                        <p:cTn id="243" dur="500"/>
                                        <p:tgtEl>
                                          <p:spTgt spid="64"/>
                                        </p:tgtEl>
                                      </p:cBhvr>
                                    </p:animEffect>
                                  </p:childTnLst>
                                </p:cTn>
                              </p:par>
                            </p:childTnLst>
                          </p:cTn>
                        </p:par>
                        <p:par>
                          <p:cTn id="244" fill="hold">
                            <p:stCondLst>
                              <p:cond delay="8000"/>
                            </p:stCondLst>
                            <p:childTnLst>
                              <p:par>
                                <p:cTn id="245" presetID="4" presetClass="entr" presetSubtype="16" fill="hold" nodeType="afterEffect">
                                  <p:stCondLst>
                                    <p:cond delay="0"/>
                                  </p:stCondLst>
                                  <p:childTnLst>
                                    <p:set>
                                      <p:cBhvr>
                                        <p:cTn id="246" dur="1" fill="hold">
                                          <p:stCondLst>
                                            <p:cond delay="0"/>
                                          </p:stCondLst>
                                        </p:cTn>
                                        <p:tgtEl>
                                          <p:spTgt spid="257"/>
                                        </p:tgtEl>
                                        <p:attrNameLst>
                                          <p:attrName>style.visibility</p:attrName>
                                        </p:attrNameLst>
                                      </p:cBhvr>
                                      <p:to>
                                        <p:strVal val="visible"/>
                                      </p:to>
                                    </p:set>
                                    <p:animEffect transition="in" filter="box(in)">
                                      <p:cBhvr>
                                        <p:cTn id="247" dur="500"/>
                                        <p:tgtEl>
                                          <p:spTgt spid="257"/>
                                        </p:tgtEl>
                                      </p:cBhvr>
                                    </p:animEffect>
                                  </p:childTnLst>
                                </p:cTn>
                              </p:par>
                            </p:childTnLst>
                          </p:cTn>
                        </p:par>
                        <p:par>
                          <p:cTn id="248" fill="hold">
                            <p:stCondLst>
                              <p:cond delay="8500"/>
                            </p:stCondLst>
                            <p:childTnLst>
                              <p:par>
                                <p:cTn id="249" presetID="4" presetClass="entr" presetSubtype="16" fill="hold" nodeType="afterEffect">
                                  <p:stCondLst>
                                    <p:cond delay="0"/>
                                  </p:stCondLst>
                                  <p:childTnLst>
                                    <p:set>
                                      <p:cBhvr>
                                        <p:cTn id="250" dur="1" fill="hold">
                                          <p:stCondLst>
                                            <p:cond delay="0"/>
                                          </p:stCondLst>
                                        </p:cTn>
                                        <p:tgtEl>
                                          <p:spTgt spid="127"/>
                                        </p:tgtEl>
                                        <p:attrNameLst>
                                          <p:attrName>style.visibility</p:attrName>
                                        </p:attrNameLst>
                                      </p:cBhvr>
                                      <p:to>
                                        <p:strVal val="visible"/>
                                      </p:to>
                                    </p:set>
                                    <p:animEffect transition="in" filter="box(in)">
                                      <p:cBhvr>
                                        <p:cTn id="251" dur="500"/>
                                        <p:tgtEl>
                                          <p:spTgt spid="127"/>
                                        </p:tgtEl>
                                      </p:cBhvr>
                                    </p:animEffect>
                                  </p:childTnLst>
                                </p:cTn>
                              </p:par>
                            </p:childTnLst>
                          </p:cTn>
                        </p:par>
                        <p:par>
                          <p:cTn id="252" fill="hold">
                            <p:stCondLst>
                              <p:cond delay="9000"/>
                            </p:stCondLst>
                            <p:childTnLst>
                              <p:par>
                                <p:cTn id="253" presetID="4" presetClass="entr" presetSubtype="16" fill="hold" nodeType="afterEffect">
                                  <p:stCondLst>
                                    <p:cond delay="0"/>
                                  </p:stCondLst>
                                  <p:childTnLst>
                                    <p:set>
                                      <p:cBhvr>
                                        <p:cTn id="254" dur="1" fill="hold">
                                          <p:stCondLst>
                                            <p:cond delay="0"/>
                                          </p:stCondLst>
                                        </p:cTn>
                                        <p:tgtEl>
                                          <p:spTgt spid="134"/>
                                        </p:tgtEl>
                                        <p:attrNameLst>
                                          <p:attrName>style.visibility</p:attrName>
                                        </p:attrNameLst>
                                      </p:cBhvr>
                                      <p:to>
                                        <p:strVal val="visible"/>
                                      </p:to>
                                    </p:set>
                                    <p:animEffect transition="in" filter="box(in)">
                                      <p:cBhvr>
                                        <p:cTn id="255" dur="500"/>
                                        <p:tgtEl>
                                          <p:spTgt spid="134"/>
                                        </p:tgtEl>
                                      </p:cBhvr>
                                    </p:animEffect>
                                  </p:childTnLst>
                                </p:cTn>
                              </p:par>
                            </p:childTnLst>
                          </p:cTn>
                        </p:par>
                        <p:par>
                          <p:cTn id="256" fill="hold">
                            <p:stCondLst>
                              <p:cond delay="9500"/>
                            </p:stCondLst>
                            <p:childTnLst>
                              <p:par>
                                <p:cTn id="257" presetID="4" presetClass="entr" presetSubtype="16" fill="hold" nodeType="afterEffect">
                                  <p:stCondLst>
                                    <p:cond delay="0"/>
                                  </p:stCondLst>
                                  <p:childTnLst>
                                    <p:set>
                                      <p:cBhvr>
                                        <p:cTn id="258" dur="1" fill="hold">
                                          <p:stCondLst>
                                            <p:cond delay="0"/>
                                          </p:stCondLst>
                                        </p:cTn>
                                        <p:tgtEl>
                                          <p:spTgt spid="141"/>
                                        </p:tgtEl>
                                        <p:attrNameLst>
                                          <p:attrName>style.visibility</p:attrName>
                                        </p:attrNameLst>
                                      </p:cBhvr>
                                      <p:to>
                                        <p:strVal val="visible"/>
                                      </p:to>
                                    </p:set>
                                    <p:animEffect transition="in" filter="box(in)">
                                      <p:cBhvr>
                                        <p:cTn id="259" dur="500"/>
                                        <p:tgtEl>
                                          <p:spTgt spid="141"/>
                                        </p:tgtEl>
                                      </p:cBhvr>
                                    </p:animEffect>
                                  </p:childTnLst>
                                </p:cTn>
                              </p:par>
                            </p:childTnLst>
                          </p:cTn>
                        </p:par>
                        <p:par>
                          <p:cTn id="260" fill="hold">
                            <p:stCondLst>
                              <p:cond delay="10000"/>
                            </p:stCondLst>
                            <p:childTnLst>
                              <p:par>
                                <p:cTn id="261" presetID="4" presetClass="entr" presetSubtype="16" fill="hold" nodeType="afterEffect">
                                  <p:stCondLst>
                                    <p:cond delay="0"/>
                                  </p:stCondLst>
                                  <p:childTnLst>
                                    <p:set>
                                      <p:cBhvr>
                                        <p:cTn id="262" dur="1" fill="hold">
                                          <p:stCondLst>
                                            <p:cond delay="0"/>
                                          </p:stCondLst>
                                        </p:cTn>
                                        <p:tgtEl>
                                          <p:spTgt spid="275"/>
                                        </p:tgtEl>
                                        <p:attrNameLst>
                                          <p:attrName>style.visibility</p:attrName>
                                        </p:attrNameLst>
                                      </p:cBhvr>
                                      <p:to>
                                        <p:strVal val="visible"/>
                                      </p:to>
                                    </p:set>
                                    <p:animEffect transition="in" filter="box(in)">
                                      <p:cBhvr>
                                        <p:cTn id="263" dur="500"/>
                                        <p:tgtEl>
                                          <p:spTgt spid="275"/>
                                        </p:tgtEl>
                                      </p:cBhvr>
                                    </p:animEffect>
                                  </p:childTnLst>
                                </p:cTn>
                              </p:par>
                            </p:childTnLst>
                          </p:cTn>
                        </p:par>
                        <p:par>
                          <p:cTn id="264" fill="hold">
                            <p:stCondLst>
                              <p:cond delay="10500"/>
                            </p:stCondLst>
                            <p:childTnLst>
                              <p:par>
                                <p:cTn id="265" presetID="4" presetClass="entr" presetSubtype="16" fill="hold" nodeType="afterEffect">
                                  <p:stCondLst>
                                    <p:cond delay="0"/>
                                  </p:stCondLst>
                                  <p:childTnLst>
                                    <p:set>
                                      <p:cBhvr>
                                        <p:cTn id="266" dur="1" fill="hold">
                                          <p:stCondLst>
                                            <p:cond delay="0"/>
                                          </p:stCondLst>
                                        </p:cTn>
                                        <p:tgtEl>
                                          <p:spTgt spid="242"/>
                                        </p:tgtEl>
                                        <p:attrNameLst>
                                          <p:attrName>style.visibility</p:attrName>
                                        </p:attrNameLst>
                                      </p:cBhvr>
                                      <p:to>
                                        <p:strVal val="visible"/>
                                      </p:to>
                                    </p:set>
                                    <p:animEffect transition="in" filter="box(in)">
                                      <p:cBhvr>
                                        <p:cTn id="267" dur="500"/>
                                        <p:tgtEl>
                                          <p:spTgt spid="242"/>
                                        </p:tgtEl>
                                      </p:cBhvr>
                                    </p:animEffect>
                                  </p:childTnLst>
                                </p:cTn>
                              </p:par>
                            </p:childTnLst>
                          </p:cTn>
                        </p:par>
                        <p:par>
                          <p:cTn id="268" fill="hold">
                            <p:stCondLst>
                              <p:cond delay="11000"/>
                            </p:stCondLst>
                            <p:childTnLst>
                              <p:par>
                                <p:cTn id="269" presetID="4" presetClass="entr" presetSubtype="16" fill="hold" nodeType="afterEffect">
                                  <p:stCondLst>
                                    <p:cond delay="0"/>
                                  </p:stCondLst>
                                  <p:childTnLst>
                                    <p:set>
                                      <p:cBhvr>
                                        <p:cTn id="270" dur="1" fill="hold">
                                          <p:stCondLst>
                                            <p:cond delay="0"/>
                                          </p:stCondLst>
                                        </p:cTn>
                                        <p:tgtEl>
                                          <p:spTgt spid="245"/>
                                        </p:tgtEl>
                                        <p:attrNameLst>
                                          <p:attrName>style.visibility</p:attrName>
                                        </p:attrNameLst>
                                      </p:cBhvr>
                                      <p:to>
                                        <p:strVal val="visible"/>
                                      </p:to>
                                    </p:set>
                                    <p:animEffect transition="in" filter="box(in)">
                                      <p:cBhvr>
                                        <p:cTn id="271" dur="500"/>
                                        <p:tgtEl>
                                          <p:spTgt spid="245"/>
                                        </p:tgtEl>
                                      </p:cBhvr>
                                    </p:animEffect>
                                  </p:childTnLst>
                                </p:cTn>
                              </p:par>
                            </p:childTnLst>
                          </p:cTn>
                        </p:par>
                        <p:par>
                          <p:cTn id="272" fill="hold">
                            <p:stCondLst>
                              <p:cond delay="11500"/>
                            </p:stCondLst>
                            <p:childTnLst>
                              <p:par>
                                <p:cTn id="273" presetID="4" presetClass="entr" presetSubtype="16" fill="hold" nodeType="afterEffect">
                                  <p:stCondLst>
                                    <p:cond delay="0"/>
                                  </p:stCondLst>
                                  <p:childTnLst>
                                    <p:set>
                                      <p:cBhvr>
                                        <p:cTn id="274" dur="1" fill="hold">
                                          <p:stCondLst>
                                            <p:cond delay="0"/>
                                          </p:stCondLst>
                                        </p:cTn>
                                        <p:tgtEl>
                                          <p:spTgt spid="248"/>
                                        </p:tgtEl>
                                        <p:attrNameLst>
                                          <p:attrName>style.visibility</p:attrName>
                                        </p:attrNameLst>
                                      </p:cBhvr>
                                      <p:to>
                                        <p:strVal val="visible"/>
                                      </p:to>
                                    </p:set>
                                    <p:animEffect transition="in" filter="box(in)">
                                      <p:cBhvr>
                                        <p:cTn id="275" dur="500"/>
                                        <p:tgtEl>
                                          <p:spTgt spid="248"/>
                                        </p:tgtEl>
                                      </p:cBhvr>
                                    </p:animEffect>
                                  </p:childTnLst>
                                </p:cTn>
                              </p:par>
                            </p:childTnLst>
                          </p:cTn>
                        </p:par>
                        <p:par>
                          <p:cTn id="276" fill="hold">
                            <p:stCondLst>
                              <p:cond delay="12000"/>
                            </p:stCondLst>
                            <p:childTnLst>
                              <p:par>
                                <p:cTn id="277" presetID="4" presetClass="entr" presetSubtype="16" fill="hold" nodeType="afterEffect">
                                  <p:stCondLst>
                                    <p:cond delay="0"/>
                                  </p:stCondLst>
                                  <p:childTnLst>
                                    <p:set>
                                      <p:cBhvr>
                                        <p:cTn id="278" dur="1" fill="hold">
                                          <p:stCondLst>
                                            <p:cond delay="0"/>
                                          </p:stCondLst>
                                        </p:cTn>
                                        <p:tgtEl>
                                          <p:spTgt spid="251"/>
                                        </p:tgtEl>
                                        <p:attrNameLst>
                                          <p:attrName>style.visibility</p:attrName>
                                        </p:attrNameLst>
                                      </p:cBhvr>
                                      <p:to>
                                        <p:strVal val="visible"/>
                                      </p:to>
                                    </p:set>
                                    <p:animEffect transition="in" filter="box(in)">
                                      <p:cBhvr>
                                        <p:cTn id="279" dur="500"/>
                                        <p:tgtEl>
                                          <p:spTgt spid="251"/>
                                        </p:tgtEl>
                                      </p:cBhvr>
                                    </p:animEffect>
                                  </p:childTnLst>
                                </p:cTn>
                              </p:par>
                            </p:childTnLst>
                          </p:cTn>
                        </p:par>
                      </p:childTnLst>
                    </p:cTn>
                  </p:par>
                  <p:par>
                    <p:cTn id="280" fill="hold">
                      <p:stCondLst>
                        <p:cond delay="indefinite"/>
                      </p:stCondLst>
                      <p:childTnLst>
                        <p:par>
                          <p:cTn id="281" fill="hold">
                            <p:stCondLst>
                              <p:cond delay="0"/>
                            </p:stCondLst>
                            <p:childTnLst>
                              <p:par>
                                <p:cTn id="282" presetID="0" presetClass="path" presetSubtype="0" accel="50000" decel="50000" fill="hold" grpId="1" nodeType="clickEffect">
                                  <p:stCondLst>
                                    <p:cond delay="0"/>
                                  </p:stCondLst>
                                  <p:childTnLst>
                                    <p:animMotion origin="layout" path="M 2.32381E-6 1.8107E-6 C -0.01401 0.00514 -0.02778 0.01029 -0.0375 0.0072 C -0.0471 0.00411 -0.05034 -0.01317 -0.05752 -0.01811 C -0.06469 -0.02284 -0.07314 -0.02469 -0.0809 -0.02243 C -0.08865 -0.02017 -0.09629 -0.01255 -0.10381 -0.00453 " pathEditMode="relative" rAng="0" ptsTypes="AAAAA">
                                      <p:cBhvr>
                                        <p:cTn id="283" dur="2000" fill="hold"/>
                                        <p:tgtEl>
                                          <p:spTgt spid="64"/>
                                        </p:tgtEl>
                                        <p:attrNameLst>
                                          <p:attrName>ppt_x</p:attrName>
                                          <p:attrName>ppt_y</p:attrName>
                                        </p:attrNameLst>
                                      </p:cBhvr>
                                      <p:rCtr x="-5196" y="-782"/>
                                    </p:animMotion>
                                  </p:childTnLst>
                                </p:cTn>
                              </p:par>
                            </p:childTnLst>
                          </p:cTn>
                        </p:par>
                      </p:childTnLst>
                    </p:cTn>
                  </p:par>
                  <p:par>
                    <p:cTn id="284" fill="hold">
                      <p:stCondLst>
                        <p:cond delay="indefinite"/>
                      </p:stCondLst>
                      <p:childTnLst>
                        <p:par>
                          <p:cTn id="285" fill="hold">
                            <p:stCondLst>
                              <p:cond delay="0"/>
                            </p:stCondLst>
                            <p:childTnLst>
                              <p:par>
                                <p:cTn id="286" presetID="30" presetClass="entr" presetSubtype="0" fill="hold" grpId="0" nodeType="clickEffect">
                                  <p:stCondLst>
                                    <p:cond delay="0"/>
                                  </p:stCondLst>
                                  <p:childTnLst>
                                    <p:set>
                                      <p:cBhvr>
                                        <p:cTn id="287" dur="1" fill="hold">
                                          <p:stCondLst>
                                            <p:cond delay="0"/>
                                          </p:stCondLst>
                                        </p:cTn>
                                        <p:tgtEl>
                                          <p:spTgt spid="279"/>
                                        </p:tgtEl>
                                        <p:attrNameLst>
                                          <p:attrName>style.visibility</p:attrName>
                                        </p:attrNameLst>
                                      </p:cBhvr>
                                      <p:to>
                                        <p:strVal val="visible"/>
                                      </p:to>
                                    </p:set>
                                    <p:animEffect transition="in" filter="fade">
                                      <p:cBhvr>
                                        <p:cTn id="288" dur="800" decel="100000"/>
                                        <p:tgtEl>
                                          <p:spTgt spid="279"/>
                                        </p:tgtEl>
                                      </p:cBhvr>
                                    </p:animEffect>
                                    <p:anim calcmode="lin" valueType="num">
                                      <p:cBhvr>
                                        <p:cTn id="289" dur="800" decel="100000" fill="hold"/>
                                        <p:tgtEl>
                                          <p:spTgt spid="279"/>
                                        </p:tgtEl>
                                        <p:attrNameLst>
                                          <p:attrName>style.rotation</p:attrName>
                                        </p:attrNameLst>
                                      </p:cBhvr>
                                      <p:tavLst>
                                        <p:tav tm="0">
                                          <p:val>
                                            <p:fltVal val="-90"/>
                                          </p:val>
                                        </p:tav>
                                        <p:tav tm="100000">
                                          <p:val>
                                            <p:fltVal val="0"/>
                                          </p:val>
                                        </p:tav>
                                      </p:tavLst>
                                    </p:anim>
                                    <p:anim calcmode="lin" valueType="num">
                                      <p:cBhvr>
                                        <p:cTn id="290" dur="800" decel="100000" fill="hold"/>
                                        <p:tgtEl>
                                          <p:spTgt spid="279"/>
                                        </p:tgtEl>
                                        <p:attrNameLst>
                                          <p:attrName>ppt_x</p:attrName>
                                        </p:attrNameLst>
                                      </p:cBhvr>
                                      <p:tavLst>
                                        <p:tav tm="0">
                                          <p:val>
                                            <p:strVal val="#ppt_x+0.4"/>
                                          </p:val>
                                        </p:tav>
                                        <p:tav tm="100000">
                                          <p:val>
                                            <p:strVal val="#ppt_x-0.05"/>
                                          </p:val>
                                        </p:tav>
                                      </p:tavLst>
                                    </p:anim>
                                    <p:anim calcmode="lin" valueType="num">
                                      <p:cBhvr>
                                        <p:cTn id="291" dur="800" decel="100000" fill="hold"/>
                                        <p:tgtEl>
                                          <p:spTgt spid="279"/>
                                        </p:tgtEl>
                                        <p:attrNameLst>
                                          <p:attrName>ppt_y</p:attrName>
                                        </p:attrNameLst>
                                      </p:cBhvr>
                                      <p:tavLst>
                                        <p:tav tm="0">
                                          <p:val>
                                            <p:strVal val="#ppt_y-0.4"/>
                                          </p:val>
                                        </p:tav>
                                        <p:tav tm="100000">
                                          <p:val>
                                            <p:strVal val="#ppt_y+0.1"/>
                                          </p:val>
                                        </p:tav>
                                      </p:tavLst>
                                    </p:anim>
                                    <p:anim calcmode="lin" valueType="num">
                                      <p:cBhvr>
                                        <p:cTn id="292" dur="200" accel="100000" fill="hold">
                                          <p:stCondLst>
                                            <p:cond delay="800"/>
                                          </p:stCondLst>
                                        </p:cTn>
                                        <p:tgtEl>
                                          <p:spTgt spid="279"/>
                                        </p:tgtEl>
                                        <p:attrNameLst>
                                          <p:attrName>ppt_x</p:attrName>
                                        </p:attrNameLst>
                                      </p:cBhvr>
                                      <p:tavLst>
                                        <p:tav tm="0">
                                          <p:val>
                                            <p:strVal val="#ppt_x-0.05"/>
                                          </p:val>
                                        </p:tav>
                                        <p:tav tm="100000">
                                          <p:val>
                                            <p:strVal val="#ppt_x"/>
                                          </p:val>
                                        </p:tav>
                                      </p:tavLst>
                                    </p:anim>
                                    <p:anim calcmode="lin" valueType="num">
                                      <p:cBhvr>
                                        <p:cTn id="293" dur="200" accel="100000" fill="hold">
                                          <p:stCondLst>
                                            <p:cond delay="800"/>
                                          </p:stCondLst>
                                        </p:cTn>
                                        <p:tgtEl>
                                          <p:spTgt spid="279"/>
                                        </p:tgtEl>
                                        <p:attrNameLst>
                                          <p:attrName>ppt_y</p:attrName>
                                        </p:attrNameLst>
                                      </p:cBhvr>
                                      <p:tavLst>
                                        <p:tav tm="0">
                                          <p:val>
                                            <p:strVal val="#ppt_y+0.1"/>
                                          </p:val>
                                        </p:tav>
                                        <p:tav tm="100000">
                                          <p:val>
                                            <p:strVal val="#ppt_y"/>
                                          </p:val>
                                        </p:tav>
                                      </p:tavLst>
                                    </p:anim>
                                  </p:childTnLst>
                                </p:cTn>
                              </p:par>
                            </p:childTnLst>
                          </p:cTn>
                        </p:par>
                      </p:childTnLst>
                    </p:cTn>
                  </p:par>
                  <p:par>
                    <p:cTn id="294" fill="hold">
                      <p:stCondLst>
                        <p:cond delay="indefinite"/>
                      </p:stCondLst>
                      <p:childTnLst>
                        <p:par>
                          <p:cTn id="295" fill="hold">
                            <p:stCondLst>
                              <p:cond delay="0"/>
                            </p:stCondLst>
                            <p:childTnLst>
                              <p:par>
                                <p:cTn id="296" presetID="0" presetClass="path" presetSubtype="0" accel="50000" decel="50000" fill="hold" grpId="1" nodeType="clickEffect">
                                  <p:stCondLst>
                                    <p:cond delay="0"/>
                                  </p:stCondLst>
                                  <p:childTnLst>
                                    <p:animMotion origin="layout" path="M 5.33503E-7 0.00453 C 0.0037 0.01502 0.00764 0.02593 0.01736 0.02963 C 0.02708 0.03333 0.04606 0.04403 0.05844 0.02716 C 0.07071 0.01029 0.08112 -0.03025 0.09142 -0.07099 " pathEditMode="relative" rAng="0" ptsTypes="AAAA">
                                      <p:cBhvr>
                                        <p:cTn id="297" dur="2000" fill="hold"/>
                                        <p:tgtEl>
                                          <p:spTgt spid="65"/>
                                        </p:tgtEl>
                                        <p:attrNameLst>
                                          <p:attrName>ppt_x</p:attrName>
                                          <p:attrName>ppt_y</p:attrName>
                                        </p:attrNameLst>
                                      </p:cBhvr>
                                      <p:rCtr x="4571" y="-2202"/>
                                    </p:animMotion>
                                  </p:childTnLst>
                                </p:cTn>
                              </p:par>
                            </p:childTnLst>
                          </p:cTn>
                        </p:par>
                      </p:childTnLst>
                    </p:cTn>
                  </p:par>
                  <p:par>
                    <p:cTn id="298" fill="hold">
                      <p:stCondLst>
                        <p:cond delay="indefinite"/>
                      </p:stCondLst>
                      <p:childTnLst>
                        <p:par>
                          <p:cTn id="299" fill="hold">
                            <p:stCondLst>
                              <p:cond delay="0"/>
                            </p:stCondLst>
                            <p:childTnLst>
                              <p:par>
                                <p:cTn id="300" presetID="30" presetClass="entr" presetSubtype="0" fill="hold" grpId="0" nodeType="clickEffect">
                                  <p:stCondLst>
                                    <p:cond delay="0"/>
                                  </p:stCondLst>
                                  <p:childTnLst>
                                    <p:set>
                                      <p:cBhvr>
                                        <p:cTn id="301" dur="1" fill="hold">
                                          <p:stCondLst>
                                            <p:cond delay="0"/>
                                          </p:stCondLst>
                                        </p:cTn>
                                        <p:tgtEl>
                                          <p:spTgt spid="278"/>
                                        </p:tgtEl>
                                        <p:attrNameLst>
                                          <p:attrName>style.visibility</p:attrName>
                                        </p:attrNameLst>
                                      </p:cBhvr>
                                      <p:to>
                                        <p:strVal val="visible"/>
                                      </p:to>
                                    </p:set>
                                    <p:animEffect transition="in" filter="fade">
                                      <p:cBhvr>
                                        <p:cTn id="302" dur="800" decel="100000"/>
                                        <p:tgtEl>
                                          <p:spTgt spid="278"/>
                                        </p:tgtEl>
                                      </p:cBhvr>
                                    </p:animEffect>
                                    <p:anim calcmode="lin" valueType="num">
                                      <p:cBhvr>
                                        <p:cTn id="303" dur="800" decel="100000" fill="hold"/>
                                        <p:tgtEl>
                                          <p:spTgt spid="278"/>
                                        </p:tgtEl>
                                        <p:attrNameLst>
                                          <p:attrName>style.rotation</p:attrName>
                                        </p:attrNameLst>
                                      </p:cBhvr>
                                      <p:tavLst>
                                        <p:tav tm="0">
                                          <p:val>
                                            <p:fltVal val="-90"/>
                                          </p:val>
                                        </p:tav>
                                        <p:tav tm="100000">
                                          <p:val>
                                            <p:fltVal val="0"/>
                                          </p:val>
                                        </p:tav>
                                      </p:tavLst>
                                    </p:anim>
                                    <p:anim calcmode="lin" valueType="num">
                                      <p:cBhvr>
                                        <p:cTn id="304" dur="800" decel="100000" fill="hold"/>
                                        <p:tgtEl>
                                          <p:spTgt spid="278"/>
                                        </p:tgtEl>
                                        <p:attrNameLst>
                                          <p:attrName>ppt_x</p:attrName>
                                        </p:attrNameLst>
                                      </p:cBhvr>
                                      <p:tavLst>
                                        <p:tav tm="0">
                                          <p:val>
                                            <p:strVal val="#ppt_x+0.4"/>
                                          </p:val>
                                        </p:tav>
                                        <p:tav tm="100000">
                                          <p:val>
                                            <p:strVal val="#ppt_x-0.05"/>
                                          </p:val>
                                        </p:tav>
                                      </p:tavLst>
                                    </p:anim>
                                    <p:anim calcmode="lin" valueType="num">
                                      <p:cBhvr>
                                        <p:cTn id="305" dur="800" decel="100000" fill="hold"/>
                                        <p:tgtEl>
                                          <p:spTgt spid="278"/>
                                        </p:tgtEl>
                                        <p:attrNameLst>
                                          <p:attrName>ppt_y</p:attrName>
                                        </p:attrNameLst>
                                      </p:cBhvr>
                                      <p:tavLst>
                                        <p:tav tm="0">
                                          <p:val>
                                            <p:strVal val="#ppt_y-0.4"/>
                                          </p:val>
                                        </p:tav>
                                        <p:tav tm="100000">
                                          <p:val>
                                            <p:strVal val="#ppt_y+0.1"/>
                                          </p:val>
                                        </p:tav>
                                      </p:tavLst>
                                    </p:anim>
                                    <p:anim calcmode="lin" valueType="num">
                                      <p:cBhvr>
                                        <p:cTn id="306" dur="200" accel="100000" fill="hold">
                                          <p:stCondLst>
                                            <p:cond delay="800"/>
                                          </p:stCondLst>
                                        </p:cTn>
                                        <p:tgtEl>
                                          <p:spTgt spid="278"/>
                                        </p:tgtEl>
                                        <p:attrNameLst>
                                          <p:attrName>ppt_x</p:attrName>
                                        </p:attrNameLst>
                                      </p:cBhvr>
                                      <p:tavLst>
                                        <p:tav tm="0">
                                          <p:val>
                                            <p:strVal val="#ppt_x-0.05"/>
                                          </p:val>
                                        </p:tav>
                                        <p:tav tm="100000">
                                          <p:val>
                                            <p:strVal val="#ppt_x"/>
                                          </p:val>
                                        </p:tav>
                                      </p:tavLst>
                                    </p:anim>
                                    <p:anim calcmode="lin" valueType="num">
                                      <p:cBhvr>
                                        <p:cTn id="307" dur="200" accel="100000" fill="hold">
                                          <p:stCondLst>
                                            <p:cond delay="800"/>
                                          </p:stCondLst>
                                        </p:cTn>
                                        <p:tgtEl>
                                          <p:spTgt spid="278"/>
                                        </p:tgtEl>
                                        <p:attrNameLst>
                                          <p:attrName>ppt_y</p:attrName>
                                        </p:attrNameLst>
                                      </p:cBhvr>
                                      <p:tavLst>
                                        <p:tav tm="0">
                                          <p:val>
                                            <p:strVal val="#ppt_y+0.1"/>
                                          </p:val>
                                        </p:tav>
                                        <p:tav tm="100000">
                                          <p:val>
                                            <p:strVal val="#ppt_y"/>
                                          </p:val>
                                        </p:tav>
                                      </p:tavLst>
                                    </p:anim>
                                  </p:childTnLst>
                                </p:cTn>
                              </p:par>
                            </p:childTnLst>
                          </p:cTn>
                        </p:par>
                      </p:childTnLst>
                    </p:cTn>
                  </p:par>
                  <p:par>
                    <p:cTn id="308" fill="hold">
                      <p:stCondLst>
                        <p:cond delay="indefinite"/>
                      </p:stCondLst>
                      <p:childTnLst>
                        <p:par>
                          <p:cTn id="309" fill="hold">
                            <p:stCondLst>
                              <p:cond delay="0"/>
                            </p:stCondLst>
                            <p:childTnLst>
                              <p:par>
                                <p:cTn id="310" presetID="4" presetClass="entr" presetSubtype="16" fill="hold" grpId="0" nodeType="clickEffect">
                                  <p:stCondLst>
                                    <p:cond delay="0"/>
                                  </p:stCondLst>
                                  <p:childTnLst>
                                    <p:set>
                                      <p:cBhvr>
                                        <p:cTn id="311" dur="1" fill="hold">
                                          <p:stCondLst>
                                            <p:cond delay="0"/>
                                          </p:stCondLst>
                                        </p:cTn>
                                        <p:tgtEl>
                                          <p:spTgt spid="280"/>
                                        </p:tgtEl>
                                        <p:attrNameLst>
                                          <p:attrName>style.visibility</p:attrName>
                                        </p:attrNameLst>
                                      </p:cBhvr>
                                      <p:to>
                                        <p:strVal val="visible"/>
                                      </p:to>
                                    </p:set>
                                    <p:animEffect transition="in" filter="box(in)">
                                      <p:cBhvr>
                                        <p:cTn id="312" dur="500"/>
                                        <p:tgtEl>
                                          <p:spTgt spid="280"/>
                                        </p:tgtEl>
                                      </p:cBhvr>
                                    </p:animEffect>
                                  </p:childTnLst>
                                </p:cTn>
                              </p:par>
                            </p:childTnLst>
                          </p:cTn>
                        </p:par>
                      </p:childTnLst>
                    </p:cTn>
                  </p:par>
                  <p:par>
                    <p:cTn id="313" fill="hold">
                      <p:stCondLst>
                        <p:cond delay="indefinite"/>
                      </p:stCondLst>
                      <p:childTnLst>
                        <p:par>
                          <p:cTn id="314" fill="hold">
                            <p:stCondLst>
                              <p:cond delay="0"/>
                            </p:stCondLst>
                            <p:childTnLst>
                              <p:par>
                                <p:cTn id="315" presetID="4" presetClass="entr" presetSubtype="16" fill="hold" nodeType="clickEffect">
                                  <p:stCondLst>
                                    <p:cond delay="0"/>
                                  </p:stCondLst>
                                  <p:childTnLst>
                                    <p:set>
                                      <p:cBhvr>
                                        <p:cTn id="316" dur="1" fill="hold">
                                          <p:stCondLst>
                                            <p:cond delay="0"/>
                                          </p:stCondLst>
                                        </p:cTn>
                                        <p:tgtEl>
                                          <p:spTgt spid="284"/>
                                        </p:tgtEl>
                                        <p:attrNameLst>
                                          <p:attrName>style.visibility</p:attrName>
                                        </p:attrNameLst>
                                      </p:cBhvr>
                                      <p:to>
                                        <p:strVal val="visible"/>
                                      </p:to>
                                    </p:set>
                                    <p:animEffect transition="in" filter="box(in)">
                                      <p:cBhvr>
                                        <p:cTn id="317" dur="500"/>
                                        <p:tgtEl>
                                          <p:spTgt spid="284"/>
                                        </p:tgtEl>
                                      </p:cBhvr>
                                    </p:animEffect>
                                  </p:childTnLst>
                                </p:cTn>
                              </p:par>
                              <p:par>
                                <p:cTn id="318" presetID="4" presetClass="entr" presetSubtype="16" fill="hold" nodeType="withEffect">
                                  <p:stCondLst>
                                    <p:cond delay="0"/>
                                  </p:stCondLst>
                                  <p:childTnLst>
                                    <p:set>
                                      <p:cBhvr>
                                        <p:cTn id="319" dur="1" fill="hold">
                                          <p:stCondLst>
                                            <p:cond delay="0"/>
                                          </p:stCondLst>
                                        </p:cTn>
                                        <p:tgtEl>
                                          <p:spTgt spid="285"/>
                                        </p:tgtEl>
                                        <p:attrNameLst>
                                          <p:attrName>style.visibility</p:attrName>
                                        </p:attrNameLst>
                                      </p:cBhvr>
                                      <p:to>
                                        <p:strVal val="visible"/>
                                      </p:to>
                                    </p:set>
                                    <p:animEffect transition="in" filter="box(in)">
                                      <p:cBhvr>
                                        <p:cTn id="320" dur="500"/>
                                        <p:tgtEl>
                                          <p:spTgt spid="285"/>
                                        </p:tgtEl>
                                      </p:cBhvr>
                                    </p:animEffect>
                                  </p:childTnLst>
                                </p:cTn>
                              </p:par>
                            </p:childTnLst>
                          </p:cTn>
                        </p:par>
                      </p:childTnLst>
                    </p:cTn>
                  </p:par>
                  <p:par>
                    <p:cTn id="321" fill="hold">
                      <p:stCondLst>
                        <p:cond delay="indefinite"/>
                      </p:stCondLst>
                      <p:childTnLst>
                        <p:par>
                          <p:cTn id="322" fill="hold">
                            <p:stCondLst>
                              <p:cond delay="0"/>
                            </p:stCondLst>
                            <p:childTnLst>
                              <p:par>
                                <p:cTn id="323" presetID="4" presetClass="entr" presetSubtype="16" fill="hold" grpId="0" nodeType="clickEffect">
                                  <p:stCondLst>
                                    <p:cond delay="0"/>
                                  </p:stCondLst>
                                  <p:childTnLst>
                                    <p:set>
                                      <p:cBhvr>
                                        <p:cTn id="324" dur="1" fill="hold">
                                          <p:stCondLst>
                                            <p:cond delay="0"/>
                                          </p:stCondLst>
                                        </p:cTn>
                                        <p:tgtEl>
                                          <p:spTgt spid="281"/>
                                        </p:tgtEl>
                                        <p:attrNameLst>
                                          <p:attrName>style.visibility</p:attrName>
                                        </p:attrNameLst>
                                      </p:cBhvr>
                                      <p:to>
                                        <p:strVal val="visible"/>
                                      </p:to>
                                    </p:set>
                                    <p:animEffect transition="in" filter="box(in)">
                                      <p:cBhvr>
                                        <p:cTn id="325" dur="500"/>
                                        <p:tgtEl>
                                          <p:spTgt spid="281"/>
                                        </p:tgtEl>
                                      </p:cBhvr>
                                    </p:animEffect>
                                  </p:childTnLst>
                                </p:cTn>
                              </p:par>
                            </p:childTnLst>
                          </p:cTn>
                        </p:par>
                      </p:childTnLst>
                    </p:cTn>
                  </p:par>
                  <p:par>
                    <p:cTn id="326" fill="hold">
                      <p:stCondLst>
                        <p:cond delay="indefinite"/>
                      </p:stCondLst>
                      <p:childTnLst>
                        <p:par>
                          <p:cTn id="327" fill="hold">
                            <p:stCondLst>
                              <p:cond delay="0"/>
                            </p:stCondLst>
                            <p:childTnLst>
                              <p:par>
                                <p:cTn id="328" presetID="4" presetClass="entr" presetSubtype="16" fill="hold" nodeType="clickEffect">
                                  <p:stCondLst>
                                    <p:cond delay="0"/>
                                  </p:stCondLst>
                                  <p:childTnLst>
                                    <p:set>
                                      <p:cBhvr>
                                        <p:cTn id="329" dur="1" fill="hold">
                                          <p:stCondLst>
                                            <p:cond delay="0"/>
                                          </p:stCondLst>
                                        </p:cTn>
                                        <p:tgtEl>
                                          <p:spTgt spid="282"/>
                                        </p:tgtEl>
                                        <p:attrNameLst>
                                          <p:attrName>style.visibility</p:attrName>
                                        </p:attrNameLst>
                                      </p:cBhvr>
                                      <p:to>
                                        <p:strVal val="visible"/>
                                      </p:to>
                                    </p:set>
                                    <p:animEffect transition="in" filter="box(in)">
                                      <p:cBhvr>
                                        <p:cTn id="330" dur="500"/>
                                        <p:tgtEl>
                                          <p:spTgt spid="282"/>
                                        </p:tgtEl>
                                      </p:cBhvr>
                                    </p:animEffect>
                                  </p:childTnLst>
                                </p:cTn>
                              </p:par>
                              <p:par>
                                <p:cTn id="331" presetID="4" presetClass="entr" presetSubtype="16" fill="hold" nodeType="withEffect">
                                  <p:stCondLst>
                                    <p:cond delay="0"/>
                                  </p:stCondLst>
                                  <p:childTnLst>
                                    <p:set>
                                      <p:cBhvr>
                                        <p:cTn id="332" dur="1" fill="hold">
                                          <p:stCondLst>
                                            <p:cond delay="0"/>
                                          </p:stCondLst>
                                        </p:cTn>
                                        <p:tgtEl>
                                          <p:spTgt spid="283"/>
                                        </p:tgtEl>
                                        <p:attrNameLst>
                                          <p:attrName>style.visibility</p:attrName>
                                        </p:attrNameLst>
                                      </p:cBhvr>
                                      <p:to>
                                        <p:strVal val="visible"/>
                                      </p:to>
                                    </p:set>
                                    <p:animEffect transition="in" filter="box(in)">
                                      <p:cBhvr>
                                        <p:cTn id="333" dur="500"/>
                                        <p:tgtEl>
                                          <p:spTgt spid="283"/>
                                        </p:tgtEl>
                                      </p:cBhvr>
                                    </p:animEffect>
                                  </p:childTnLst>
                                </p:cTn>
                              </p:par>
                            </p:childTnLst>
                          </p:cTn>
                        </p:par>
                      </p:childTnLst>
                    </p:cTn>
                  </p:par>
                  <p:par>
                    <p:cTn id="334" fill="hold">
                      <p:stCondLst>
                        <p:cond delay="indefinite"/>
                      </p:stCondLst>
                      <p:childTnLst>
                        <p:par>
                          <p:cTn id="335" fill="hold">
                            <p:stCondLst>
                              <p:cond delay="0"/>
                            </p:stCondLst>
                            <p:childTnLst>
                              <p:par>
                                <p:cTn id="336" presetID="4" presetClass="entr" presetSubtype="16" fill="hold" grpId="0" nodeType="clickEffect">
                                  <p:stCondLst>
                                    <p:cond delay="0"/>
                                  </p:stCondLst>
                                  <p:childTnLst>
                                    <p:set>
                                      <p:cBhvr>
                                        <p:cTn id="337" dur="1" fill="hold">
                                          <p:stCondLst>
                                            <p:cond delay="0"/>
                                          </p:stCondLst>
                                        </p:cTn>
                                        <p:tgtEl>
                                          <p:spTgt spid="386"/>
                                        </p:tgtEl>
                                        <p:attrNameLst>
                                          <p:attrName>style.visibility</p:attrName>
                                        </p:attrNameLst>
                                      </p:cBhvr>
                                      <p:to>
                                        <p:strVal val="visible"/>
                                      </p:to>
                                    </p:set>
                                    <p:animEffect transition="in" filter="box(in)">
                                      <p:cBhvr>
                                        <p:cTn id="338" dur="500"/>
                                        <p:tgtEl>
                                          <p:spTgt spid="386"/>
                                        </p:tgtEl>
                                      </p:cBhvr>
                                    </p:animEffect>
                                  </p:childTnLst>
                                </p:cTn>
                              </p:par>
                            </p:childTnLst>
                          </p:cTn>
                        </p:par>
                      </p:childTnLst>
                    </p:cTn>
                  </p:par>
                  <p:par>
                    <p:cTn id="339" fill="hold">
                      <p:stCondLst>
                        <p:cond delay="indefinite"/>
                      </p:stCondLst>
                      <p:childTnLst>
                        <p:par>
                          <p:cTn id="340" fill="hold">
                            <p:stCondLst>
                              <p:cond delay="0"/>
                            </p:stCondLst>
                            <p:childTnLst>
                              <p:par>
                                <p:cTn id="341" presetID="4" presetClass="entr" presetSubtype="16" fill="hold" nodeType="clickEffect">
                                  <p:stCondLst>
                                    <p:cond delay="0"/>
                                  </p:stCondLst>
                                  <p:childTnLst>
                                    <p:set>
                                      <p:cBhvr>
                                        <p:cTn id="342" dur="1" fill="hold">
                                          <p:stCondLst>
                                            <p:cond delay="0"/>
                                          </p:stCondLst>
                                        </p:cTn>
                                        <p:tgtEl>
                                          <p:spTgt spid="379"/>
                                        </p:tgtEl>
                                        <p:attrNameLst>
                                          <p:attrName>style.visibility</p:attrName>
                                        </p:attrNameLst>
                                      </p:cBhvr>
                                      <p:to>
                                        <p:strVal val="visible"/>
                                      </p:to>
                                    </p:set>
                                    <p:animEffect transition="in" filter="box(in)">
                                      <p:cBhvr>
                                        <p:cTn id="343" dur="500"/>
                                        <p:tgtEl>
                                          <p:spTgt spid="379"/>
                                        </p:tgtEl>
                                      </p:cBhvr>
                                    </p:animEffect>
                                  </p:childTnLst>
                                </p:cTn>
                              </p:par>
                            </p:childTnLst>
                          </p:cTn>
                        </p:par>
                      </p:childTnLst>
                    </p:cTn>
                  </p:par>
                  <p:par>
                    <p:cTn id="344" fill="hold">
                      <p:stCondLst>
                        <p:cond delay="indefinite"/>
                      </p:stCondLst>
                      <p:childTnLst>
                        <p:par>
                          <p:cTn id="345" fill="hold">
                            <p:stCondLst>
                              <p:cond delay="0"/>
                            </p:stCondLst>
                            <p:childTnLst>
                              <p:par>
                                <p:cTn id="346" presetID="4" presetClass="entr" presetSubtype="16" fill="hold" grpId="0" nodeType="clickEffect">
                                  <p:stCondLst>
                                    <p:cond delay="0"/>
                                  </p:stCondLst>
                                  <p:childTnLst>
                                    <p:set>
                                      <p:cBhvr>
                                        <p:cTn id="347" dur="1" fill="hold">
                                          <p:stCondLst>
                                            <p:cond delay="0"/>
                                          </p:stCondLst>
                                        </p:cTn>
                                        <p:tgtEl>
                                          <p:spTgt spid="387"/>
                                        </p:tgtEl>
                                        <p:attrNameLst>
                                          <p:attrName>style.visibility</p:attrName>
                                        </p:attrNameLst>
                                      </p:cBhvr>
                                      <p:to>
                                        <p:strVal val="visible"/>
                                      </p:to>
                                    </p:set>
                                    <p:animEffect transition="in" filter="box(in)">
                                      <p:cBhvr>
                                        <p:cTn id="348" dur="500"/>
                                        <p:tgtEl>
                                          <p:spTgt spid="387"/>
                                        </p:tgtEl>
                                      </p:cBhvr>
                                    </p:animEffect>
                                  </p:childTnLst>
                                </p:cTn>
                              </p:par>
                            </p:childTnLst>
                          </p:cTn>
                        </p:par>
                      </p:childTnLst>
                    </p:cTn>
                  </p:par>
                  <p:par>
                    <p:cTn id="349" fill="hold">
                      <p:stCondLst>
                        <p:cond delay="indefinite"/>
                      </p:stCondLst>
                      <p:childTnLst>
                        <p:par>
                          <p:cTn id="350" fill="hold">
                            <p:stCondLst>
                              <p:cond delay="0"/>
                            </p:stCondLst>
                            <p:childTnLst>
                              <p:par>
                                <p:cTn id="351" presetID="4" presetClass="entr" presetSubtype="16" fill="hold" grpId="0" nodeType="clickEffect">
                                  <p:stCondLst>
                                    <p:cond delay="0"/>
                                  </p:stCondLst>
                                  <p:childTnLst>
                                    <p:set>
                                      <p:cBhvr>
                                        <p:cTn id="352" dur="1" fill="hold">
                                          <p:stCondLst>
                                            <p:cond delay="0"/>
                                          </p:stCondLst>
                                        </p:cTn>
                                        <p:tgtEl>
                                          <p:spTgt spid="286"/>
                                        </p:tgtEl>
                                        <p:attrNameLst>
                                          <p:attrName>style.visibility</p:attrName>
                                        </p:attrNameLst>
                                      </p:cBhvr>
                                      <p:to>
                                        <p:strVal val="visible"/>
                                      </p:to>
                                    </p:set>
                                    <p:animEffect transition="in" filter="box(in)">
                                      <p:cBhvr>
                                        <p:cTn id="353" dur="500"/>
                                        <p:tgtEl>
                                          <p:spTgt spid="286"/>
                                        </p:tgtEl>
                                      </p:cBhvr>
                                    </p:animEffect>
                                  </p:childTnLst>
                                </p:cTn>
                              </p:par>
                            </p:childTnLst>
                          </p:cTn>
                        </p:par>
                      </p:childTnLst>
                    </p:cTn>
                  </p:par>
                  <p:par>
                    <p:cTn id="354" fill="hold">
                      <p:stCondLst>
                        <p:cond delay="indefinite"/>
                      </p:stCondLst>
                      <p:childTnLst>
                        <p:par>
                          <p:cTn id="355" fill="hold">
                            <p:stCondLst>
                              <p:cond delay="0"/>
                            </p:stCondLst>
                            <p:childTnLst>
                              <p:par>
                                <p:cTn id="356" presetID="4" presetClass="entr" presetSubtype="16" fill="hold" grpId="1" nodeType="clickEffect">
                                  <p:stCondLst>
                                    <p:cond delay="0"/>
                                  </p:stCondLst>
                                  <p:childTnLst>
                                    <p:set>
                                      <p:cBhvr>
                                        <p:cTn id="357" dur="1" fill="hold">
                                          <p:stCondLst>
                                            <p:cond delay="0"/>
                                          </p:stCondLst>
                                        </p:cTn>
                                        <p:tgtEl>
                                          <p:spTgt spid="286"/>
                                        </p:tgtEl>
                                        <p:attrNameLst>
                                          <p:attrName>style.visibility</p:attrName>
                                        </p:attrNameLst>
                                      </p:cBhvr>
                                      <p:to>
                                        <p:strVal val="visible"/>
                                      </p:to>
                                    </p:set>
                                    <p:animEffect transition="in" filter="box(in)">
                                      <p:cBhvr>
                                        <p:cTn id="358" dur="500"/>
                                        <p:tgtEl>
                                          <p:spTgt spid="286"/>
                                        </p:tgtEl>
                                      </p:cBhvr>
                                    </p:animEffect>
                                  </p:childTnLst>
                                </p:cTn>
                              </p:par>
                              <p:par>
                                <p:cTn id="359" presetID="4" presetClass="entr" presetSubtype="16" fill="hold" nodeType="withEffect">
                                  <p:stCondLst>
                                    <p:cond delay="0"/>
                                  </p:stCondLst>
                                  <p:childTnLst>
                                    <p:set>
                                      <p:cBhvr>
                                        <p:cTn id="360" dur="1" fill="hold">
                                          <p:stCondLst>
                                            <p:cond delay="0"/>
                                          </p:stCondLst>
                                        </p:cTn>
                                        <p:tgtEl>
                                          <p:spTgt spid="288"/>
                                        </p:tgtEl>
                                        <p:attrNameLst>
                                          <p:attrName>style.visibility</p:attrName>
                                        </p:attrNameLst>
                                      </p:cBhvr>
                                      <p:to>
                                        <p:strVal val="visible"/>
                                      </p:to>
                                    </p:set>
                                    <p:animEffect transition="in" filter="box(in)">
                                      <p:cBhvr>
                                        <p:cTn id="361" dur="500"/>
                                        <p:tgtEl>
                                          <p:spTgt spid="288"/>
                                        </p:tgtEl>
                                      </p:cBhvr>
                                    </p:animEffect>
                                  </p:childTnLst>
                                </p:cTn>
                              </p:par>
                              <p:par>
                                <p:cTn id="362" presetID="4" presetClass="entr" presetSubtype="16" fill="hold" nodeType="withEffect">
                                  <p:stCondLst>
                                    <p:cond delay="0"/>
                                  </p:stCondLst>
                                  <p:childTnLst>
                                    <p:set>
                                      <p:cBhvr>
                                        <p:cTn id="363" dur="1" fill="hold">
                                          <p:stCondLst>
                                            <p:cond delay="0"/>
                                          </p:stCondLst>
                                        </p:cTn>
                                        <p:tgtEl>
                                          <p:spTgt spid="301"/>
                                        </p:tgtEl>
                                        <p:attrNameLst>
                                          <p:attrName>style.visibility</p:attrName>
                                        </p:attrNameLst>
                                      </p:cBhvr>
                                      <p:to>
                                        <p:strVal val="visible"/>
                                      </p:to>
                                    </p:set>
                                    <p:animEffect transition="in" filter="box(in)">
                                      <p:cBhvr>
                                        <p:cTn id="364" dur="500"/>
                                        <p:tgtEl>
                                          <p:spTgt spid="301"/>
                                        </p:tgtEl>
                                      </p:cBhvr>
                                    </p:animEffect>
                                  </p:childTnLst>
                                </p:cTn>
                              </p:par>
                              <p:par>
                                <p:cTn id="365" presetID="4" presetClass="entr" presetSubtype="16" fill="hold" nodeType="withEffect">
                                  <p:stCondLst>
                                    <p:cond delay="0"/>
                                  </p:stCondLst>
                                  <p:childTnLst>
                                    <p:set>
                                      <p:cBhvr>
                                        <p:cTn id="366" dur="1" fill="hold">
                                          <p:stCondLst>
                                            <p:cond delay="0"/>
                                          </p:stCondLst>
                                        </p:cTn>
                                        <p:tgtEl>
                                          <p:spTgt spid="314"/>
                                        </p:tgtEl>
                                        <p:attrNameLst>
                                          <p:attrName>style.visibility</p:attrName>
                                        </p:attrNameLst>
                                      </p:cBhvr>
                                      <p:to>
                                        <p:strVal val="visible"/>
                                      </p:to>
                                    </p:set>
                                    <p:animEffect transition="in" filter="box(in)">
                                      <p:cBhvr>
                                        <p:cTn id="367" dur="500"/>
                                        <p:tgtEl>
                                          <p:spTgt spid="314"/>
                                        </p:tgtEl>
                                      </p:cBhvr>
                                    </p:animEffect>
                                  </p:childTnLst>
                                </p:cTn>
                              </p:par>
                              <p:par>
                                <p:cTn id="368" presetID="4" presetClass="entr" presetSubtype="16" fill="hold" nodeType="withEffect">
                                  <p:stCondLst>
                                    <p:cond delay="0"/>
                                  </p:stCondLst>
                                  <p:childTnLst>
                                    <p:set>
                                      <p:cBhvr>
                                        <p:cTn id="369" dur="1" fill="hold">
                                          <p:stCondLst>
                                            <p:cond delay="0"/>
                                          </p:stCondLst>
                                        </p:cTn>
                                        <p:tgtEl>
                                          <p:spTgt spid="327"/>
                                        </p:tgtEl>
                                        <p:attrNameLst>
                                          <p:attrName>style.visibility</p:attrName>
                                        </p:attrNameLst>
                                      </p:cBhvr>
                                      <p:to>
                                        <p:strVal val="visible"/>
                                      </p:to>
                                    </p:set>
                                    <p:animEffect transition="in" filter="box(in)">
                                      <p:cBhvr>
                                        <p:cTn id="370" dur="500"/>
                                        <p:tgtEl>
                                          <p:spTgt spid="327"/>
                                        </p:tgtEl>
                                      </p:cBhvr>
                                    </p:animEffect>
                                  </p:childTnLst>
                                </p:cTn>
                              </p:par>
                              <p:par>
                                <p:cTn id="371" presetID="4" presetClass="entr" presetSubtype="16" fill="hold" nodeType="withEffect">
                                  <p:stCondLst>
                                    <p:cond delay="0"/>
                                  </p:stCondLst>
                                  <p:childTnLst>
                                    <p:set>
                                      <p:cBhvr>
                                        <p:cTn id="372" dur="1" fill="hold">
                                          <p:stCondLst>
                                            <p:cond delay="0"/>
                                          </p:stCondLst>
                                        </p:cTn>
                                        <p:tgtEl>
                                          <p:spTgt spid="340"/>
                                        </p:tgtEl>
                                        <p:attrNameLst>
                                          <p:attrName>style.visibility</p:attrName>
                                        </p:attrNameLst>
                                      </p:cBhvr>
                                      <p:to>
                                        <p:strVal val="visible"/>
                                      </p:to>
                                    </p:set>
                                    <p:animEffect transition="in" filter="box(in)">
                                      <p:cBhvr>
                                        <p:cTn id="373" dur="500"/>
                                        <p:tgtEl>
                                          <p:spTgt spid="340"/>
                                        </p:tgtEl>
                                      </p:cBhvr>
                                    </p:animEffect>
                                  </p:childTnLst>
                                </p:cTn>
                              </p:par>
                              <p:par>
                                <p:cTn id="374" presetID="4" presetClass="entr" presetSubtype="16" fill="hold" nodeType="withEffect">
                                  <p:stCondLst>
                                    <p:cond delay="0"/>
                                  </p:stCondLst>
                                  <p:childTnLst>
                                    <p:set>
                                      <p:cBhvr>
                                        <p:cTn id="375" dur="1" fill="hold">
                                          <p:stCondLst>
                                            <p:cond delay="0"/>
                                          </p:stCondLst>
                                        </p:cTn>
                                        <p:tgtEl>
                                          <p:spTgt spid="353"/>
                                        </p:tgtEl>
                                        <p:attrNameLst>
                                          <p:attrName>style.visibility</p:attrName>
                                        </p:attrNameLst>
                                      </p:cBhvr>
                                      <p:to>
                                        <p:strVal val="visible"/>
                                      </p:to>
                                    </p:set>
                                    <p:animEffect transition="in" filter="box(in)">
                                      <p:cBhvr>
                                        <p:cTn id="376" dur="500"/>
                                        <p:tgtEl>
                                          <p:spTgt spid="353"/>
                                        </p:tgtEl>
                                      </p:cBhvr>
                                    </p:animEffect>
                                  </p:childTnLst>
                                </p:cTn>
                              </p:par>
                              <p:par>
                                <p:cTn id="377" presetID="4" presetClass="entr" presetSubtype="16" fill="hold" nodeType="withEffect">
                                  <p:stCondLst>
                                    <p:cond delay="0"/>
                                  </p:stCondLst>
                                  <p:childTnLst>
                                    <p:set>
                                      <p:cBhvr>
                                        <p:cTn id="378" dur="1" fill="hold">
                                          <p:stCondLst>
                                            <p:cond delay="0"/>
                                          </p:stCondLst>
                                        </p:cTn>
                                        <p:tgtEl>
                                          <p:spTgt spid="366"/>
                                        </p:tgtEl>
                                        <p:attrNameLst>
                                          <p:attrName>style.visibility</p:attrName>
                                        </p:attrNameLst>
                                      </p:cBhvr>
                                      <p:to>
                                        <p:strVal val="visible"/>
                                      </p:to>
                                    </p:set>
                                    <p:animEffect transition="in" filter="box(in)">
                                      <p:cBhvr>
                                        <p:cTn id="379" dur="500"/>
                                        <p:tgtEl>
                                          <p:spTgt spid="366"/>
                                        </p:tgtEl>
                                      </p:cBhvr>
                                    </p:animEffect>
                                  </p:childTnLst>
                                </p:cTn>
                              </p:par>
                            </p:childTnLst>
                          </p:cTn>
                        </p:par>
                      </p:childTnLst>
                    </p:cTn>
                  </p:par>
                  <p:par>
                    <p:cTn id="380" fill="hold">
                      <p:stCondLst>
                        <p:cond delay="indefinite"/>
                      </p:stCondLst>
                      <p:childTnLst>
                        <p:par>
                          <p:cTn id="381" fill="hold">
                            <p:stCondLst>
                              <p:cond delay="0"/>
                            </p:stCondLst>
                            <p:childTnLst>
                              <p:par>
                                <p:cTn id="382" presetID="4" presetClass="entr" presetSubtype="16" fill="hold" grpId="0" nodeType="clickEffect">
                                  <p:stCondLst>
                                    <p:cond delay="0"/>
                                  </p:stCondLst>
                                  <p:childTnLst>
                                    <p:set>
                                      <p:cBhvr>
                                        <p:cTn id="383" dur="1" fill="hold">
                                          <p:stCondLst>
                                            <p:cond delay="0"/>
                                          </p:stCondLst>
                                        </p:cTn>
                                        <p:tgtEl>
                                          <p:spTgt spid="287"/>
                                        </p:tgtEl>
                                        <p:attrNameLst>
                                          <p:attrName>style.visibility</p:attrName>
                                        </p:attrNameLst>
                                      </p:cBhvr>
                                      <p:to>
                                        <p:strVal val="visible"/>
                                      </p:to>
                                    </p:set>
                                    <p:animEffect transition="in" filter="box(in)">
                                      <p:cBhvr>
                                        <p:cTn id="384" dur="500"/>
                                        <p:tgtEl>
                                          <p:spTgt spid="287"/>
                                        </p:tgtEl>
                                      </p:cBhvr>
                                    </p:animEffect>
                                  </p:childTnLst>
                                </p:cTn>
                              </p:par>
                            </p:childTnLst>
                          </p:cTn>
                        </p:par>
                      </p:childTnLst>
                    </p:cTn>
                  </p:par>
                  <p:par>
                    <p:cTn id="385" fill="hold">
                      <p:stCondLst>
                        <p:cond delay="indefinite"/>
                      </p:stCondLst>
                      <p:childTnLst>
                        <p:par>
                          <p:cTn id="386" fill="hold">
                            <p:stCondLst>
                              <p:cond delay="0"/>
                            </p:stCondLst>
                            <p:childTnLst>
                              <p:par>
                                <p:cTn id="387" presetID="4" presetClass="entr" presetSubtype="16" fill="hold" grpId="0" nodeType="clickEffect">
                                  <p:stCondLst>
                                    <p:cond delay="0"/>
                                  </p:stCondLst>
                                  <p:childTnLst>
                                    <p:set>
                                      <p:cBhvr>
                                        <p:cTn id="388" dur="1" fill="hold">
                                          <p:stCondLst>
                                            <p:cond delay="0"/>
                                          </p:stCondLst>
                                        </p:cTn>
                                        <p:tgtEl>
                                          <p:spTgt spid="384"/>
                                        </p:tgtEl>
                                        <p:attrNameLst>
                                          <p:attrName>style.visibility</p:attrName>
                                        </p:attrNameLst>
                                      </p:cBhvr>
                                      <p:to>
                                        <p:strVal val="visible"/>
                                      </p:to>
                                    </p:set>
                                    <p:animEffect transition="in" filter="box(in)">
                                      <p:cBhvr>
                                        <p:cTn id="389" dur="500"/>
                                        <p:tgtEl>
                                          <p:spTgt spid="384"/>
                                        </p:tgtEl>
                                      </p:cBhvr>
                                    </p:animEffect>
                                  </p:childTnLst>
                                </p:cTn>
                              </p:par>
                            </p:childTnLst>
                          </p:cTn>
                        </p:par>
                      </p:childTnLst>
                    </p:cTn>
                  </p:par>
                  <p:par>
                    <p:cTn id="390" fill="hold">
                      <p:stCondLst>
                        <p:cond delay="indefinite"/>
                      </p:stCondLst>
                      <p:childTnLst>
                        <p:par>
                          <p:cTn id="391" fill="hold">
                            <p:stCondLst>
                              <p:cond delay="0"/>
                            </p:stCondLst>
                            <p:childTnLst>
                              <p:par>
                                <p:cTn id="392" presetID="4" presetClass="entr" presetSubtype="16" fill="hold" grpId="0" nodeType="clickEffect">
                                  <p:stCondLst>
                                    <p:cond delay="0"/>
                                  </p:stCondLst>
                                  <p:childTnLst>
                                    <p:set>
                                      <p:cBhvr>
                                        <p:cTn id="393" dur="1" fill="hold">
                                          <p:stCondLst>
                                            <p:cond delay="0"/>
                                          </p:stCondLst>
                                        </p:cTn>
                                        <p:tgtEl>
                                          <p:spTgt spid="383"/>
                                        </p:tgtEl>
                                        <p:attrNameLst>
                                          <p:attrName>style.visibility</p:attrName>
                                        </p:attrNameLst>
                                      </p:cBhvr>
                                      <p:to>
                                        <p:strVal val="visible"/>
                                      </p:to>
                                    </p:set>
                                    <p:animEffect transition="in" filter="box(in)">
                                      <p:cBhvr>
                                        <p:cTn id="394" dur="500"/>
                                        <p:tgtEl>
                                          <p:spTgt spid="383"/>
                                        </p:tgtEl>
                                      </p:cBhvr>
                                    </p:animEffect>
                                  </p:childTnLst>
                                </p:cTn>
                              </p:par>
                            </p:childTnLst>
                          </p:cTn>
                        </p:par>
                      </p:childTnLst>
                    </p:cTn>
                  </p:par>
                  <p:par>
                    <p:cTn id="395" fill="hold">
                      <p:stCondLst>
                        <p:cond delay="indefinite"/>
                      </p:stCondLst>
                      <p:childTnLst>
                        <p:par>
                          <p:cTn id="396" fill="hold">
                            <p:stCondLst>
                              <p:cond delay="0"/>
                            </p:stCondLst>
                            <p:childTnLst>
                              <p:par>
                                <p:cTn id="397" presetID="4" presetClass="entr" presetSubtype="16" fill="hold" grpId="0" nodeType="clickEffect">
                                  <p:stCondLst>
                                    <p:cond delay="0"/>
                                  </p:stCondLst>
                                  <p:childTnLst>
                                    <p:set>
                                      <p:cBhvr>
                                        <p:cTn id="398" dur="1" fill="hold">
                                          <p:stCondLst>
                                            <p:cond delay="0"/>
                                          </p:stCondLst>
                                        </p:cTn>
                                        <p:tgtEl>
                                          <p:spTgt spid="382"/>
                                        </p:tgtEl>
                                        <p:attrNameLst>
                                          <p:attrName>style.visibility</p:attrName>
                                        </p:attrNameLst>
                                      </p:cBhvr>
                                      <p:to>
                                        <p:strVal val="visible"/>
                                      </p:to>
                                    </p:set>
                                    <p:animEffect transition="in" filter="box(in)">
                                      <p:cBhvr>
                                        <p:cTn id="399" dur="500"/>
                                        <p:tgtEl>
                                          <p:spTgt spid="382"/>
                                        </p:tgtEl>
                                      </p:cBhvr>
                                    </p:animEffect>
                                  </p:childTnLst>
                                </p:cTn>
                              </p:par>
                            </p:childTnLst>
                          </p:cTn>
                        </p:par>
                      </p:childTnLst>
                    </p:cTn>
                  </p:par>
                  <p:par>
                    <p:cTn id="400" fill="hold">
                      <p:stCondLst>
                        <p:cond delay="indefinite"/>
                      </p:stCondLst>
                      <p:childTnLst>
                        <p:par>
                          <p:cTn id="401" fill="hold">
                            <p:stCondLst>
                              <p:cond delay="0"/>
                            </p:stCondLst>
                            <p:childTnLst>
                              <p:par>
                                <p:cTn id="402" presetID="4" presetClass="entr" presetSubtype="16" fill="hold" nodeType="clickEffect">
                                  <p:stCondLst>
                                    <p:cond delay="0"/>
                                  </p:stCondLst>
                                  <p:childTnLst>
                                    <p:set>
                                      <p:cBhvr>
                                        <p:cTn id="403" dur="1" fill="hold">
                                          <p:stCondLst>
                                            <p:cond delay="0"/>
                                          </p:stCondLst>
                                        </p:cTn>
                                        <p:tgtEl>
                                          <p:spTgt spid="381"/>
                                        </p:tgtEl>
                                        <p:attrNameLst>
                                          <p:attrName>style.visibility</p:attrName>
                                        </p:attrNameLst>
                                      </p:cBhvr>
                                      <p:to>
                                        <p:strVal val="visible"/>
                                      </p:to>
                                    </p:set>
                                    <p:animEffect transition="in" filter="box(in)">
                                      <p:cBhvr>
                                        <p:cTn id="404" dur="500"/>
                                        <p:tgtEl>
                                          <p:spTgt spid="381"/>
                                        </p:tgtEl>
                                      </p:cBhvr>
                                    </p:animEffect>
                                  </p:childTnLst>
                                </p:cTn>
                              </p:par>
                            </p:childTnLst>
                          </p:cTn>
                        </p:par>
                      </p:childTnLst>
                    </p:cTn>
                  </p:par>
                  <p:par>
                    <p:cTn id="405" fill="hold">
                      <p:stCondLst>
                        <p:cond delay="indefinite"/>
                      </p:stCondLst>
                      <p:childTnLst>
                        <p:par>
                          <p:cTn id="406" fill="hold">
                            <p:stCondLst>
                              <p:cond delay="0"/>
                            </p:stCondLst>
                            <p:childTnLst>
                              <p:par>
                                <p:cTn id="407" presetID="4" presetClass="entr" presetSubtype="16" fill="hold" grpId="0" nodeType="clickEffect">
                                  <p:stCondLst>
                                    <p:cond delay="0"/>
                                  </p:stCondLst>
                                  <p:childTnLst>
                                    <p:set>
                                      <p:cBhvr>
                                        <p:cTn id="408" dur="1" fill="hold">
                                          <p:stCondLst>
                                            <p:cond delay="0"/>
                                          </p:stCondLst>
                                        </p:cTn>
                                        <p:tgtEl>
                                          <p:spTgt spid="380"/>
                                        </p:tgtEl>
                                        <p:attrNameLst>
                                          <p:attrName>style.visibility</p:attrName>
                                        </p:attrNameLst>
                                      </p:cBhvr>
                                      <p:to>
                                        <p:strVal val="visible"/>
                                      </p:to>
                                    </p:set>
                                    <p:animEffect transition="in" filter="box(in)">
                                      <p:cBhvr>
                                        <p:cTn id="409" dur="500"/>
                                        <p:tgtEl>
                                          <p:spTgt spid="380"/>
                                        </p:tgtEl>
                                      </p:cBhvr>
                                    </p:animEffect>
                                  </p:childTnLst>
                                </p:cTn>
                              </p:par>
                            </p:childTnLst>
                          </p:cTn>
                        </p:par>
                      </p:childTnLst>
                    </p:cTn>
                  </p:par>
                  <p:par>
                    <p:cTn id="410" fill="hold">
                      <p:stCondLst>
                        <p:cond delay="indefinite"/>
                      </p:stCondLst>
                      <p:childTnLst>
                        <p:par>
                          <p:cTn id="411" fill="hold">
                            <p:stCondLst>
                              <p:cond delay="0"/>
                            </p:stCondLst>
                            <p:childTnLst>
                              <p:par>
                                <p:cTn id="412" presetID="4" presetClass="entr" presetSubtype="16" fill="hold" grpId="0" nodeType="clickEffect">
                                  <p:stCondLst>
                                    <p:cond delay="0"/>
                                  </p:stCondLst>
                                  <p:childTnLst>
                                    <p:set>
                                      <p:cBhvr>
                                        <p:cTn id="413" dur="1" fill="hold">
                                          <p:stCondLst>
                                            <p:cond delay="0"/>
                                          </p:stCondLst>
                                        </p:cTn>
                                        <p:tgtEl>
                                          <p:spTgt spid="388"/>
                                        </p:tgtEl>
                                        <p:attrNameLst>
                                          <p:attrName>style.visibility</p:attrName>
                                        </p:attrNameLst>
                                      </p:cBhvr>
                                      <p:to>
                                        <p:strVal val="visible"/>
                                      </p:to>
                                    </p:set>
                                    <p:animEffect transition="in" filter="box(in)">
                                      <p:cBhvr>
                                        <p:cTn id="414" dur="500"/>
                                        <p:tgtEl>
                                          <p:spTgt spid="388"/>
                                        </p:tgtEl>
                                      </p:cBhvr>
                                    </p:animEffect>
                                  </p:childTnLst>
                                </p:cTn>
                              </p:par>
                            </p:childTnLst>
                          </p:cTn>
                        </p:par>
                      </p:childTnLst>
                    </p:cTn>
                  </p:par>
                  <p:par>
                    <p:cTn id="415" fill="hold">
                      <p:stCondLst>
                        <p:cond delay="indefinite"/>
                      </p:stCondLst>
                      <p:childTnLst>
                        <p:par>
                          <p:cTn id="416" fill="hold">
                            <p:stCondLst>
                              <p:cond delay="0"/>
                            </p:stCondLst>
                            <p:childTnLst>
                              <p:par>
                                <p:cTn id="417" presetID="4" presetClass="entr" presetSubtype="16" fill="hold" grpId="0" nodeType="clickEffect">
                                  <p:stCondLst>
                                    <p:cond delay="0"/>
                                  </p:stCondLst>
                                  <p:childTnLst>
                                    <p:set>
                                      <p:cBhvr>
                                        <p:cTn id="418" dur="1" fill="hold">
                                          <p:stCondLst>
                                            <p:cond delay="0"/>
                                          </p:stCondLst>
                                        </p:cTn>
                                        <p:tgtEl>
                                          <p:spTgt spid="389"/>
                                        </p:tgtEl>
                                        <p:attrNameLst>
                                          <p:attrName>style.visibility</p:attrName>
                                        </p:attrNameLst>
                                      </p:cBhvr>
                                      <p:to>
                                        <p:strVal val="visible"/>
                                      </p:to>
                                    </p:set>
                                    <p:animEffect transition="in" filter="box(in)">
                                      <p:cBhvr>
                                        <p:cTn id="419" dur="500"/>
                                        <p:tgtEl>
                                          <p:spTgt spid="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4" grpId="1" animBg="1"/>
      <p:bldP spid="65" grpId="0" animBg="1"/>
      <p:bldP spid="65" grpId="1" animBg="1"/>
      <p:bldP spid="278" grpId="0" animBg="1"/>
      <p:bldP spid="279" grpId="0" animBg="1"/>
      <p:bldP spid="280" grpId="0"/>
      <p:bldP spid="281" grpId="0"/>
      <p:bldP spid="286" grpId="0" animBg="1"/>
      <p:bldP spid="286" grpId="1" animBg="1"/>
      <p:bldP spid="287" grpId="0" animBg="1"/>
      <p:bldP spid="380" grpId="0"/>
      <p:bldP spid="382" grpId="0"/>
      <p:bldP spid="383" grpId="0"/>
      <p:bldP spid="384" grpId="0"/>
      <p:bldP spid="385" grpId="0" animBg="1"/>
      <p:bldP spid="386" grpId="0" animBg="1"/>
      <p:bldP spid="387" grpId="0"/>
      <p:bldP spid="388" grpId="0"/>
      <p:bldP spid="38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晶体的能带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9" name="Text Box 2">
            <a:extLst>
              <a:ext uri="{FF2B5EF4-FFF2-40B4-BE49-F238E27FC236}">
                <a16:creationId xmlns:a16="http://schemas.microsoft.com/office/drawing/2014/main" xmlns="" id="{9E43DD31-6107-4B49-8C34-2B2B9030B1F6}"/>
              </a:ext>
            </a:extLst>
          </p:cNvPr>
          <p:cNvSpPr txBox="1">
            <a:spLocks noChangeArrowheads="1"/>
          </p:cNvSpPr>
          <p:nvPr/>
        </p:nvSpPr>
        <p:spPr bwMode="auto">
          <a:xfrm>
            <a:off x="4589387" y="921317"/>
            <a:ext cx="4644390" cy="707886"/>
          </a:xfrm>
          <a:prstGeom prst="rect">
            <a:avLst/>
          </a:prstGeom>
          <a:noFill/>
          <a:ln w="9525">
            <a:noFill/>
            <a:miter lim="800000"/>
            <a:headEnd/>
            <a:tailEnd/>
          </a:ln>
        </p:spPr>
        <p:txBody>
          <a:bodyPr wrap="square">
            <a:spAutoFit/>
          </a:bodyPr>
          <a:lstStyle/>
          <a:p>
            <a:pPr algn="ctr" defTabSz="914400">
              <a:spcBef>
                <a:spcPct val="50000"/>
              </a:spcBef>
            </a:pPr>
            <a:r>
              <a:rPr kumimoji="1" lang="en-US" altLang="zh-CN" sz="4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4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型半导体</a:t>
            </a:r>
          </a:p>
        </p:txBody>
      </p:sp>
      <p:sp>
        <p:nvSpPr>
          <p:cNvPr id="10" name="TextBox 9">
            <a:extLst>
              <a:ext uri="{FF2B5EF4-FFF2-40B4-BE49-F238E27FC236}">
                <a16:creationId xmlns:a16="http://schemas.microsoft.com/office/drawing/2014/main" xmlns="" id="{A2DF179C-27F6-412B-B82C-05C451DF1EB4}"/>
              </a:ext>
            </a:extLst>
          </p:cNvPr>
          <p:cNvSpPr txBox="1">
            <a:spLocks noChangeArrowheads="1"/>
          </p:cNvSpPr>
          <p:nvPr/>
        </p:nvSpPr>
        <p:spPr bwMode="auto">
          <a:xfrm>
            <a:off x="6481223" y="4403142"/>
            <a:ext cx="533400" cy="369888"/>
          </a:xfrm>
          <a:prstGeom prst="rect">
            <a:avLst/>
          </a:prstGeom>
          <a:noFill/>
          <a:ln w="9525">
            <a:noFill/>
            <a:miter lim="800000"/>
            <a:headEnd/>
            <a:tailEnd/>
          </a:ln>
        </p:spPr>
        <p:txBody>
          <a:bodyPr lIns="0" tIns="0" rIns="0" bIns="0">
            <a:spAutoFit/>
          </a:bodyPr>
          <a:lstStyle/>
          <a:p>
            <a:r>
              <a:rPr lang="en-US" altLang="zh-CN" sz="2400">
                <a:solidFill>
                  <a:srgbClr val="FF0000"/>
                </a:solidFill>
                <a:latin typeface="Times New Roman" pitchFamily="18" charset="0"/>
                <a:cs typeface="Times New Roman" pitchFamily="18" charset="0"/>
              </a:rPr>
              <a:t>As</a:t>
            </a:r>
            <a:r>
              <a:rPr lang="en-US" altLang="zh-CN" sz="2400" baseline="30000">
                <a:solidFill>
                  <a:srgbClr val="FF0000"/>
                </a:solidFill>
                <a:latin typeface="Times New Roman" pitchFamily="18" charset="0"/>
                <a:cs typeface="Times New Roman" pitchFamily="18" charset="0"/>
              </a:rPr>
              <a:t>+</a:t>
            </a:r>
            <a:endParaRPr lang="zh-CN" altLang="en-US" sz="2400">
              <a:solidFill>
                <a:srgbClr val="FF0000"/>
              </a:solidFill>
              <a:latin typeface="Times New Roman" pitchFamily="18" charset="0"/>
              <a:cs typeface="Times New Roman" pitchFamily="18" charset="0"/>
            </a:endParaRPr>
          </a:p>
        </p:txBody>
      </p:sp>
      <p:sp>
        <p:nvSpPr>
          <p:cNvPr id="12" name="矩形 11">
            <a:extLst>
              <a:ext uri="{FF2B5EF4-FFF2-40B4-BE49-F238E27FC236}">
                <a16:creationId xmlns:a16="http://schemas.microsoft.com/office/drawing/2014/main" xmlns="" id="{E628A3A0-CE0F-4836-94B5-A7E0EB9A2F9B}"/>
              </a:ext>
            </a:extLst>
          </p:cNvPr>
          <p:cNvSpPr/>
          <p:nvPr/>
        </p:nvSpPr>
        <p:spPr>
          <a:xfrm>
            <a:off x="6282786" y="5114342"/>
            <a:ext cx="2711450" cy="1111250"/>
          </a:xfrm>
          <a:prstGeom prst="rect">
            <a:avLst/>
          </a:prstGeom>
          <a:solidFill>
            <a:schemeClr val="bg1"/>
          </a:solid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13">
            <a:extLst>
              <a:ext uri="{FF2B5EF4-FFF2-40B4-BE49-F238E27FC236}">
                <a16:creationId xmlns:a16="http://schemas.microsoft.com/office/drawing/2014/main" xmlns="" id="{547A50BA-0518-4621-870F-2626ABF8170F}"/>
              </a:ext>
            </a:extLst>
          </p:cNvPr>
          <p:cNvSpPr/>
          <p:nvPr/>
        </p:nvSpPr>
        <p:spPr>
          <a:xfrm>
            <a:off x="6278023" y="2847392"/>
            <a:ext cx="2711450" cy="1111250"/>
          </a:xfrm>
          <a:prstGeom prst="rect">
            <a:avLst/>
          </a:prstGeom>
          <a:solidFill>
            <a:schemeClr val="accent6">
              <a:lumMod val="60000"/>
              <a:lumOff val="40000"/>
            </a:schemeClr>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5" name="组合 273">
            <a:extLst>
              <a:ext uri="{FF2B5EF4-FFF2-40B4-BE49-F238E27FC236}">
                <a16:creationId xmlns:a16="http://schemas.microsoft.com/office/drawing/2014/main" xmlns="" id="{018E48C6-5477-42DD-8F64-1F8CEC603A13}"/>
              </a:ext>
            </a:extLst>
          </p:cNvPr>
          <p:cNvGrpSpPr>
            <a:grpSpLocks/>
          </p:cNvGrpSpPr>
          <p:nvPr/>
        </p:nvGrpSpPr>
        <p:grpSpPr bwMode="auto">
          <a:xfrm>
            <a:off x="6371686" y="5219117"/>
            <a:ext cx="2489200" cy="96838"/>
            <a:chOff x="349251" y="4200310"/>
            <a:chExt cx="2489204" cy="96678"/>
          </a:xfrm>
        </p:grpSpPr>
        <p:sp>
          <p:nvSpPr>
            <p:cNvPr id="16" name="Oval 259">
              <a:extLst>
                <a:ext uri="{FF2B5EF4-FFF2-40B4-BE49-F238E27FC236}">
                  <a16:creationId xmlns:a16="http://schemas.microsoft.com/office/drawing/2014/main" xmlns="" id="{CEB3A6A7-FF07-4429-98BE-8C57231B8B88}"/>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a:p>
          </p:txBody>
        </p:sp>
        <p:sp>
          <p:nvSpPr>
            <p:cNvPr id="17" name="Oval 259">
              <a:extLst>
                <a:ext uri="{FF2B5EF4-FFF2-40B4-BE49-F238E27FC236}">
                  <a16:creationId xmlns:a16="http://schemas.microsoft.com/office/drawing/2014/main" xmlns="" id="{F6BB49D0-D1A0-401B-B140-253D6AC0BC66}"/>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a:p>
          </p:txBody>
        </p:sp>
        <p:sp>
          <p:nvSpPr>
            <p:cNvPr id="18" name="Oval 259">
              <a:extLst>
                <a:ext uri="{FF2B5EF4-FFF2-40B4-BE49-F238E27FC236}">
                  <a16:creationId xmlns:a16="http://schemas.microsoft.com/office/drawing/2014/main" xmlns="" id="{E477595E-DF94-4662-80ED-461A0E839ACC}"/>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a:p>
          </p:txBody>
        </p:sp>
        <p:sp>
          <p:nvSpPr>
            <p:cNvPr id="19" name="Oval 259">
              <a:extLst>
                <a:ext uri="{FF2B5EF4-FFF2-40B4-BE49-F238E27FC236}">
                  <a16:creationId xmlns:a16="http://schemas.microsoft.com/office/drawing/2014/main" xmlns="" id="{9B6C4766-DFA0-4555-BAF2-1F3178639E0D}"/>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a:p>
          </p:txBody>
        </p:sp>
        <p:sp>
          <p:nvSpPr>
            <p:cNvPr id="21" name="Oval 259">
              <a:extLst>
                <a:ext uri="{FF2B5EF4-FFF2-40B4-BE49-F238E27FC236}">
                  <a16:creationId xmlns:a16="http://schemas.microsoft.com/office/drawing/2014/main" xmlns="" id="{132793F6-28DB-493A-BAD5-C610C58CFC62}"/>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a:p>
          </p:txBody>
        </p:sp>
        <p:sp>
          <p:nvSpPr>
            <p:cNvPr id="22" name="Oval 259">
              <a:extLst>
                <a:ext uri="{FF2B5EF4-FFF2-40B4-BE49-F238E27FC236}">
                  <a16:creationId xmlns:a16="http://schemas.microsoft.com/office/drawing/2014/main" xmlns="" id="{1E37BF15-5FD0-49CE-A412-5A29165D6173}"/>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a:p>
          </p:txBody>
        </p:sp>
        <p:sp>
          <p:nvSpPr>
            <p:cNvPr id="23" name="Oval 259">
              <a:extLst>
                <a:ext uri="{FF2B5EF4-FFF2-40B4-BE49-F238E27FC236}">
                  <a16:creationId xmlns:a16="http://schemas.microsoft.com/office/drawing/2014/main" xmlns="" id="{857DE9D5-14A0-4202-870B-57F4882167A7}"/>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a:p>
          </p:txBody>
        </p:sp>
        <p:sp>
          <p:nvSpPr>
            <p:cNvPr id="24" name="Oval 259">
              <a:extLst>
                <a:ext uri="{FF2B5EF4-FFF2-40B4-BE49-F238E27FC236}">
                  <a16:creationId xmlns:a16="http://schemas.microsoft.com/office/drawing/2014/main" xmlns="" id="{184781DA-A996-46D6-87F7-B3C44B5BDAD9}"/>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a:p>
          </p:txBody>
        </p:sp>
        <p:sp>
          <p:nvSpPr>
            <p:cNvPr id="27" name="Oval 259">
              <a:extLst>
                <a:ext uri="{FF2B5EF4-FFF2-40B4-BE49-F238E27FC236}">
                  <a16:creationId xmlns:a16="http://schemas.microsoft.com/office/drawing/2014/main" xmlns="" id="{42D9DC77-F11E-4FD1-82D9-0D6AAF89EDA2}"/>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a:p>
          </p:txBody>
        </p:sp>
        <p:sp>
          <p:nvSpPr>
            <p:cNvPr id="28" name="Oval 259">
              <a:extLst>
                <a:ext uri="{FF2B5EF4-FFF2-40B4-BE49-F238E27FC236}">
                  <a16:creationId xmlns:a16="http://schemas.microsoft.com/office/drawing/2014/main" xmlns="" id="{72602ED9-3990-4D5C-8AE4-6CE4381F0D6E}"/>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a:p>
          </p:txBody>
        </p:sp>
        <p:sp>
          <p:nvSpPr>
            <p:cNvPr id="29" name="Oval 259">
              <a:extLst>
                <a:ext uri="{FF2B5EF4-FFF2-40B4-BE49-F238E27FC236}">
                  <a16:creationId xmlns:a16="http://schemas.microsoft.com/office/drawing/2014/main" xmlns="" id="{21970187-E3B9-4E57-A1BC-E6BF87463294}"/>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a:p>
          </p:txBody>
        </p:sp>
        <p:sp>
          <p:nvSpPr>
            <p:cNvPr id="30" name="Oval 259">
              <a:extLst>
                <a:ext uri="{FF2B5EF4-FFF2-40B4-BE49-F238E27FC236}">
                  <a16:creationId xmlns:a16="http://schemas.microsoft.com/office/drawing/2014/main" xmlns="" id="{04534F2C-7D76-4EFC-AC0A-8BE20B588270}"/>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a:p>
          </p:txBody>
        </p:sp>
      </p:grpSp>
      <p:grpSp>
        <p:nvGrpSpPr>
          <p:cNvPr id="31" name="组合 286">
            <a:extLst>
              <a:ext uri="{FF2B5EF4-FFF2-40B4-BE49-F238E27FC236}">
                <a16:creationId xmlns:a16="http://schemas.microsoft.com/office/drawing/2014/main" xmlns="" id="{187B6974-4040-472D-B831-043DA18E2C2D}"/>
              </a:ext>
            </a:extLst>
          </p:cNvPr>
          <p:cNvGrpSpPr>
            <a:grpSpLocks/>
          </p:cNvGrpSpPr>
          <p:nvPr/>
        </p:nvGrpSpPr>
        <p:grpSpPr bwMode="auto">
          <a:xfrm>
            <a:off x="6371686" y="5336592"/>
            <a:ext cx="2489200" cy="96838"/>
            <a:chOff x="349251" y="4200310"/>
            <a:chExt cx="2489204" cy="96678"/>
          </a:xfrm>
        </p:grpSpPr>
        <p:sp>
          <p:nvSpPr>
            <p:cNvPr id="32" name="Oval 259">
              <a:extLst>
                <a:ext uri="{FF2B5EF4-FFF2-40B4-BE49-F238E27FC236}">
                  <a16:creationId xmlns:a16="http://schemas.microsoft.com/office/drawing/2014/main" xmlns="" id="{C5C76793-5611-46B4-B23A-EA8B07A232E9}"/>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a:p>
          </p:txBody>
        </p:sp>
        <p:sp>
          <p:nvSpPr>
            <p:cNvPr id="34" name="Oval 259">
              <a:extLst>
                <a:ext uri="{FF2B5EF4-FFF2-40B4-BE49-F238E27FC236}">
                  <a16:creationId xmlns:a16="http://schemas.microsoft.com/office/drawing/2014/main" xmlns="" id="{4A3E29F8-1E6D-42EA-8F0C-D6C2B39A5708}"/>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a:p>
          </p:txBody>
        </p:sp>
        <p:sp>
          <p:nvSpPr>
            <p:cNvPr id="35" name="Oval 259">
              <a:extLst>
                <a:ext uri="{FF2B5EF4-FFF2-40B4-BE49-F238E27FC236}">
                  <a16:creationId xmlns:a16="http://schemas.microsoft.com/office/drawing/2014/main" xmlns="" id="{8A571115-163E-46FF-8DA0-4CFCB8BA42B3}"/>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a:p>
          </p:txBody>
        </p:sp>
        <p:sp>
          <p:nvSpPr>
            <p:cNvPr id="36" name="Oval 259">
              <a:extLst>
                <a:ext uri="{FF2B5EF4-FFF2-40B4-BE49-F238E27FC236}">
                  <a16:creationId xmlns:a16="http://schemas.microsoft.com/office/drawing/2014/main" xmlns="" id="{FF7D821C-F8A1-4CAD-ADBD-757F66C1A601}"/>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a:p>
          </p:txBody>
        </p:sp>
        <p:sp>
          <p:nvSpPr>
            <p:cNvPr id="37" name="Oval 259">
              <a:extLst>
                <a:ext uri="{FF2B5EF4-FFF2-40B4-BE49-F238E27FC236}">
                  <a16:creationId xmlns:a16="http://schemas.microsoft.com/office/drawing/2014/main" xmlns="" id="{423ACCC6-FE25-4459-8282-1FA63E516E33}"/>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a:p>
          </p:txBody>
        </p:sp>
        <p:sp>
          <p:nvSpPr>
            <p:cNvPr id="38" name="Oval 259">
              <a:extLst>
                <a:ext uri="{FF2B5EF4-FFF2-40B4-BE49-F238E27FC236}">
                  <a16:creationId xmlns:a16="http://schemas.microsoft.com/office/drawing/2014/main" xmlns="" id="{9844BD1E-111B-43A0-B3DC-4FB94EBC6036}"/>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a:p>
          </p:txBody>
        </p:sp>
        <p:sp>
          <p:nvSpPr>
            <p:cNvPr id="39" name="Oval 259">
              <a:extLst>
                <a:ext uri="{FF2B5EF4-FFF2-40B4-BE49-F238E27FC236}">
                  <a16:creationId xmlns:a16="http://schemas.microsoft.com/office/drawing/2014/main" xmlns="" id="{D65CBC2D-7563-4600-9601-235C808427B0}"/>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a:p>
          </p:txBody>
        </p:sp>
        <p:sp>
          <p:nvSpPr>
            <p:cNvPr id="41" name="Oval 259">
              <a:extLst>
                <a:ext uri="{FF2B5EF4-FFF2-40B4-BE49-F238E27FC236}">
                  <a16:creationId xmlns:a16="http://schemas.microsoft.com/office/drawing/2014/main" xmlns="" id="{621FF801-9644-4D15-BDA9-B5750BC56A98}"/>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a:p>
          </p:txBody>
        </p:sp>
        <p:sp>
          <p:nvSpPr>
            <p:cNvPr id="42" name="Oval 259">
              <a:extLst>
                <a:ext uri="{FF2B5EF4-FFF2-40B4-BE49-F238E27FC236}">
                  <a16:creationId xmlns:a16="http://schemas.microsoft.com/office/drawing/2014/main" xmlns="" id="{5159582A-5769-41EB-A403-4AEC3C604BC5}"/>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a:p>
          </p:txBody>
        </p:sp>
        <p:sp>
          <p:nvSpPr>
            <p:cNvPr id="43" name="Oval 259">
              <a:extLst>
                <a:ext uri="{FF2B5EF4-FFF2-40B4-BE49-F238E27FC236}">
                  <a16:creationId xmlns:a16="http://schemas.microsoft.com/office/drawing/2014/main" xmlns="" id="{3E0447DC-AB86-4ECD-AF95-5BA530C860AD}"/>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a:p>
          </p:txBody>
        </p:sp>
        <p:sp>
          <p:nvSpPr>
            <p:cNvPr id="44" name="Oval 259">
              <a:extLst>
                <a:ext uri="{FF2B5EF4-FFF2-40B4-BE49-F238E27FC236}">
                  <a16:creationId xmlns:a16="http://schemas.microsoft.com/office/drawing/2014/main" xmlns="" id="{6A01AC91-DC21-460C-A9DD-29E4ADDB4F68}"/>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a:p>
          </p:txBody>
        </p:sp>
        <p:sp>
          <p:nvSpPr>
            <p:cNvPr id="45" name="Oval 259">
              <a:extLst>
                <a:ext uri="{FF2B5EF4-FFF2-40B4-BE49-F238E27FC236}">
                  <a16:creationId xmlns:a16="http://schemas.microsoft.com/office/drawing/2014/main" xmlns="" id="{735EE6B7-A15A-41F6-B945-09362BF64E07}"/>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a:p>
          </p:txBody>
        </p:sp>
      </p:grpSp>
      <p:grpSp>
        <p:nvGrpSpPr>
          <p:cNvPr id="46" name="组合 299">
            <a:extLst>
              <a:ext uri="{FF2B5EF4-FFF2-40B4-BE49-F238E27FC236}">
                <a16:creationId xmlns:a16="http://schemas.microsoft.com/office/drawing/2014/main" xmlns="" id="{471219B4-D225-4098-AB36-C0AC3B67497A}"/>
              </a:ext>
            </a:extLst>
          </p:cNvPr>
          <p:cNvGrpSpPr>
            <a:grpSpLocks/>
          </p:cNvGrpSpPr>
          <p:nvPr/>
        </p:nvGrpSpPr>
        <p:grpSpPr bwMode="auto">
          <a:xfrm>
            <a:off x="6371686" y="5462005"/>
            <a:ext cx="2489200" cy="96837"/>
            <a:chOff x="349251" y="4200310"/>
            <a:chExt cx="2489204" cy="96678"/>
          </a:xfrm>
        </p:grpSpPr>
        <p:sp>
          <p:nvSpPr>
            <p:cNvPr id="47" name="Oval 259">
              <a:extLst>
                <a:ext uri="{FF2B5EF4-FFF2-40B4-BE49-F238E27FC236}">
                  <a16:creationId xmlns:a16="http://schemas.microsoft.com/office/drawing/2014/main" xmlns="" id="{776F3BDA-99B1-4874-A62D-342A9B78D04C}"/>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a:p>
          </p:txBody>
        </p:sp>
        <p:sp>
          <p:nvSpPr>
            <p:cNvPr id="48" name="Oval 259">
              <a:extLst>
                <a:ext uri="{FF2B5EF4-FFF2-40B4-BE49-F238E27FC236}">
                  <a16:creationId xmlns:a16="http://schemas.microsoft.com/office/drawing/2014/main" xmlns="" id="{552E3245-99F6-4BD3-B56D-C51FCF22A03C}"/>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a:p>
          </p:txBody>
        </p:sp>
        <p:sp>
          <p:nvSpPr>
            <p:cNvPr id="49" name="Oval 259">
              <a:extLst>
                <a:ext uri="{FF2B5EF4-FFF2-40B4-BE49-F238E27FC236}">
                  <a16:creationId xmlns:a16="http://schemas.microsoft.com/office/drawing/2014/main" xmlns="" id="{06D7BF07-91AB-4A3C-A074-66FABB22CBB4}"/>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a:p>
          </p:txBody>
        </p:sp>
        <p:sp>
          <p:nvSpPr>
            <p:cNvPr id="50" name="Oval 259">
              <a:extLst>
                <a:ext uri="{FF2B5EF4-FFF2-40B4-BE49-F238E27FC236}">
                  <a16:creationId xmlns:a16="http://schemas.microsoft.com/office/drawing/2014/main" xmlns="" id="{884E834D-3141-4B36-86C0-6738258236D5}"/>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a:p>
          </p:txBody>
        </p:sp>
        <p:sp>
          <p:nvSpPr>
            <p:cNvPr id="51" name="Oval 259">
              <a:extLst>
                <a:ext uri="{FF2B5EF4-FFF2-40B4-BE49-F238E27FC236}">
                  <a16:creationId xmlns:a16="http://schemas.microsoft.com/office/drawing/2014/main" xmlns="" id="{1F032B79-1363-431D-9A37-802B65387AC1}"/>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a:p>
          </p:txBody>
        </p:sp>
        <p:sp>
          <p:nvSpPr>
            <p:cNvPr id="52" name="Oval 259">
              <a:extLst>
                <a:ext uri="{FF2B5EF4-FFF2-40B4-BE49-F238E27FC236}">
                  <a16:creationId xmlns:a16="http://schemas.microsoft.com/office/drawing/2014/main" xmlns="" id="{759605DD-4F9B-4366-9171-CABC22AF134E}"/>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a:p>
          </p:txBody>
        </p:sp>
        <p:sp>
          <p:nvSpPr>
            <p:cNvPr id="53" name="Oval 259">
              <a:extLst>
                <a:ext uri="{FF2B5EF4-FFF2-40B4-BE49-F238E27FC236}">
                  <a16:creationId xmlns:a16="http://schemas.microsoft.com/office/drawing/2014/main" xmlns="" id="{868FDCCF-9F32-4BCC-B971-6B728D4D9C5A}"/>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a:p>
          </p:txBody>
        </p:sp>
        <p:sp>
          <p:nvSpPr>
            <p:cNvPr id="54" name="Oval 259">
              <a:extLst>
                <a:ext uri="{FF2B5EF4-FFF2-40B4-BE49-F238E27FC236}">
                  <a16:creationId xmlns:a16="http://schemas.microsoft.com/office/drawing/2014/main" xmlns="" id="{B2B2CADA-0F82-4972-835D-3593BC446CBA}"/>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a:p>
          </p:txBody>
        </p:sp>
        <p:sp>
          <p:nvSpPr>
            <p:cNvPr id="55" name="Oval 259">
              <a:extLst>
                <a:ext uri="{FF2B5EF4-FFF2-40B4-BE49-F238E27FC236}">
                  <a16:creationId xmlns:a16="http://schemas.microsoft.com/office/drawing/2014/main" xmlns="" id="{A271959C-CC4C-4525-9E9B-585ADA188BC6}"/>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a:p>
          </p:txBody>
        </p:sp>
        <p:sp>
          <p:nvSpPr>
            <p:cNvPr id="56" name="Oval 259">
              <a:extLst>
                <a:ext uri="{FF2B5EF4-FFF2-40B4-BE49-F238E27FC236}">
                  <a16:creationId xmlns:a16="http://schemas.microsoft.com/office/drawing/2014/main" xmlns="" id="{A25F175E-FBDB-4FE6-8101-E1EED6E1F009}"/>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a:p>
          </p:txBody>
        </p:sp>
        <p:sp>
          <p:nvSpPr>
            <p:cNvPr id="57" name="Oval 259">
              <a:extLst>
                <a:ext uri="{FF2B5EF4-FFF2-40B4-BE49-F238E27FC236}">
                  <a16:creationId xmlns:a16="http://schemas.microsoft.com/office/drawing/2014/main" xmlns="" id="{BF60AAAC-91E5-4DAB-AD97-838922C5C739}"/>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a:p>
          </p:txBody>
        </p:sp>
        <p:sp>
          <p:nvSpPr>
            <p:cNvPr id="58" name="Oval 259">
              <a:extLst>
                <a:ext uri="{FF2B5EF4-FFF2-40B4-BE49-F238E27FC236}">
                  <a16:creationId xmlns:a16="http://schemas.microsoft.com/office/drawing/2014/main" xmlns="" id="{6D8DD59A-70BF-4C46-935D-48CAEE124114}"/>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a:p>
          </p:txBody>
        </p:sp>
      </p:grpSp>
      <p:grpSp>
        <p:nvGrpSpPr>
          <p:cNvPr id="59" name="组合 312">
            <a:extLst>
              <a:ext uri="{FF2B5EF4-FFF2-40B4-BE49-F238E27FC236}">
                <a16:creationId xmlns:a16="http://schemas.microsoft.com/office/drawing/2014/main" xmlns="" id="{DE9F25E1-A637-4DF0-B6FB-9262D9C95082}"/>
              </a:ext>
            </a:extLst>
          </p:cNvPr>
          <p:cNvGrpSpPr>
            <a:grpSpLocks/>
          </p:cNvGrpSpPr>
          <p:nvPr/>
        </p:nvGrpSpPr>
        <p:grpSpPr bwMode="auto">
          <a:xfrm>
            <a:off x="6371686" y="5595355"/>
            <a:ext cx="2489200" cy="96837"/>
            <a:chOff x="349251" y="4200310"/>
            <a:chExt cx="2489204" cy="96678"/>
          </a:xfrm>
        </p:grpSpPr>
        <p:sp>
          <p:nvSpPr>
            <p:cNvPr id="60" name="Oval 259">
              <a:extLst>
                <a:ext uri="{FF2B5EF4-FFF2-40B4-BE49-F238E27FC236}">
                  <a16:creationId xmlns:a16="http://schemas.microsoft.com/office/drawing/2014/main" xmlns="" id="{2B8CF18B-6DB1-4B03-BE2B-E1581D63FF6F}"/>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a:p>
          </p:txBody>
        </p:sp>
        <p:sp>
          <p:nvSpPr>
            <p:cNvPr id="61" name="Oval 259">
              <a:extLst>
                <a:ext uri="{FF2B5EF4-FFF2-40B4-BE49-F238E27FC236}">
                  <a16:creationId xmlns:a16="http://schemas.microsoft.com/office/drawing/2014/main" xmlns="" id="{1B83A330-4E03-4952-9E71-6409E0BE24C3}"/>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a:p>
          </p:txBody>
        </p:sp>
        <p:sp>
          <p:nvSpPr>
            <p:cNvPr id="62" name="Oval 259">
              <a:extLst>
                <a:ext uri="{FF2B5EF4-FFF2-40B4-BE49-F238E27FC236}">
                  <a16:creationId xmlns:a16="http://schemas.microsoft.com/office/drawing/2014/main" xmlns="" id="{8F0FDEAE-C993-435E-992E-710D9076A2AC}"/>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a:p>
          </p:txBody>
        </p:sp>
        <p:sp>
          <p:nvSpPr>
            <p:cNvPr id="63" name="Oval 259">
              <a:extLst>
                <a:ext uri="{FF2B5EF4-FFF2-40B4-BE49-F238E27FC236}">
                  <a16:creationId xmlns:a16="http://schemas.microsoft.com/office/drawing/2014/main" xmlns="" id="{57FFF4D2-77A7-41E3-B5D6-99EDA46C3F53}"/>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a:p>
          </p:txBody>
        </p:sp>
        <p:sp>
          <p:nvSpPr>
            <p:cNvPr id="64" name="Oval 259">
              <a:extLst>
                <a:ext uri="{FF2B5EF4-FFF2-40B4-BE49-F238E27FC236}">
                  <a16:creationId xmlns:a16="http://schemas.microsoft.com/office/drawing/2014/main" xmlns="" id="{14D64B89-76C2-47B9-9D9D-0AB4220D73CA}"/>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a:p>
          </p:txBody>
        </p:sp>
        <p:sp>
          <p:nvSpPr>
            <p:cNvPr id="65" name="Oval 259">
              <a:extLst>
                <a:ext uri="{FF2B5EF4-FFF2-40B4-BE49-F238E27FC236}">
                  <a16:creationId xmlns:a16="http://schemas.microsoft.com/office/drawing/2014/main" xmlns="" id="{9C6CFDF5-A20E-4F2B-841C-EF5DD34C7814}"/>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a:p>
          </p:txBody>
        </p:sp>
        <p:sp>
          <p:nvSpPr>
            <p:cNvPr id="66" name="Oval 259">
              <a:extLst>
                <a:ext uri="{FF2B5EF4-FFF2-40B4-BE49-F238E27FC236}">
                  <a16:creationId xmlns:a16="http://schemas.microsoft.com/office/drawing/2014/main" xmlns="" id="{78E5CC43-9E69-4B59-BA3B-71B4FF67632C}"/>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a:p>
          </p:txBody>
        </p:sp>
        <p:sp>
          <p:nvSpPr>
            <p:cNvPr id="67" name="Oval 259">
              <a:extLst>
                <a:ext uri="{FF2B5EF4-FFF2-40B4-BE49-F238E27FC236}">
                  <a16:creationId xmlns:a16="http://schemas.microsoft.com/office/drawing/2014/main" xmlns="" id="{6AF3FCD3-243E-4262-A5E0-886D5683C6B6}"/>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a:p>
          </p:txBody>
        </p:sp>
        <p:sp>
          <p:nvSpPr>
            <p:cNvPr id="68" name="Oval 259">
              <a:extLst>
                <a:ext uri="{FF2B5EF4-FFF2-40B4-BE49-F238E27FC236}">
                  <a16:creationId xmlns:a16="http://schemas.microsoft.com/office/drawing/2014/main" xmlns="" id="{AC9D045E-3AA2-4EF9-93DC-FE2005358236}"/>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a:p>
          </p:txBody>
        </p:sp>
        <p:sp>
          <p:nvSpPr>
            <p:cNvPr id="69" name="Oval 259">
              <a:extLst>
                <a:ext uri="{FF2B5EF4-FFF2-40B4-BE49-F238E27FC236}">
                  <a16:creationId xmlns:a16="http://schemas.microsoft.com/office/drawing/2014/main" xmlns="" id="{F1C97AA2-FCF0-48CC-A04B-6B1C877E6FC2}"/>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a:p>
          </p:txBody>
        </p:sp>
        <p:sp>
          <p:nvSpPr>
            <p:cNvPr id="70" name="Oval 259">
              <a:extLst>
                <a:ext uri="{FF2B5EF4-FFF2-40B4-BE49-F238E27FC236}">
                  <a16:creationId xmlns:a16="http://schemas.microsoft.com/office/drawing/2014/main" xmlns="" id="{682A3209-25B5-4A44-B171-15EB5A9B6E3C}"/>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a:p>
          </p:txBody>
        </p:sp>
        <p:sp>
          <p:nvSpPr>
            <p:cNvPr id="71" name="Oval 259">
              <a:extLst>
                <a:ext uri="{FF2B5EF4-FFF2-40B4-BE49-F238E27FC236}">
                  <a16:creationId xmlns:a16="http://schemas.microsoft.com/office/drawing/2014/main" xmlns="" id="{B4A99524-B491-409A-9DDC-D29746170423}"/>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a:p>
          </p:txBody>
        </p:sp>
      </p:grpSp>
      <p:grpSp>
        <p:nvGrpSpPr>
          <p:cNvPr id="72" name="组合 325">
            <a:extLst>
              <a:ext uri="{FF2B5EF4-FFF2-40B4-BE49-F238E27FC236}">
                <a16:creationId xmlns:a16="http://schemas.microsoft.com/office/drawing/2014/main" xmlns="" id="{650FCDD6-369F-42F0-A609-1F901BA9813C}"/>
              </a:ext>
            </a:extLst>
          </p:cNvPr>
          <p:cNvGrpSpPr>
            <a:grpSpLocks/>
          </p:cNvGrpSpPr>
          <p:nvPr/>
        </p:nvGrpSpPr>
        <p:grpSpPr bwMode="auto">
          <a:xfrm>
            <a:off x="6371686" y="5728705"/>
            <a:ext cx="2489200" cy="96837"/>
            <a:chOff x="349251" y="4200310"/>
            <a:chExt cx="2489204" cy="96678"/>
          </a:xfrm>
        </p:grpSpPr>
        <p:sp>
          <p:nvSpPr>
            <p:cNvPr id="73" name="Oval 259">
              <a:extLst>
                <a:ext uri="{FF2B5EF4-FFF2-40B4-BE49-F238E27FC236}">
                  <a16:creationId xmlns:a16="http://schemas.microsoft.com/office/drawing/2014/main" xmlns="" id="{A886D7A4-F14E-4A05-9D80-E69A90E4EE5F}"/>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a:p>
          </p:txBody>
        </p:sp>
        <p:sp>
          <p:nvSpPr>
            <p:cNvPr id="74" name="Oval 259">
              <a:extLst>
                <a:ext uri="{FF2B5EF4-FFF2-40B4-BE49-F238E27FC236}">
                  <a16:creationId xmlns:a16="http://schemas.microsoft.com/office/drawing/2014/main" xmlns="" id="{24102B20-36E0-43F2-A188-EDF33EE07197}"/>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a:p>
          </p:txBody>
        </p:sp>
        <p:sp>
          <p:nvSpPr>
            <p:cNvPr id="75" name="Oval 259">
              <a:extLst>
                <a:ext uri="{FF2B5EF4-FFF2-40B4-BE49-F238E27FC236}">
                  <a16:creationId xmlns:a16="http://schemas.microsoft.com/office/drawing/2014/main" xmlns="" id="{F7B80F8A-9E6A-42CC-8095-F48B192AC00B}"/>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a:p>
          </p:txBody>
        </p:sp>
        <p:sp>
          <p:nvSpPr>
            <p:cNvPr id="76" name="Oval 259">
              <a:extLst>
                <a:ext uri="{FF2B5EF4-FFF2-40B4-BE49-F238E27FC236}">
                  <a16:creationId xmlns:a16="http://schemas.microsoft.com/office/drawing/2014/main" xmlns="" id="{4A27E9DE-54D7-44EE-980D-38A11098111E}"/>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a:p>
          </p:txBody>
        </p:sp>
        <p:sp>
          <p:nvSpPr>
            <p:cNvPr id="77" name="Oval 259">
              <a:extLst>
                <a:ext uri="{FF2B5EF4-FFF2-40B4-BE49-F238E27FC236}">
                  <a16:creationId xmlns:a16="http://schemas.microsoft.com/office/drawing/2014/main" xmlns="" id="{3FF78A13-AC61-433F-8F81-C9217636A0B8}"/>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a:p>
          </p:txBody>
        </p:sp>
        <p:sp>
          <p:nvSpPr>
            <p:cNvPr id="78" name="Oval 259">
              <a:extLst>
                <a:ext uri="{FF2B5EF4-FFF2-40B4-BE49-F238E27FC236}">
                  <a16:creationId xmlns:a16="http://schemas.microsoft.com/office/drawing/2014/main" xmlns="" id="{1627FA99-4472-41D9-AE22-D93F50C8A20C}"/>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a:p>
          </p:txBody>
        </p:sp>
        <p:sp>
          <p:nvSpPr>
            <p:cNvPr id="79" name="Oval 259">
              <a:extLst>
                <a:ext uri="{FF2B5EF4-FFF2-40B4-BE49-F238E27FC236}">
                  <a16:creationId xmlns:a16="http://schemas.microsoft.com/office/drawing/2014/main" xmlns="" id="{BDD609B8-2223-4822-AD98-D2DC30A4A71F}"/>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a:p>
          </p:txBody>
        </p:sp>
        <p:sp>
          <p:nvSpPr>
            <p:cNvPr id="80" name="Oval 259">
              <a:extLst>
                <a:ext uri="{FF2B5EF4-FFF2-40B4-BE49-F238E27FC236}">
                  <a16:creationId xmlns:a16="http://schemas.microsoft.com/office/drawing/2014/main" xmlns="" id="{F565402F-DD2B-4A6C-9CAB-93EC149E5129}"/>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a:p>
          </p:txBody>
        </p:sp>
        <p:sp>
          <p:nvSpPr>
            <p:cNvPr id="81" name="Oval 259">
              <a:extLst>
                <a:ext uri="{FF2B5EF4-FFF2-40B4-BE49-F238E27FC236}">
                  <a16:creationId xmlns:a16="http://schemas.microsoft.com/office/drawing/2014/main" xmlns="" id="{A51AEF5D-5B3F-4C60-84C3-0EC3354E325C}"/>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a:p>
          </p:txBody>
        </p:sp>
        <p:sp>
          <p:nvSpPr>
            <p:cNvPr id="82" name="Oval 259">
              <a:extLst>
                <a:ext uri="{FF2B5EF4-FFF2-40B4-BE49-F238E27FC236}">
                  <a16:creationId xmlns:a16="http://schemas.microsoft.com/office/drawing/2014/main" xmlns="" id="{0AC46FAE-4B34-4324-900A-1D5038417006}"/>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a:p>
          </p:txBody>
        </p:sp>
        <p:sp>
          <p:nvSpPr>
            <p:cNvPr id="83" name="Oval 259">
              <a:extLst>
                <a:ext uri="{FF2B5EF4-FFF2-40B4-BE49-F238E27FC236}">
                  <a16:creationId xmlns:a16="http://schemas.microsoft.com/office/drawing/2014/main" xmlns="" id="{324771AD-A561-4CDE-B43C-5646CAD81AC7}"/>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a:p>
          </p:txBody>
        </p:sp>
        <p:sp>
          <p:nvSpPr>
            <p:cNvPr id="84" name="Oval 259">
              <a:extLst>
                <a:ext uri="{FF2B5EF4-FFF2-40B4-BE49-F238E27FC236}">
                  <a16:creationId xmlns:a16="http://schemas.microsoft.com/office/drawing/2014/main" xmlns="" id="{001305C1-4775-42E6-832B-C730A5169044}"/>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a:p>
          </p:txBody>
        </p:sp>
      </p:grpSp>
      <p:grpSp>
        <p:nvGrpSpPr>
          <p:cNvPr id="85" name="组合 338">
            <a:extLst>
              <a:ext uri="{FF2B5EF4-FFF2-40B4-BE49-F238E27FC236}">
                <a16:creationId xmlns:a16="http://schemas.microsoft.com/office/drawing/2014/main" xmlns="" id="{71DDCD8A-E8B4-406A-9359-B503EC79DE0C}"/>
              </a:ext>
            </a:extLst>
          </p:cNvPr>
          <p:cNvGrpSpPr>
            <a:grpSpLocks/>
          </p:cNvGrpSpPr>
          <p:nvPr/>
        </p:nvGrpSpPr>
        <p:grpSpPr bwMode="auto">
          <a:xfrm>
            <a:off x="6371686" y="5869992"/>
            <a:ext cx="2489200" cy="96838"/>
            <a:chOff x="349251" y="4200310"/>
            <a:chExt cx="2489204" cy="96678"/>
          </a:xfrm>
        </p:grpSpPr>
        <p:sp>
          <p:nvSpPr>
            <p:cNvPr id="86" name="Oval 259">
              <a:extLst>
                <a:ext uri="{FF2B5EF4-FFF2-40B4-BE49-F238E27FC236}">
                  <a16:creationId xmlns:a16="http://schemas.microsoft.com/office/drawing/2014/main" xmlns="" id="{4B9CE2CC-11DC-43D2-8B29-4EB0ABE55054}"/>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a:p>
          </p:txBody>
        </p:sp>
        <p:sp>
          <p:nvSpPr>
            <p:cNvPr id="87" name="Oval 259">
              <a:extLst>
                <a:ext uri="{FF2B5EF4-FFF2-40B4-BE49-F238E27FC236}">
                  <a16:creationId xmlns:a16="http://schemas.microsoft.com/office/drawing/2014/main" xmlns="" id="{8A0059F2-29E4-46B4-9C2C-642BBC39E084}"/>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a:p>
          </p:txBody>
        </p:sp>
        <p:sp>
          <p:nvSpPr>
            <p:cNvPr id="88" name="Oval 259">
              <a:extLst>
                <a:ext uri="{FF2B5EF4-FFF2-40B4-BE49-F238E27FC236}">
                  <a16:creationId xmlns:a16="http://schemas.microsoft.com/office/drawing/2014/main" xmlns="" id="{95E66D9B-BC7A-425B-B789-BEDDD57BD6E3}"/>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a:p>
          </p:txBody>
        </p:sp>
        <p:sp>
          <p:nvSpPr>
            <p:cNvPr id="89" name="Oval 259">
              <a:extLst>
                <a:ext uri="{FF2B5EF4-FFF2-40B4-BE49-F238E27FC236}">
                  <a16:creationId xmlns:a16="http://schemas.microsoft.com/office/drawing/2014/main" xmlns="" id="{6B6730FE-BBBC-4E4D-B440-6132ECE7D157}"/>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a:p>
          </p:txBody>
        </p:sp>
        <p:sp>
          <p:nvSpPr>
            <p:cNvPr id="90" name="Oval 259">
              <a:extLst>
                <a:ext uri="{FF2B5EF4-FFF2-40B4-BE49-F238E27FC236}">
                  <a16:creationId xmlns:a16="http://schemas.microsoft.com/office/drawing/2014/main" xmlns="" id="{4C6D2A53-DA63-4472-9AD4-689C8832964F}"/>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a:p>
          </p:txBody>
        </p:sp>
        <p:sp>
          <p:nvSpPr>
            <p:cNvPr id="91" name="Oval 259">
              <a:extLst>
                <a:ext uri="{FF2B5EF4-FFF2-40B4-BE49-F238E27FC236}">
                  <a16:creationId xmlns:a16="http://schemas.microsoft.com/office/drawing/2014/main" xmlns="" id="{B071A0A2-E70E-426F-825F-27EE00625263}"/>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a:p>
          </p:txBody>
        </p:sp>
        <p:sp>
          <p:nvSpPr>
            <p:cNvPr id="92" name="Oval 259">
              <a:extLst>
                <a:ext uri="{FF2B5EF4-FFF2-40B4-BE49-F238E27FC236}">
                  <a16:creationId xmlns:a16="http://schemas.microsoft.com/office/drawing/2014/main" xmlns="" id="{0A486502-834E-4456-B56D-986BE34D2E97}"/>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a:p>
          </p:txBody>
        </p:sp>
        <p:sp>
          <p:nvSpPr>
            <p:cNvPr id="93" name="Oval 259">
              <a:extLst>
                <a:ext uri="{FF2B5EF4-FFF2-40B4-BE49-F238E27FC236}">
                  <a16:creationId xmlns:a16="http://schemas.microsoft.com/office/drawing/2014/main" xmlns="" id="{2886FEC8-758A-4AD9-A48C-917158A51574}"/>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a:p>
          </p:txBody>
        </p:sp>
        <p:sp>
          <p:nvSpPr>
            <p:cNvPr id="94" name="Oval 259">
              <a:extLst>
                <a:ext uri="{FF2B5EF4-FFF2-40B4-BE49-F238E27FC236}">
                  <a16:creationId xmlns:a16="http://schemas.microsoft.com/office/drawing/2014/main" xmlns="" id="{F8F1A04A-A5A4-45B9-B68D-90CEF7531F79}"/>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a:p>
          </p:txBody>
        </p:sp>
        <p:sp>
          <p:nvSpPr>
            <p:cNvPr id="95" name="Oval 259">
              <a:extLst>
                <a:ext uri="{FF2B5EF4-FFF2-40B4-BE49-F238E27FC236}">
                  <a16:creationId xmlns:a16="http://schemas.microsoft.com/office/drawing/2014/main" xmlns="" id="{28AE2D14-6C6B-473D-A89D-C0C08DB0EA37}"/>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a:p>
          </p:txBody>
        </p:sp>
        <p:sp>
          <p:nvSpPr>
            <p:cNvPr id="96" name="Oval 259">
              <a:extLst>
                <a:ext uri="{FF2B5EF4-FFF2-40B4-BE49-F238E27FC236}">
                  <a16:creationId xmlns:a16="http://schemas.microsoft.com/office/drawing/2014/main" xmlns="" id="{72FF201B-E909-4944-91B8-29CB346D49E5}"/>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a:p>
          </p:txBody>
        </p:sp>
        <p:sp>
          <p:nvSpPr>
            <p:cNvPr id="97" name="Oval 259">
              <a:extLst>
                <a:ext uri="{FF2B5EF4-FFF2-40B4-BE49-F238E27FC236}">
                  <a16:creationId xmlns:a16="http://schemas.microsoft.com/office/drawing/2014/main" xmlns="" id="{E8921E51-DC59-42CB-95E4-F4712CCEE2CE}"/>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a:p>
          </p:txBody>
        </p:sp>
      </p:grpSp>
      <p:grpSp>
        <p:nvGrpSpPr>
          <p:cNvPr id="98" name="组合 351">
            <a:extLst>
              <a:ext uri="{FF2B5EF4-FFF2-40B4-BE49-F238E27FC236}">
                <a16:creationId xmlns:a16="http://schemas.microsoft.com/office/drawing/2014/main" xmlns="" id="{D5378282-8634-4EC7-83A8-FBE12A9EAA97}"/>
              </a:ext>
            </a:extLst>
          </p:cNvPr>
          <p:cNvGrpSpPr>
            <a:grpSpLocks/>
          </p:cNvGrpSpPr>
          <p:nvPr/>
        </p:nvGrpSpPr>
        <p:grpSpPr bwMode="auto">
          <a:xfrm>
            <a:off x="6371686" y="6039855"/>
            <a:ext cx="2489200" cy="96837"/>
            <a:chOff x="349251" y="4200310"/>
            <a:chExt cx="2489204" cy="96678"/>
          </a:xfrm>
        </p:grpSpPr>
        <p:sp>
          <p:nvSpPr>
            <p:cNvPr id="99" name="Oval 259">
              <a:extLst>
                <a:ext uri="{FF2B5EF4-FFF2-40B4-BE49-F238E27FC236}">
                  <a16:creationId xmlns:a16="http://schemas.microsoft.com/office/drawing/2014/main" xmlns="" id="{9F2ABABE-96B8-422B-8A10-58870CF034E9}"/>
                </a:ext>
              </a:extLst>
            </p:cNvPr>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a:p>
          </p:txBody>
        </p:sp>
        <p:sp>
          <p:nvSpPr>
            <p:cNvPr id="100" name="Oval 259">
              <a:extLst>
                <a:ext uri="{FF2B5EF4-FFF2-40B4-BE49-F238E27FC236}">
                  <a16:creationId xmlns:a16="http://schemas.microsoft.com/office/drawing/2014/main" xmlns="" id="{70A5A1A3-CD5D-449A-88AD-56FF92C18144}"/>
                </a:ext>
              </a:extLst>
            </p:cNvPr>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a:p>
          </p:txBody>
        </p:sp>
        <p:sp>
          <p:nvSpPr>
            <p:cNvPr id="101" name="Oval 259">
              <a:extLst>
                <a:ext uri="{FF2B5EF4-FFF2-40B4-BE49-F238E27FC236}">
                  <a16:creationId xmlns:a16="http://schemas.microsoft.com/office/drawing/2014/main" xmlns="" id="{6D5F84BC-FA29-4C36-86FE-098877F8DF9A}"/>
                </a:ext>
              </a:extLst>
            </p:cNvPr>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a:p>
          </p:txBody>
        </p:sp>
        <p:sp>
          <p:nvSpPr>
            <p:cNvPr id="102" name="Oval 259">
              <a:extLst>
                <a:ext uri="{FF2B5EF4-FFF2-40B4-BE49-F238E27FC236}">
                  <a16:creationId xmlns:a16="http://schemas.microsoft.com/office/drawing/2014/main" xmlns="" id="{D5B31592-109E-41B3-B4CA-99DF2CAD05D8}"/>
                </a:ext>
              </a:extLst>
            </p:cNvPr>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a:p>
          </p:txBody>
        </p:sp>
        <p:sp>
          <p:nvSpPr>
            <p:cNvPr id="103" name="Oval 259">
              <a:extLst>
                <a:ext uri="{FF2B5EF4-FFF2-40B4-BE49-F238E27FC236}">
                  <a16:creationId xmlns:a16="http://schemas.microsoft.com/office/drawing/2014/main" xmlns="" id="{06EBC7A5-263F-46F0-AD7B-7ABDF6A14371}"/>
                </a:ext>
              </a:extLst>
            </p:cNvPr>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a:p>
          </p:txBody>
        </p:sp>
        <p:sp>
          <p:nvSpPr>
            <p:cNvPr id="104" name="Oval 259">
              <a:extLst>
                <a:ext uri="{FF2B5EF4-FFF2-40B4-BE49-F238E27FC236}">
                  <a16:creationId xmlns:a16="http://schemas.microsoft.com/office/drawing/2014/main" xmlns="" id="{DB1099E1-7422-4A3E-85B3-93101E7E9149}"/>
                </a:ext>
              </a:extLst>
            </p:cNvPr>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a:p>
          </p:txBody>
        </p:sp>
        <p:sp>
          <p:nvSpPr>
            <p:cNvPr id="105" name="Oval 259">
              <a:extLst>
                <a:ext uri="{FF2B5EF4-FFF2-40B4-BE49-F238E27FC236}">
                  <a16:creationId xmlns:a16="http://schemas.microsoft.com/office/drawing/2014/main" xmlns="" id="{15B8FEB6-0817-4FD4-A698-39B1CC83DDA1}"/>
                </a:ext>
              </a:extLst>
            </p:cNvPr>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a:p>
          </p:txBody>
        </p:sp>
        <p:sp>
          <p:nvSpPr>
            <p:cNvPr id="106" name="Oval 259">
              <a:extLst>
                <a:ext uri="{FF2B5EF4-FFF2-40B4-BE49-F238E27FC236}">
                  <a16:creationId xmlns:a16="http://schemas.microsoft.com/office/drawing/2014/main" xmlns="" id="{0F19D4B8-19F0-437D-9667-C5CE0C64E71C}"/>
                </a:ext>
              </a:extLst>
            </p:cNvPr>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a:p>
          </p:txBody>
        </p:sp>
        <p:sp>
          <p:nvSpPr>
            <p:cNvPr id="107" name="Oval 259">
              <a:extLst>
                <a:ext uri="{FF2B5EF4-FFF2-40B4-BE49-F238E27FC236}">
                  <a16:creationId xmlns:a16="http://schemas.microsoft.com/office/drawing/2014/main" xmlns="" id="{0023F758-5C5D-407E-B775-F15197C0E108}"/>
                </a:ext>
              </a:extLst>
            </p:cNvPr>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a:p>
          </p:txBody>
        </p:sp>
        <p:sp>
          <p:nvSpPr>
            <p:cNvPr id="108" name="Oval 259">
              <a:extLst>
                <a:ext uri="{FF2B5EF4-FFF2-40B4-BE49-F238E27FC236}">
                  <a16:creationId xmlns:a16="http://schemas.microsoft.com/office/drawing/2014/main" xmlns="" id="{7B571DDE-750D-4904-BD07-2E9DA0760296}"/>
                </a:ext>
              </a:extLst>
            </p:cNvPr>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a:p>
          </p:txBody>
        </p:sp>
        <p:sp>
          <p:nvSpPr>
            <p:cNvPr id="109" name="Oval 259">
              <a:extLst>
                <a:ext uri="{FF2B5EF4-FFF2-40B4-BE49-F238E27FC236}">
                  <a16:creationId xmlns:a16="http://schemas.microsoft.com/office/drawing/2014/main" xmlns="" id="{8CC2CDBD-BD2A-4E6D-9CE1-E2087AB80E31}"/>
                </a:ext>
              </a:extLst>
            </p:cNvPr>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a:p>
          </p:txBody>
        </p:sp>
        <p:sp>
          <p:nvSpPr>
            <p:cNvPr id="110" name="Oval 259">
              <a:extLst>
                <a:ext uri="{FF2B5EF4-FFF2-40B4-BE49-F238E27FC236}">
                  <a16:creationId xmlns:a16="http://schemas.microsoft.com/office/drawing/2014/main" xmlns="" id="{1BB93C3E-CE1B-491A-B19A-23B325EE5674}"/>
                </a:ext>
              </a:extLst>
            </p:cNvPr>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a:p>
          </p:txBody>
        </p:sp>
      </p:grpSp>
      <p:cxnSp>
        <p:nvCxnSpPr>
          <p:cNvPr id="111" name="直接箭头连接符 110">
            <a:extLst>
              <a:ext uri="{FF2B5EF4-FFF2-40B4-BE49-F238E27FC236}">
                <a16:creationId xmlns:a16="http://schemas.microsoft.com/office/drawing/2014/main" xmlns="" id="{7C599E20-B938-4A12-B6A2-B3D10FC5D6CE}"/>
              </a:ext>
            </a:extLst>
          </p:cNvPr>
          <p:cNvCxnSpPr/>
          <p:nvPr/>
        </p:nvCxnSpPr>
        <p:spPr>
          <a:xfrm rot="5400000" flipH="1" flipV="1">
            <a:off x="4311111" y="4252330"/>
            <a:ext cx="3956050" cy="0"/>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112" name="TextBox 104">
            <a:extLst>
              <a:ext uri="{FF2B5EF4-FFF2-40B4-BE49-F238E27FC236}">
                <a16:creationId xmlns:a16="http://schemas.microsoft.com/office/drawing/2014/main" xmlns="" id="{A0AE3593-1A19-4293-8142-61D541E51C1E}"/>
              </a:ext>
            </a:extLst>
          </p:cNvPr>
          <p:cNvSpPr txBox="1">
            <a:spLocks noChangeArrowheads="1"/>
          </p:cNvSpPr>
          <p:nvPr/>
        </p:nvSpPr>
        <p:spPr bwMode="auto">
          <a:xfrm>
            <a:off x="5725573" y="4003092"/>
            <a:ext cx="444500" cy="369888"/>
          </a:xfrm>
          <a:prstGeom prst="rect">
            <a:avLst/>
          </a:prstGeom>
          <a:noFill/>
          <a:ln w="9525">
            <a:noFill/>
            <a:miter lim="800000"/>
            <a:headEnd/>
            <a:tailEnd/>
          </a:ln>
        </p:spPr>
        <p:txBody>
          <a:bodyPr lIns="0" tIns="0" rIns="0" bIns="0">
            <a:spAutoFit/>
          </a:bodyPr>
          <a:lstStyle/>
          <a:p>
            <a:r>
              <a:rPr lang="en-US" altLang="zh-CN" sz="2400">
                <a:latin typeface="Times New Roman" pitchFamily="18" charset="0"/>
                <a:cs typeface="Times New Roman" pitchFamily="18" charset="0"/>
              </a:rPr>
              <a:t>E</a:t>
            </a:r>
            <a:r>
              <a:rPr lang="en-US" altLang="zh-CN" sz="2400" baseline="-25000">
                <a:latin typeface="Times New Roman" pitchFamily="18" charset="0"/>
                <a:cs typeface="Times New Roman" pitchFamily="18" charset="0"/>
              </a:rPr>
              <a:t>d</a:t>
            </a:r>
            <a:endParaRPr lang="zh-CN" altLang="en-US" sz="2400" baseline="-25000">
              <a:latin typeface="Times New Roman" pitchFamily="18" charset="0"/>
              <a:cs typeface="Times New Roman" pitchFamily="18" charset="0"/>
            </a:endParaRPr>
          </a:p>
        </p:txBody>
      </p:sp>
      <p:sp>
        <p:nvSpPr>
          <p:cNvPr id="113" name="TextBox 105">
            <a:extLst>
              <a:ext uri="{FF2B5EF4-FFF2-40B4-BE49-F238E27FC236}">
                <a16:creationId xmlns:a16="http://schemas.microsoft.com/office/drawing/2014/main" xmlns="" id="{A3571191-CB93-44AF-93D7-F876AC44F8DF}"/>
              </a:ext>
            </a:extLst>
          </p:cNvPr>
          <p:cNvSpPr txBox="1">
            <a:spLocks noChangeArrowheads="1"/>
          </p:cNvSpPr>
          <p:nvPr/>
        </p:nvSpPr>
        <p:spPr bwMode="auto">
          <a:xfrm>
            <a:off x="5725573" y="3514142"/>
            <a:ext cx="400050" cy="369888"/>
          </a:xfrm>
          <a:prstGeom prst="rect">
            <a:avLst/>
          </a:prstGeom>
          <a:noFill/>
          <a:ln w="9525">
            <a:noFill/>
            <a:miter lim="800000"/>
            <a:headEnd/>
            <a:tailEnd/>
          </a:ln>
        </p:spPr>
        <p:txBody>
          <a:bodyPr lIns="0" tIns="0" rIns="0" bIns="0">
            <a:spAutoFit/>
          </a:bodyPr>
          <a:lstStyle/>
          <a:p>
            <a:r>
              <a:rPr lang="en-US" altLang="zh-CN" sz="2400">
                <a:latin typeface="Times New Roman" pitchFamily="18" charset="0"/>
                <a:cs typeface="Times New Roman" pitchFamily="18" charset="0"/>
              </a:rPr>
              <a:t>E</a:t>
            </a:r>
            <a:r>
              <a:rPr lang="en-US" altLang="zh-CN" sz="2400" baseline="-25000">
                <a:latin typeface="Times New Roman" pitchFamily="18" charset="0"/>
                <a:cs typeface="Times New Roman" pitchFamily="18" charset="0"/>
              </a:rPr>
              <a:t>c</a:t>
            </a:r>
            <a:endParaRPr lang="zh-CN" altLang="en-US" sz="2400" baseline="-25000">
              <a:latin typeface="Times New Roman" pitchFamily="18" charset="0"/>
              <a:cs typeface="Times New Roman" pitchFamily="18" charset="0"/>
            </a:endParaRPr>
          </a:p>
        </p:txBody>
      </p:sp>
      <p:sp>
        <p:nvSpPr>
          <p:cNvPr id="114" name="TextBox 106">
            <a:extLst>
              <a:ext uri="{FF2B5EF4-FFF2-40B4-BE49-F238E27FC236}">
                <a16:creationId xmlns:a16="http://schemas.microsoft.com/office/drawing/2014/main" xmlns="" id="{E8ABE7DA-9AF1-4ADF-B493-40271AAC33A3}"/>
              </a:ext>
            </a:extLst>
          </p:cNvPr>
          <p:cNvSpPr txBox="1">
            <a:spLocks noChangeArrowheads="1"/>
          </p:cNvSpPr>
          <p:nvPr/>
        </p:nvSpPr>
        <p:spPr bwMode="auto">
          <a:xfrm>
            <a:off x="5858923" y="4892092"/>
            <a:ext cx="400050" cy="369888"/>
          </a:xfrm>
          <a:prstGeom prst="rect">
            <a:avLst/>
          </a:prstGeom>
          <a:noFill/>
          <a:ln w="9525">
            <a:noFill/>
            <a:miter lim="800000"/>
            <a:headEnd/>
            <a:tailEnd/>
          </a:ln>
        </p:spPr>
        <p:txBody>
          <a:bodyPr lIns="0" tIns="0" rIns="0" bIns="0">
            <a:spAutoFit/>
          </a:bodyPr>
          <a:lstStyle/>
          <a:p>
            <a:r>
              <a:rPr lang="en-US" altLang="zh-CN" sz="2400">
                <a:latin typeface="Times New Roman" pitchFamily="18" charset="0"/>
                <a:cs typeface="Times New Roman" pitchFamily="18" charset="0"/>
              </a:rPr>
              <a:t>E</a:t>
            </a:r>
            <a:r>
              <a:rPr lang="en-US" altLang="zh-CN" sz="2400" baseline="-25000">
                <a:latin typeface="Times New Roman" pitchFamily="18" charset="0"/>
                <a:cs typeface="Times New Roman" pitchFamily="18" charset="0"/>
              </a:rPr>
              <a:t>v</a:t>
            </a:r>
            <a:endParaRPr lang="zh-CN" altLang="en-US" sz="2400" baseline="-25000">
              <a:latin typeface="Times New Roman" pitchFamily="18" charset="0"/>
              <a:cs typeface="Times New Roman" pitchFamily="18" charset="0"/>
            </a:endParaRPr>
          </a:p>
        </p:txBody>
      </p:sp>
      <p:sp>
        <p:nvSpPr>
          <p:cNvPr id="115" name="TextBox 107">
            <a:extLst>
              <a:ext uri="{FF2B5EF4-FFF2-40B4-BE49-F238E27FC236}">
                <a16:creationId xmlns:a16="http://schemas.microsoft.com/office/drawing/2014/main" xmlns="" id="{954BFC8F-C6DE-4F2D-BA9A-9FB5F0BCFD67}"/>
              </a:ext>
            </a:extLst>
          </p:cNvPr>
          <p:cNvSpPr txBox="1">
            <a:spLocks noChangeArrowheads="1"/>
          </p:cNvSpPr>
          <p:nvPr/>
        </p:nvSpPr>
        <p:spPr bwMode="auto">
          <a:xfrm>
            <a:off x="5903373" y="6047792"/>
            <a:ext cx="266700" cy="369888"/>
          </a:xfrm>
          <a:prstGeom prst="rect">
            <a:avLst/>
          </a:prstGeom>
          <a:noFill/>
          <a:ln w="9525">
            <a:noFill/>
            <a:miter lim="800000"/>
            <a:headEnd/>
            <a:tailEnd/>
          </a:ln>
        </p:spPr>
        <p:txBody>
          <a:bodyPr lIns="0" tIns="0" rIns="0" bIns="0">
            <a:spAutoFit/>
          </a:bodyPr>
          <a:lstStyle/>
          <a:p>
            <a:r>
              <a:rPr lang="en-US" altLang="zh-CN" sz="2400">
                <a:latin typeface="Times New Roman" pitchFamily="18" charset="0"/>
                <a:cs typeface="Times New Roman" pitchFamily="18" charset="0"/>
              </a:rPr>
              <a:t>0</a:t>
            </a:r>
            <a:endParaRPr lang="zh-CN" altLang="en-US" sz="2400" baseline="-25000">
              <a:latin typeface="Times New Roman" pitchFamily="18" charset="0"/>
              <a:cs typeface="Times New Roman" pitchFamily="18" charset="0"/>
            </a:endParaRPr>
          </a:p>
        </p:txBody>
      </p:sp>
      <p:sp>
        <p:nvSpPr>
          <p:cNvPr id="116" name="TextBox 108">
            <a:extLst>
              <a:ext uri="{FF2B5EF4-FFF2-40B4-BE49-F238E27FC236}">
                <a16:creationId xmlns:a16="http://schemas.microsoft.com/office/drawing/2014/main" xmlns="" id="{39AC926D-74DA-4D41-9149-DFC47B322C4D}"/>
              </a:ext>
            </a:extLst>
          </p:cNvPr>
          <p:cNvSpPr txBox="1">
            <a:spLocks noChangeArrowheads="1"/>
          </p:cNvSpPr>
          <p:nvPr/>
        </p:nvSpPr>
        <p:spPr bwMode="auto">
          <a:xfrm>
            <a:off x="5858923" y="2313992"/>
            <a:ext cx="400050" cy="369888"/>
          </a:xfrm>
          <a:prstGeom prst="rect">
            <a:avLst/>
          </a:prstGeom>
          <a:noFill/>
          <a:ln w="9525">
            <a:noFill/>
            <a:miter lim="800000"/>
            <a:headEnd/>
            <a:tailEnd/>
          </a:ln>
        </p:spPr>
        <p:txBody>
          <a:bodyPr lIns="0" tIns="0" rIns="0" bIns="0">
            <a:spAutoFit/>
          </a:bodyPr>
          <a:lstStyle/>
          <a:p>
            <a:r>
              <a:rPr lang="en-US" altLang="zh-CN" sz="2400">
                <a:latin typeface="Times New Roman" pitchFamily="18" charset="0"/>
                <a:cs typeface="Times New Roman" pitchFamily="18" charset="0"/>
              </a:rPr>
              <a:t>E</a:t>
            </a:r>
            <a:endParaRPr lang="zh-CN" altLang="en-US" sz="2400" baseline="-25000">
              <a:latin typeface="Times New Roman" pitchFamily="18" charset="0"/>
              <a:cs typeface="Times New Roman" pitchFamily="18" charset="0"/>
            </a:endParaRPr>
          </a:p>
        </p:txBody>
      </p:sp>
      <p:grpSp>
        <p:nvGrpSpPr>
          <p:cNvPr id="117" name="组合 380">
            <a:extLst>
              <a:ext uri="{FF2B5EF4-FFF2-40B4-BE49-F238E27FC236}">
                <a16:creationId xmlns:a16="http://schemas.microsoft.com/office/drawing/2014/main" xmlns="" id="{1CA7EF5E-2C72-46C6-A0DB-52D3853919E9}"/>
              </a:ext>
            </a:extLst>
          </p:cNvPr>
          <p:cNvGrpSpPr>
            <a:grpSpLocks/>
          </p:cNvGrpSpPr>
          <p:nvPr/>
        </p:nvGrpSpPr>
        <p:grpSpPr bwMode="auto">
          <a:xfrm>
            <a:off x="9185053" y="2506397"/>
            <a:ext cx="4149725" cy="4095750"/>
            <a:chOff x="4156515" y="1381594"/>
            <a:chExt cx="4149285" cy="4094812"/>
          </a:xfrm>
        </p:grpSpPr>
        <p:grpSp>
          <p:nvGrpSpPr>
            <p:cNvPr id="118" name="组合 1">
              <a:extLst>
                <a:ext uri="{FF2B5EF4-FFF2-40B4-BE49-F238E27FC236}">
                  <a16:creationId xmlns:a16="http://schemas.microsoft.com/office/drawing/2014/main" xmlns="" id="{9223AD02-BA62-4C11-A217-E3FD7322C723}"/>
                </a:ext>
              </a:extLst>
            </p:cNvPr>
            <p:cNvGrpSpPr>
              <a:grpSpLocks/>
            </p:cNvGrpSpPr>
            <p:nvPr/>
          </p:nvGrpSpPr>
          <p:grpSpPr bwMode="auto">
            <a:xfrm>
              <a:off x="7608796" y="4806950"/>
              <a:ext cx="422275" cy="428625"/>
              <a:chOff x="7243763" y="2911475"/>
              <a:chExt cx="422275" cy="428625"/>
            </a:xfrm>
          </p:grpSpPr>
          <p:sp>
            <p:nvSpPr>
              <p:cNvPr id="378" name="Oval 118">
                <a:extLst>
                  <a:ext uri="{FF2B5EF4-FFF2-40B4-BE49-F238E27FC236}">
                    <a16:creationId xmlns:a16="http://schemas.microsoft.com/office/drawing/2014/main" xmlns="" id="{8C06F41C-A542-4107-B3CB-E2F76989D5C4}"/>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79" name="Text Box 119">
                <a:extLst>
                  <a:ext uri="{FF2B5EF4-FFF2-40B4-BE49-F238E27FC236}">
                    <a16:creationId xmlns:a16="http://schemas.microsoft.com/office/drawing/2014/main" xmlns="" id="{CD41ECF5-6920-4C01-884D-222B4F30EF79}"/>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19" name="组合 4">
              <a:extLst>
                <a:ext uri="{FF2B5EF4-FFF2-40B4-BE49-F238E27FC236}">
                  <a16:creationId xmlns:a16="http://schemas.microsoft.com/office/drawing/2014/main" xmlns="" id="{FDD9A5D3-D642-4E65-BC89-D3E0C993EB42}"/>
                </a:ext>
              </a:extLst>
            </p:cNvPr>
            <p:cNvGrpSpPr>
              <a:grpSpLocks/>
            </p:cNvGrpSpPr>
            <p:nvPr/>
          </p:nvGrpSpPr>
          <p:grpSpPr bwMode="auto">
            <a:xfrm>
              <a:off x="5490015" y="1613958"/>
              <a:ext cx="422275" cy="428625"/>
              <a:chOff x="7243763" y="2911475"/>
              <a:chExt cx="422275" cy="428625"/>
            </a:xfrm>
          </p:grpSpPr>
          <p:sp>
            <p:nvSpPr>
              <p:cNvPr id="376" name="Oval 118">
                <a:extLst>
                  <a:ext uri="{FF2B5EF4-FFF2-40B4-BE49-F238E27FC236}">
                    <a16:creationId xmlns:a16="http://schemas.microsoft.com/office/drawing/2014/main" xmlns="" id="{CDFC2EB4-A4DE-460C-B8F6-11C0E195ECE9}"/>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77" name="Text Box 119">
                <a:extLst>
                  <a:ext uri="{FF2B5EF4-FFF2-40B4-BE49-F238E27FC236}">
                    <a16:creationId xmlns:a16="http://schemas.microsoft.com/office/drawing/2014/main" xmlns="" id="{D222BAC4-A761-4409-AFB1-1A49B3F6B95A}"/>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0" name="组合 7">
              <a:extLst>
                <a:ext uri="{FF2B5EF4-FFF2-40B4-BE49-F238E27FC236}">
                  <a16:creationId xmlns:a16="http://schemas.microsoft.com/office/drawing/2014/main" xmlns="" id="{CC19101F-4EFD-4C44-9706-75D80D8AAD43}"/>
                </a:ext>
              </a:extLst>
            </p:cNvPr>
            <p:cNvGrpSpPr>
              <a:grpSpLocks/>
            </p:cNvGrpSpPr>
            <p:nvPr/>
          </p:nvGrpSpPr>
          <p:grpSpPr bwMode="auto">
            <a:xfrm>
              <a:off x="7579165" y="1606550"/>
              <a:ext cx="422275" cy="428625"/>
              <a:chOff x="7243763" y="2911475"/>
              <a:chExt cx="422275" cy="428625"/>
            </a:xfrm>
          </p:grpSpPr>
          <p:sp>
            <p:nvSpPr>
              <p:cNvPr id="374" name="Oval 118">
                <a:extLst>
                  <a:ext uri="{FF2B5EF4-FFF2-40B4-BE49-F238E27FC236}">
                    <a16:creationId xmlns:a16="http://schemas.microsoft.com/office/drawing/2014/main" xmlns="" id="{1072DC0E-2BE2-4BF7-9826-2BB3F745F468}"/>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75" name="Text Box 119">
                <a:extLst>
                  <a:ext uri="{FF2B5EF4-FFF2-40B4-BE49-F238E27FC236}">
                    <a16:creationId xmlns:a16="http://schemas.microsoft.com/office/drawing/2014/main" xmlns="" id="{18561E4F-435F-4D5B-B277-285AA9E784B6}"/>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1" name="组合 10">
              <a:extLst>
                <a:ext uri="{FF2B5EF4-FFF2-40B4-BE49-F238E27FC236}">
                  <a16:creationId xmlns:a16="http://schemas.microsoft.com/office/drawing/2014/main" xmlns="" id="{59F29CAD-9B0D-47E5-B25A-D488B95C82F7}"/>
                </a:ext>
              </a:extLst>
            </p:cNvPr>
            <p:cNvGrpSpPr>
              <a:grpSpLocks/>
            </p:cNvGrpSpPr>
            <p:nvPr/>
          </p:nvGrpSpPr>
          <p:grpSpPr bwMode="auto">
            <a:xfrm>
              <a:off x="7579165" y="3740150"/>
              <a:ext cx="422275" cy="428625"/>
              <a:chOff x="7243763" y="2911475"/>
              <a:chExt cx="422275" cy="428625"/>
            </a:xfrm>
          </p:grpSpPr>
          <p:sp>
            <p:nvSpPr>
              <p:cNvPr id="372" name="Oval 118">
                <a:extLst>
                  <a:ext uri="{FF2B5EF4-FFF2-40B4-BE49-F238E27FC236}">
                    <a16:creationId xmlns:a16="http://schemas.microsoft.com/office/drawing/2014/main" xmlns="" id="{E9954004-48CC-48DE-99B5-787730F985FC}"/>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73" name="Text Box 119">
                <a:extLst>
                  <a:ext uri="{FF2B5EF4-FFF2-40B4-BE49-F238E27FC236}">
                    <a16:creationId xmlns:a16="http://schemas.microsoft.com/office/drawing/2014/main" xmlns="" id="{D1F2FB68-7AE1-4D02-B848-12A4C82E7C6A}"/>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2" name="组合 13">
              <a:extLst>
                <a:ext uri="{FF2B5EF4-FFF2-40B4-BE49-F238E27FC236}">
                  <a16:creationId xmlns:a16="http://schemas.microsoft.com/office/drawing/2014/main" xmlns="" id="{28BB3545-65BF-44BE-A09E-D9F15B1926A8}"/>
                </a:ext>
              </a:extLst>
            </p:cNvPr>
            <p:cNvGrpSpPr>
              <a:grpSpLocks/>
            </p:cNvGrpSpPr>
            <p:nvPr/>
          </p:nvGrpSpPr>
          <p:grpSpPr bwMode="auto">
            <a:xfrm>
              <a:off x="6534590" y="3740150"/>
              <a:ext cx="422275" cy="428625"/>
              <a:chOff x="7243763" y="2911475"/>
              <a:chExt cx="422275" cy="428625"/>
            </a:xfrm>
          </p:grpSpPr>
          <p:sp>
            <p:nvSpPr>
              <p:cNvPr id="370" name="Oval 118">
                <a:extLst>
                  <a:ext uri="{FF2B5EF4-FFF2-40B4-BE49-F238E27FC236}">
                    <a16:creationId xmlns:a16="http://schemas.microsoft.com/office/drawing/2014/main" xmlns="" id="{2FDD66FF-4760-4779-95E9-A3E6AAA89627}"/>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71" name="Text Box 119">
                <a:extLst>
                  <a:ext uri="{FF2B5EF4-FFF2-40B4-BE49-F238E27FC236}">
                    <a16:creationId xmlns:a16="http://schemas.microsoft.com/office/drawing/2014/main" xmlns="" id="{E9786F01-0608-4F41-B8CB-96C335CF3D24}"/>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3" name="组合 16">
              <a:extLst>
                <a:ext uri="{FF2B5EF4-FFF2-40B4-BE49-F238E27FC236}">
                  <a16:creationId xmlns:a16="http://schemas.microsoft.com/office/drawing/2014/main" xmlns="" id="{7393FB7C-D74D-4EEF-9893-4FB0068A8192}"/>
                </a:ext>
              </a:extLst>
            </p:cNvPr>
            <p:cNvGrpSpPr>
              <a:grpSpLocks/>
            </p:cNvGrpSpPr>
            <p:nvPr/>
          </p:nvGrpSpPr>
          <p:grpSpPr bwMode="auto">
            <a:xfrm>
              <a:off x="4445440" y="3725331"/>
              <a:ext cx="422275" cy="428625"/>
              <a:chOff x="7243763" y="2911475"/>
              <a:chExt cx="422275" cy="428625"/>
            </a:xfrm>
          </p:grpSpPr>
          <p:sp>
            <p:nvSpPr>
              <p:cNvPr id="368" name="Oval 118">
                <a:extLst>
                  <a:ext uri="{FF2B5EF4-FFF2-40B4-BE49-F238E27FC236}">
                    <a16:creationId xmlns:a16="http://schemas.microsoft.com/office/drawing/2014/main" xmlns="" id="{9D9EDACB-9D37-4621-91E9-DDC2BB8E7E97}"/>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69" name="Text Box 119">
                <a:extLst>
                  <a:ext uri="{FF2B5EF4-FFF2-40B4-BE49-F238E27FC236}">
                    <a16:creationId xmlns:a16="http://schemas.microsoft.com/office/drawing/2014/main" xmlns="" id="{2289F82F-F1E8-49DD-9C56-F15BA2DD58BD}"/>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4" name="组合 19">
              <a:extLst>
                <a:ext uri="{FF2B5EF4-FFF2-40B4-BE49-F238E27FC236}">
                  <a16:creationId xmlns:a16="http://schemas.microsoft.com/office/drawing/2014/main" xmlns="" id="{51FC7F64-28C2-4E0F-B97F-3822F1933B46}"/>
                </a:ext>
              </a:extLst>
            </p:cNvPr>
            <p:cNvGrpSpPr>
              <a:grpSpLocks/>
            </p:cNvGrpSpPr>
            <p:nvPr/>
          </p:nvGrpSpPr>
          <p:grpSpPr bwMode="auto">
            <a:xfrm>
              <a:off x="4445440" y="4788957"/>
              <a:ext cx="422275" cy="428625"/>
              <a:chOff x="7243763" y="2911475"/>
              <a:chExt cx="422275" cy="428625"/>
            </a:xfrm>
          </p:grpSpPr>
          <p:sp>
            <p:nvSpPr>
              <p:cNvPr id="366" name="Oval 118">
                <a:extLst>
                  <a:ext uri="{FF2B5EF4-FFF2-40B4-BE49-F238E27FC236}">
                    <a16:creationId xmlns:a16="http://schemas.microsoft.com/office/drawing/2014/main" xmlns="" id="{8A51233B-ABCC-400F-B47F-4CE9770A4F5E}"/>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67" name="Text Box 119">
                <a:extLst>
                  <a:ext uri="{FF2B5EF4-FFF2-40B4-BE49-F238E27FC236}">
                    <a16:creationId xmlns:a16="http://schemas.microsoft.com/office/drawing/2014/main" xmlns="" id="{75CA2269-4B0F-4100-9D2E-85FE45DC9281}"/>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5" name="组合 22">
              <a:extLst>
                <a:ext uri="{FF2B5EF4-FFF2-40B4-BE49-F238E27FC236}">
                  <a16:creationId xmlns:a16="http://schemas.microsoft.com/office/drawing/2014/main" xmlns="" id="{1D9E8D38-F887-44DF-BB58-B8EB766AEB71}"/>
                </a:ext>
              </a:extLst>
            </p:cNvPr>
            <p:cNvGrpSpPr>
              <a:grpSpLocks/>
            </p:cNvGrpSpPr>
            <p:nvPr/>
          </p:nvGrpSpPr>
          <p:grpSpPr bwMode="auto">
            <a:xfrm>
              <a:off x="4445440" y="1620310"/>
              <a:ext cx="422275" cy="428625"/>
              <a:chOff x="7243763" y="2911475"/>
              <a:chExt cx="422275" cy="428625"/>
            </a:xfrm>
          </p:grpSpPr>
          <p:sp>
            <p:nvSpPr>
              <p:cNvPr id="364" name="Oval 118">
                <a:extLst>
                  <a:ext uri="{FF2B5EF4-FFF2-40B4-BE49-F238E27FC236}">
                    <a16:creationId xmlns:a16="http://schemas.microsoft.com/office/drawing/2014/main" xmlns="" id="{976A6E6B-FAB0-4EEC-9BCC-18F73AB5C3CE}"/>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65" name="Text Box 119">
                <a:extLst>
                  <a:ext uri="{FF2B5EF4-FFF2-40B4-BE49-F238E27FC236}">
                    <a16:creationId xmlns:a16="http://schemas.microsoft.com/office/drawing/2014/main" xmlns="" id="{32BF207C-F364-47DC-97FA-3D481C743F81}"/>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6" name="组合 25">
              <a:extLst>
                <a:ext uri="{FF2B5EF4-FFF2-40B4-BE49-F238E27FC236}">
                  <a16:creationId xmlns:a16="http://schemas.microsoft.com/office/drawing/2014/main" xmlns="" id="{0A4867B7-B70B-47E6-8F41-E242D097A75C}"/>
                </a:ext>
              </a:extLst>
            </p:cNvPr>
            <p:cNvGrpSpPr>
              <a:grpSpLocks/>
            </p:cNvGrpSpPr>
            <p:nvPr/>
          </p:nvGrpSpPr>
          <p:grpSpPr bwMode="auto">
            <a:xfrm>
              <a:off x="5534465" y="4800598"/>
              <a:ext cx="422275" cy="428625"/>
              <a:chOff x="7243763" y="2911475"/>
              <a:chExt cx="422275" cy="428625"/>
            </a:xfrm>
          </p:grpSpPr>
          <p:sp>
            <p:nvSpPr>
              <p:cNvPr id="362" name="Oval 118">
                <a:extLst>
                  <a:ext uri="{FF2B5EF4-FFF2-40B4-BE49-F238E27FC236}">
                    <a16:creationId xmlns:a16="http://schemas.microsoft.com/office/drawing/2014/main" xmlns="" id="{17C68601-F897-41EF-A235-89FD45B206FC}"/>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63" name="Text Box 119">
                <a:extLst>
                  <a:ext uri="{FF2B5EF4-FFF2-40B4-BE49-F238E27FC236}">
                    <a16:creationId xmlns:a16="http://schemas.microsoft.com/office/drawing/2014/main" xmlns="" id="{E073176C-6FB6-4E93-A8C5-B17B4207D9EA}"/>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7" name="组合 28">
              <a:extLst>
                <a:ext uri="{FF2B5EF4-FFF2-40B4-BE49-F238E27FC236}">
                  <a16:creationId xmlns:a16="http://schemas.microsoft.com/office/drawing/2014/main" xmlns="" id="{AC7CEEF5-7703-4821-87C7-50FC86B71A50}"/>
                </a:ext>
              </a:extLst>
            </p:cNvPr>
            <p:cNvGrpSpPr>
              <a:grpSpLocks/>
            </p:cNvGrpSpPr>
            <p:nvPr/>
          </p:nvGrpSpPr>
          <p:grpSpPr bwMode="auto">
            <a:xfrm>
              <a:off x="6560188" y="4798483"/>
              <a:ext cx="422275" cy="428625"/>
              <a:chOff x="7243763" y="2911475"/>
              <a:chExt cx="422275" cy="428625"/>
            </a:xfrm>
          </p:grpSpPr>
          <p:sp>
            <p:nvSpPr>
              <p:cNvPr id="360" name="Oval 118">
                <a:extLst>
                  <a:ext uri="{FF2B5EF4-FFF2-40B4-BE49-F238E27FC236}">
                    <a16:creationId xmlns:a16="http://schemas.microsoft.com/office/drawing/2014/main" xmlns="" id="{ECE1ABD6-C868-4E8C-87E6-380AD5C8EEA9}"/>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61" name="Text Box 119">
                <a:extLst>
                  <a:ext uri="{FF2B5EF4-FFF2-40B4-BE49-F238E27FC236}">
                    <a16:creationId xmlns:a16="http://schemas.microsoft.com/office/drawing/2014/main" xmlns="" id="{9716F4F6-3128-4758-AC78-FFC431C6BB71}"/>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8" name="组合 31">
              <a:extLst>
                <a:ext uri="{FF2B5EF4-FFF2-40B4-BE49-F238E27FC236}">
                  <a16:creationId xmlns:a16="http://schemas.microsoft.com/office/drawing/2014/main" xmlns="" id="{8E78BE1B-83C9-4F45-B1F8-7B94D4A6B56C}"/>
                </a:ext>
              </a:extLst>
            </p:cNvPr>
            <p:cNvGrpSpPr>
              <a:grpSpLocks/>
            </p:cNvGrpSpPr>
            <p:nvPr/>
          </p:nvGrpSpPr>
          <p:grpSpPr bwMode="auto">
            <a:xfrm>
              <a:off x="6512365" y="1606550"/>
              <a:ext cx="422275" cy="428625"/>
              <a:chOff x="7243763" y="2911475"/>
              <a:chExt cx="422275" cy="428625"/>
            </a:xfrm>
          </p:grpSpPr>
          <p:sp>
            <p:nvSpPr>
              <p:cNvPr id="358" name="Oval 118">
                <a:extLst>
                  <a:ext uri="{FF2B5EF4-FFF2-40B4-BE49-F238E27FC236}">
                    <a16:creationId xmlns:a16="http://schemas.microsoft.com/office/drawing/2014/main" xmlns="" id="{C190971B-665B-4851-BC04-6BDD4889C8D2}"/>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59" name="Text Box 119">
                <a:extLst>
                  <a:ext uri="{FF2B5EF4-FFF2-40B4-BE49-F238E27FC236}">
                    <a16:creationId xmlns:a16="http://schemas.microsoft.com/office/drawing/2014/main" xmlns="" id="{39F5AD2D-055E-4B8C-A313-B019621EFD14}"/>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29" name="组合 34">
              <a:extLst>
                <a:ext uri="{FF2B5EF4-FFF2-40B4-BE49-F238E27FC236}">
                  <a16:creationId xmlns:a16="http://schemas.microsoft.com/office/drawing/2014/main" xmlns="" id="{54527236-E230-45FB-A64A-870FB1D22473}"/>
                </a:ext>
              </a:extLst>
            </p:cNvPr>
            <p:cNvGrpSpPr>
              <a:grpSpLocks/>
            </p:cNvGrpSpPr>
            <p:nvPr/>
          </p:nvGrpSpPr>
          <p:grpSpPr bwMode="auto">
            <a:xfrm>
              <a:off x="7596099" y="2626867"/>
              <a:ext cx="422275" cy="428625"/>
              <a:chOff x="7243763" y="2911475"/>
              <a:chExt cx="422275" cy="428625"/>
            </a:xfrm>
          </p:grpSpPr>
          <p:sp>
            <p:nvSpPr>
              <p:cNvPr id="356" name="Oval 118">
                <a:extLst>
                  <a:ext uri="{FF2B5EF4-FFF2-40B4-BE49-F238E27FC236}">
                    <a16:creationId xmlns:a16="http://schemas.microsoft.com/office/drawing/2014/main" xmlns="" id="{705CD52E-A29F-4278-AC93-BC31F0D71FBF}"/>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57" name="Text Box 119">
                <a:extLst>
                  <a:ext uri="{FF2B5EF4-FFF2-40B4-BE49-F238E27FC236}">
                    <a16:creationId xmlns:a16="http://schemas.microsoft.com/office/drawing/2014/main" xmlns="" id="{935C947A-B2EF-4DDE-9EDF-5CACF074A22A}"/>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30" name="组合 37">
              <a:extLst>
                <a:ext uri="{FF2B5EF4-FFF2-40B4-BE49-F238E27FC236}">
                  <a16:creationId xmlns:a16="http://schemas.microsoft.com/office/drawing/2014/main" xmlns="" id="{1267DF49-5EE2-4C8C-BF53-07043EFCB280}"/>
                </a:ext>
              </a:extLst>
            </p:cNvPr>
            <p:cNvGrpSpPr>
              <a:grpSpLocks/>
            </p:cNvGrpSpPr>
            <p:nvPr/>
          </p:nvGrpSpPr>
          <p:grpSpPr bwMode="auto">
            <a:xfrm>
              <a:off x="5512240" y="3725331"/>
              <a:ext cx="422275" cy="428625"/>
              <a:chOff x="7243763" y="2911475"/>
              <a:chExt cx="422275" cy="428625"/>
            </a:xfrm>
          </p:grpSpPr>
          <p:sp>
            <p:nvSpPr>
              <p:cNvPr id="354" name="Oval 118">
                <a:extLst>
                  <a:ext uri="{FF2B5EF4-FFF2-40B4-BE49-F238E27FC236}">
                    <a16:creationId xmlns:a16="http://schemas.microsoft.com/office/drawing/2014/main" xmlns="" id="{D7381AD7-2CF5-417D-B4BA-633BCFD73D00}"/>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55" name="Text Box 119">
                <a:extLst>
                  <a:ext uri="{FF2B5EF4-FFF2-40B4-BE49-F238E27FC236}">
                    <a16:creationId xmlns:a16="http://schemas.microsoft.com/office/drawing/2014/main" xmlns="" id="{AC3C64AC-1B77-45EC-9CD9-0448628D981D}"/>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31" name="组合 43">
              <a:extLst>
                <a:ext uri="{FF2B5EF4-FFF2-40B4-BE49-F238E27FC236}">
                  <a16:creationId xmlns:a16="http://schemas.microsoft.com/office/drawing/2014/main" xmlns="" id="{88141A0D-E444-4C16-820E-FA22224D2BAC}"/>
                </a:ext>
              </a:extLst>
            </p:cNvPr>
            <p:cNvGrpSpPr>
              <a:grpSpLocks/>
            </p:cNvGrpSpPr>
            <p:nvPr/>
          </p:nvGrpSpPr>
          <p:grpSpPr bwMode="auto">
            <a:xfrm>
              <a:off x="6534590" y="2626867"/>
              <a:ext cx="422275" cy="428625"/>
              <a:chOff x="7243763" y="2911475"/>
              <a:chExt cx="422275" cy="428625"/>
            </a:xfrm>
          </p:grpSpPr>
          <p:sp>
            <p:nvSpPr>
              <p:cNvPr id="352" name="Oval 118">
                <a:extLst>
                  <a:ext uri="{FF2B5EF4-FFF2-40B4-BE49-F238E27FC236}">
                    <a16:creationId xmlns:a16="http://schemas.microsoft.com/office/drawing/2014/main" xmlns="" id="{C86FEA4C-8DBD-4394-AB68-2C1D048F1232}"/>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53" name="Text Box 119">
                <a:extLst>
                  <a:ext uri="{FF2B5EF4-FFF2-40B4-BE49-F238E27FC236}">
                    <a16:creationId xmlns:a16="http://schemas.microsoft.com/office/drawing/2014/main" xmlns="" id="{922396BD-15C4-4C76-A0D7-33D20042061E}"/>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nvGrpSpPr>
            <p:cNvPr id="132" name="组合 46">
              <a:extLst>
                <a:ext uri="{FF2B5EF4-FFF2-40B4-BE49-F238E27FC236}">
                  <a16:creationId xmlns:a16="http://schemas.microsoft.com/office/drawing/2014/main" xmlns="" id="{2B842890-3D80-437A-851B-B2AE7E86688F}"/>
                </a:ext>
              </a:extLst>
            </p:cNvPr>
            <p:cNvGrpSpPr>
              <a:grpSpLocks/>
            </p:cNvGrpSpPr>
            <p:nvPr/>
          </p:nvGrpSpPr>
          <p:grpSpPr bwMode="auto">
            <a:xfrm>
              <a:off x="4445440" y="2654383"/>
              <a:ext cx="422275" cy="428625"/>
              <a:chOff x="7243763" y="2911475"/>
              <a:chExt cx="422275" cy="428625"/>
            </a:xfrm>
          </p:grpSpPr>
          <p:sp>
            <p:nvSpPr>
              <p:cNvPr id="350" name="Oval 118">
                <a:extLst>
                  <a:ext uri="{FF2B5EF4-FFF2-40B4-BE49-F238E27FC236}">
                    <a16:creationId xmlns:a16="http://schemas.microsoft.com/office/drawing/2014/main" xmlns="" id="{DF18185B-607E-434F-B941-36BE402B3CB8}"/>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351" name="Text Box 119">
                <a:extLst>
                  <a:ext uri="{FF2B5EF4-FFF2-40B4-BE49-F238E27FC236}">
                    <a16:creationId xmlns:a16="http://schemas.microsoft.com/office/drawing/2014/main" xmlns="" id="{EE9DAA48-2FD5-4460-870C-A4860376205D}"/>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sp>
          <p:nvSpPr>
            <p:cNvPr id="133" name="Oval 259">
              <a:extLst>
                <a:ext uri="{FF2B5EF4-FFF2-40B4-BE49-F238E27FC236}">
                  <a16:creationId xmlns:a16="http://schemas.microsoft.com/office/drawing/2014/main" xmlns="" id="{514E8A52-F457-4D5D-9006-44BE1DAA8C3C}"/>
                </a:ext>
              </a:extLst>
            </p:cNvPr>
            <p:cNvSpPr>
              <a:spLocks noChangeArrowheads="1"/>
            </p:cNvSpPr>
            <p:nvPr/>
          </p:nvSpPr>
          <p:spPr bwMode="auto">
            <a:xfrm flipH="1" flipV="1">
              <a:off x="7712515" y="4473628"/>
              <a:ext cx="86681" cy="88904"/>
            </a:xfrm>
            <a:prstGeom prst="ellipse">
              <a:avLst/>
            </a:prstGeom>
            <a:solidFill>
              <a:srgbClr val="0000FF"/>
            </a:solidFill>
            <a:ln w="9525">
              <a:noFill/>
              <a:round/>
              <a:headEnd/>
              <a:tailEnd/>
            </a:ln>
          </p:spPr>
          <p:txBody>
            <a:bodyPr/>
            <a:lstStyle/>
            <a:p>
              <a:endParaRPr lang="zh-CN" altLang="en-US"/>
            </a:p>
          </p:txBody>
        </p:sp>
        <p:sp>
          <p:nvSpPr>
            <p:cNvPr id="134" name="Oval 259">
              <a:extLst>
                <a:ext uri="{FF2B5EF4-FFF2-40B4-BE49-F238E27FC236}">
                  <a16:creationId xmlns:a16="http://schemas.microsoft.com/office/drawing/2014/main" xmlns="" id="{AA5A226F-FA58-4D17-BB8A-5C89CB469036}"/>
                </a:ext>
              </a:extLst>
            </p:cNvPr>
            <p:cNvSpPr>
              <a:spLocks noChangeArrowheads="1"/>
            </p:cNvSpPr>
            <p:nvPr/>
          </p:nvSpPr>
          <p:spPr bwMode="auto">
            <a:xfrm flipH="1" flipV="1">
              <a:off x="5151041" y="2873428"/>
              <a:ext cx="86681" cy="88904"/>
            </a:xfrm>
            <a:prstGeom prst="ellipse">
              <a:avLst/>
            </a:prstGeom>
            <a:solidFill>
              <a:srgbClr val="0000FF"/>
            </a:solidFill>
            <a:ln w="9525">
              <a:noFill/>
              <a:round/>
              <a:headEnd/>
              <a:tailEnd/>
            </a:ln>
          </p:spPr>
          <p:txBody>
            <a:bodyPr/>
            <a:lstStyle/>
            <a:p>
              <a:endParaRPr lang="zh-CN" altLang="en-US"/>
            </a:p>
          </p:txBody>
        </p:sp>
        <p:grpSp>
          <p:nvGrpSpPr>
            <p:cNvPr id="135" name="组合 51">
              <a:extLst>
                <a:ext uri="{FF2B5EF4-FFF2-40B4-BE49-F238E27FC236}">
                  <a16:creationId xmlns:a16="http://schemas.microsoft.com/office/drawing/2014/main" xmlns="" id="{C1D1D174-201A-43CB-8FFB-A0976E39495C}"/>
                </a:ext>
              </a:extLst>
            </p:cNvPr>
            <p:cNvGrpSpPr>
              <a:grpSpLocks/>
            </p:cNvGrpSpPr>
            <p:nvPr/>
          </p:nvGrpSpPr>
          <p:grpSpPr bwMode="auto">
            <a:xfrm>
              <a:off x="5924802" y="1714385"/>
              <a:ext cx="580963" cy="194034"/>
              <a:chOff x="4954587" y="1723670"/>
              <a:chExt cx="580963" cy="194034"/>
            </a:xfrm>
          </p:grpSpPr>
          <p:grpSp>
            <p:nvGrpSpPr>
              <p:cNvPr id="344" name="组合 107">
                <a:extLst>
                  <a:ext uri="{FF2B5EF4-FFF2-40B4-BE49-F238E27FC236}">
                    <a16:creationId xmlns:a16="http://schemas.microsoft.com/office/drawing/2014/main" xmlns="" id="{98673A79-94FE-4B68-8312-1B581240F614}"/>
                  </a:ext>
                </a:extLst>
              </p:cNvPr>
              <p:cNvGrpSpPr>
                <a:grpSpLocks/>
              </p:cNvGrpSpPr>
              <p:nvPr/>
            </p:nvGrpSpPr>
            <p:grpSpPr bwMode="auto">
              <a:xfrm>
                <a:off x="4954587" y="1723670"/>
                <a:ext cx="577788" cy="88904"/>
                <a:chOff x="4954587" y="1739900"/>
                <a:chExt cx="577788" cy="88904"/>
              </a:xfrm>
            </p:grpSpPr>
            <p:cxnSp>
              <p:nvCxnSpPr>
                <p:cNvPr id="348" name="直接连接符 347">
                  <a:extLst>
                    <a:ext uri="{FF2B5EF4-FFF2-40B4-BE49-F238E27FC236}">
                      <a16:creationId xmlns:a16="http://schemas.microsoft.com/office/drawing/2014/main" xmlns="" id="{6A476F68-7005-426D-99CB-94FAE423B0EA}"/>
                    </a:ext>
                  </a:extLst>
                </p:cNvPr>
                <p:cNvCxnSpPr/>
                <p:nvPr/>
              </p:nvCxnSpPr>
              <p:spPr>
                <a:xfrm>
                  <a:off x="4954587" y="1784848"/>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49" name="Oval 259">
                  <a:extLst>
                    <a:ext uri="{FF2B5EF4-FFF2-40B4-BE49-F238E27FC236}">
                      <a16:creationId xmlns:a16="http://schemas.microsoft.com/office/drawing/2014/main" xmlns="" id="{19AE864F-19C3-4581-9344-2A60F6FC683F}"/>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345" name="组合 108">
                <a:extLst>
                  <a:ext uri="{FF2B5EF4-FFF2-40B4-BE49-F238E27FC236}">
                    <a16:creationId xmlns:a16="http://schemas.microsoft.com/office/drawing/2014/main" xmlns="" id="{3551E380-BDF9-45EF-AE83-FDE633127880}"/>
                  </a:ext>
                </a:extLst>
              </p:cNvPr>
              <p:cNvGrpSpPr>
                <a:grpSpLocks/>
              </p:cNvGrpSpPr>
              <p:nvPr/>
            </p:nvGrpSpPr>
            <p:grpSpPr bwMode="auto">
              <a:xfrm>
                <a:off x="4957762" y="1828800"/>
                <a:ext cx="577788" cy="88904"/>
                <a:chOff x="4955057" y="1739900"/>
                <a:chExt cx="577788" cy="88904"/>
              </a:xfrm>
            </p:grpSpPr>
            <p:cxnSp>
              <p:nvCxnSpPr>
                <p:cNvPr id="346" name="直接连接符 345">
                  <a:extLst>
                    <a:ext uri="{FF2B5EF4-FFF2-40B4-BE49-F238E27FC236}">
                      <a16:creationId xmlns:a16="http://schemas.microsoft.com/office/drawing/2014/main" xmlns="" id="{D9F13EE8-1189-4E1D-86C1-668B40F1A768}"/>
                    </a:ext>
                  </a:extLst>
                </p:cNvPr>
                <p:cNvCxnSpPr/>
                <p:nvPr/>
              </p:nvCxnSpPr>
              <p:spPr>
                <a:xfrm>
                  <a:off x="4955057" y="1784469"/>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47" name="Oval 259">
                  <a:extLst>
                    <a:ext uri="{FF2B5EF4-FFF2-40B4-BE49-F238E27FC236}">
                      <a16:creationId xmlns:a16="http://schemas.microsoft.com/office/drawing/2014/main" xmlns="" id="{E14DE2AA-2466-4D42-9CAE-9E02F9D4D331}"/>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36" name="组合 58">
              <a:extLst>
                <a:ext uri="{FF2B5EF4-FFF2-40B4-BE49-F238E27FC236}">
                  <a16:creationId xmlns:a16="http://schemas.microsoft.com/office/drawing/2014/main" xmlns="" id="{683A365A-9FE8-4FE9-B326-D610A20658A8}"/>
                </a:ext>
              </a:extLst>
            </p:cNvPr>
            <p:cNvGrpSpPr>
              <a:grpSpLocks/>
            </p:cNvGrpSpPr>
            <p:nvPr/>
          </p:nvGrpSpPr>
          <p:grpSpPr bwMode="auto">
            <a:xfrm>
              <a:off x="4908910" y="1727910"/>
              <a:ext cx="580963" cy="194034"/>
              <a:chOff x="4954100" y="1723670"/>
              <a:chExt cx="580963" cy="194034"/>
            </a:xfrm>
          </p:grpSpPr>
          <p:grpSp>
            <p:nvGrpSpPr>
              <p:cNvPr id="338" name="组合 107">
                <a:extLst>
                  <a:ext uri="{FF2B5EF4-FFF2-40B4-BE49-F238E27FC236}">
                    <a16:creationId xmlns:a16="http://schemas.microsoft.com/office/drawing/2014/main" xmlns="" id="{E3818591-E989-44B7-9996-86F3FF280191}"/>
                  </a:ext>
                </a:extLst>
              </p:cNvPr>
              <p:cNvGrpSpPr>
                <a:grpSpLocks/>
              </p:cNvGrpSpPr>
              <p:nvPr/>
            </p:nvGrpSpPr>
            <p:grpSpPr bwMode="auto">
              <a:xfrm>
                <a:off x="4954100" y="1723670"/>
                <a:ext cx="577788" cy="88904"/>
                <a:chOff x="4954100" y="1739900"/>
                <a:chExt cx="577788" cy="88904"/>
              </a:xfrm>
            </p:grpSpPr>
            <p:cxnSp>
              <p:nvCxnSpPr>
                <p:cNvPr id="342" name="直接连接符 341">
                  <a:extLst>
                    <a:ext uri="{FF2B5EF4-FFF2-40B4-BE49-F238E27FC236}">
                      <a16:creationId xmlns:a16="http://schemas.microsoft.com/office/drawing/2014/main" xmlns="" id="{C9324641-2466-4507-B49B-4467E14CA857}"/>
                    </a:ext>
                  </a:extLst>
                </p:cNvPr>
                <p:cNvCxnSpPr/>
                <p:nvPr/>
              </p:nvCxnSpPr>
              <p:spPr>
                <a:xfrm>
                  <a:off x="4954100" y="1784020"/>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43" name="Oval 259">
                  <a:extLst>
                    <a:ext uri="{FF2B5EF4-FFF2-40B4-BE49-F238E27FC236}">
                      <a16:creationId xmlns:a16="http://schemas.microsoft.com/office/drawing/2014/main" xmlns="" id="{4E467ACE-80B5-4038-A131-B6AE56782BEF}"/>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339" name="组合 108">
                <a:extLst>
                  <a:ext uri="{FF2B5EF4-FFF2-40B4-BE49-F238E27FC236}">
                    <a16:creationId xmlns:a16="http://schemas.microsoft.com/office/drawing/2014/main" xmlns="" id="{F0E989C9-4D16-41FA-917F-0C088D6EEB3E}"/>
                  </a:ext>
                </a:extLst>
              </p:cNvPr>
              <p:cNvGrpSpPr>
                <a:grpSpLocks/>
              </p:cNvGrpSpPr>
              <p:nvPr/>
            </p:nvGrpSpPr>
            <p:grpSpPr bwMode="auto">
              <a:xfrm>
                <a:off x="4957275" y="1828800"/>
                <a:ext cx="577788" cy="88904"/>
                <a:chOff x="4954570" y="1739900"/>
                <a:chExt cx="577788" cy="88904"/>
              </a:xfrm>
            </p:grpSpPr>
            <p:cxnSp>
              <p:nvCxnSpPr>
                <p:cNvPr id="340" name="直接连接符 339">
                  <a:extLst>
                    <a:ext uri="{FF2B5EF4-FFF2-40B4-BE49-F238E27FC236}">
                      <a16:creationId xmlns:a16="http://schemas.microsoft.com/office/drawing/2014/main" xmlns="" id="{605E7CD4-23E3-48DE-9343-FE96F214D4F3}"/>
                    </a:ext>
                  </a:extLst>
                </p:cNvPr>
                <p:cNvCxnSpPr/>
                <p:nvPr/>
              </p:nvCxnSpPr>
              <p:spPr>
                <a:xfrm>
                  <a:off x="4954570" y="1783641"/>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41" name="Oval 259">
                  <a:extLst>
                    <a:ext uri="{FF2B5EF4-FFF2-40B4-BE49-F238E27FC236}">
                      <a16:creationId xmlns:a16="http://schemas.microsoft.com/office/drawing/2014/main" xmlns="" id="{DE587B8C-409B-498C-BA1E-199548372DAB}"/>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37" name="组合 65">
              <a:extLst>
                <a:ext uri="{FF2B5EF4-FFF2-40B4-BE49-F238E27FC236}">
                  <a16:creationId xmlns:a16="http://schemas.microsoft.com/office/drawing/2014/main" xmlns="" id="{FE82E1EB-6DFB-4305-92C5-CE990E23D1BB}"/>
                </a:ext>
              </a:extLst>
            </p:cNvPr>
            <p:cNvGrpSpPr>
              <a:grpSpLocks/>
            </p:cNvGrpSpPr>
            <p:nvPr/>
          </p:nvGrpSpPr>
          <p:grpSpPr bwMode="auto">
            <a:xfrm>
              <a:off x="6956568" y="1739900"/>
              <a:ext cx="580963" cy="194034"/>
              <a:chOff x="4954353" y="1723670"/>
              <a:chExt cx="580963" cy="194034"/>
            </a:xfrm>
          </p:grpSpPr>
          <p:grpSp>
            <p:nvGrpSpPr>
              <p:cNvPr id="332" name="组合 107">
                <a:extLst>
                  <a:ext uri="{FF2B5EF4-FFF2-40B4-BE49-F238E27FC236}">
                    <a16:creationId xmlns:a16="http://schemas.microsoft.com/office/drawing/2014/main" xmlns="" id="{2314A45D-2C27-4B38-B8EB-739243D9B4E3}"/>
                  </a:ext>
                </a:extLst>
              </p:cNvPr>
              <p:cNvGrpSpPr>
                <a:grpSpLocks/>
              </p:cNvGrpSpPr>
              <p:nvPr/>
            </p:nvGrpSpPr>
            <p:grpSpPr bwMode="auto">
              <a:xfrm>
                <a:off x="4954353" y="1723670"/>
                <a:ext cx="577788" cy="88904"/>
                <a:chOff x="4954353" y="1739900"/>
                <a:chExt cx="577788" cy="88904"/>
              </a:xfrm>
            </p:grpSpPr>
            <p:cxnSp>
              <p:nvCxnSpPr>
                <p:cNvPr id="336" name="直接连接符 335">
                  <a:extLst>
                    <a:ext uri="{FF2B5EF4-FFF2-40B4-BE49-F238E27FC236}">
                      <a16:creationId xmlns:a16="http://schemas.microsoft.com/office/drawing/2014/main" xmlns="" id="{681E6349-7950-4E99-A89E-14B4425DC174}"/>
                    </a:ext>
                  </a:extLst>
                </p:cNvPr>
                <p:cNvCxnSpPr/>
                <p:nvPr/>
              </p:nvCxnSpPr>
              <p:spPr>
                <a:xfrm>
                  <a:off x="4954353" y="1784727"/>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Oval 259">
                  <a:extLst>
                    <a:ext uri="{FF2B5EF4-FFF2-40B4-BE49-F238E27FC236}">
                      <a16:creationId xmlns:a16="http://schemas.microsoft.com/office/drawing/2014/main" xmlns="" id="{0282C1D8-32FA-4CFA-9587-3FFC3012AC90}"/>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333" name="组合 108">
                <a:extLst>
                  <a:ext uri="{FF2B5EF4-FFF2-40B4-BE49-F238E27FC236}">
                    <a16:creationId xmlns:a16="http://schemas.microsoft.com/office/drawing/2014/main" xmlns="" id="{564B2309-02F1-47F6-9D98-C6402042C913}"/>
                  </a:ext>
                </a:extLst>
              </p:cNvPr>
              <p:cNvGrpSpPr>
                <a:grpSpLocks/>
              </p:cNvGrpSpPr>
              <p:nvPr/>
            </p:nvGrpSpPr>
            <p:grpSpPr bwMode="auto">
              <a:xfrm>
                <a:off x="4957528" y="1828800"/>
                <a:ext cx="577788" cy="88904"/>
                <a:chOff x="4954823" y="1739900"/>
                <a:chExt cx="577788" cy="88904"/>
              </a:xfrm>
            </p:grpSpPr>
            <p:cxnSp>
              <p:nvCxnSpPr>
                <p:cNvPr id="334" name="直接连接符 333">
                  <a:extLst>
                    <a:ext uri="{FF2B5EF4-FFF2-40B4-BE49-F238E27FC236}">
                      <a16:creationId xmlns:a16="http://schemas.microsoft.com/office/drawing/2014/main" xmlns="" id="{312384DE-C4B2-4E62-A4B5-B8C43DFAC356}"/>
                    </a:ext>
                  </a:extLst>
                </p:cNvPr>
                <p:cNvCxnSpPr/>
                <p:nvPr/>
              </p:nvCxnSpPr>
              <p:spPr>
                <a:xfrm>
                  <a:off x="4954823" y="1784348"/>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5" name="Oval 259">
                  <a:extLst>
                    <a:ext uri="{FF2B5EF4-FFF2-40B4-BE49-F238E27FC236}">
                      <a16:creationId xmlns:a16="http://schemas.microsoft.com/office/drawing/2014/main" xmlns="" id="{DAA92649-7038-4B90-8CEF-8E2A7731B421}"/>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38" name="组合 72">
              <a:extLst>
                <a:ext uri="{FF2B5EF4-FFF2-40B4-BE49-F238E27FC236}">
                  <a16:creationId xmlns:a16="http://schemas.microsoft.com/office/drawing/2014/main" xmlns="" id="{8D148416-34D0-4CBA-A8BC-FD73A0737009}"/>
                </a:ext>
              </a:extLst>
            </p:cNvPr>
            <p:cNvGrpSpPr>
              <a:grpSpLocks/>
            </p:cNvGrpSpPr>
            <p:nvPr/>
          </p:nvGrpSpPr>
          <p:grpSpPr bwMode="auto">
            <a:xfrm>
              <a:off x="4912085" y="2760217"/>
              <a:ext cx="580963" cy="151376"/>
              <a:chOff x="4954570" y="1723670"/>
              <a:chExt cx="580963" cy="151376"/>
            </a:xfrm>
          </p:grpSpPr>
          <p:grpSp>
            <p:nvGrpSpPr>
              <p:cNvPr id="328" name="组合 107">
                <a:extLst>
                  <a:ext uri="{FF2B5EF4-FFF2-40B4-BE49-F238E27FC236}">
                    <a16:creationId xmlns:a16="http://schemas.microsoft.com/office/drawing/2014/main" xmlns="" id="{BF9BCB20-8D54-4AE9-A50E-ABB8F9149B81}"/>
                  </a:ext>
                </a:extLst>
              </p:cNvPr>
              <p:cNvGrpSpPr>
                <a:grpSpLocks/>
              </p:cNvGrpSpPr>
              <p:nvPr/>
            </p:nvGrpSpPr>
            <p:grpSpPr bwMode="auto">
              <a:xfrm>
                <a:off x="4954570" y="1723670"/>
                <a:ext cx="577788" cy="88904"/>
                <a:chOff x="4954570" y="1739900"/>
                <a:chExt cx="577788" cy="88904"/>
              </a:xfrm>
            </p:grpSpPr>
            <p:cxnSp>
              <p:nvCxnSpPr>
                <p:cNvPr id="330" name="直接连接符 329">
                  <a:extLst>
                    <a:ext uri="{FF2B5EF4-FFF2-40B4-BE49-F238E27FC236}">
                      <a16:creationId xmlns:a16="http://schemas.microsoft.com/office/drawing/2014/main" xmlns="" id="{411D57E4-E49A-43DF-B15C-3532A0D4F758}"/>
                    </a:ext>
                  </a:extLst>
                </p:cNvPr>
                <p:cNvCxnSpPr/>
                <p:nvPr/>
              </p:nvCxnSpPr>
              <p:spPr>
                <a:xfrm>
                  <a:off x="4954570" y="1784938"/>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1" name="Oval 259">
                  <a:extLst>
                    <a:ext uri="{FF2B5EF4-FFF2-40B4-BE49-F238E27FC236}">
                      <a16:creationId xmlns:a16="http://schemas.microsoft.com/office/drawing/2014/main" xmlns="" id="{CA27CE64-F855-4E57-B6B9-926122CEED73}"/>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cxnSp>
            <p:nvCxnSpPr>
              <p:cNvPr id="329" name="直接连接符 328">
                <a:extLst>
                  <a:ext uri="{FF2B5EF4-FFF2-40B4-BE49-F238E27FC236}">
                    <a16:creationId xmlns:a16="http://schemas.microsoft.com/office/drawing/2014/main" xmlns="" id="{0FE65134-63FA-48CF-8BB6-0CC9E4E8283F}"/>
                  </a:ext>
                </a:extLst>
              </p:cNvPr>
              <p:cNvCxnSpPr/>
              <p:nvPr/>
            </p:nvCxnSpPr>
            <p:spPr>
              <a:xfrm>
                <a:off x="4957745" y="1873459"/>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9" name="组合 77">
              <a:extLst>
                <a:ext uri="{FF2B5EF4-FFF2-40B4-BE49-F238E27FC236}">
                  <a16:creationId xmlns:a16="http://schemas.microsoft.com/office/drawing/2014/main" xmlns="" id="{C39F7A8F-EAE9-4194-861A-6D0D6B550F8F}"/>
                </a:ext>
              </a:extLst>
            </p:cNvPr>
            <p:cNvGrpSpPr>
              <a:grpSpLocks/>
            </p:cNvGrpSpPr>
            <p:nvPr/>
          </p:nvGrpSpPr>
          <p:grpSpPr bwMode="auto">
            <a:xfrm>
              <a:off x="5950197" y="2673323"/>
              <a:ext cx="609535" cy="280898"/>
              <a:chOff x="4954887" y="1723670"/>
              <a:chExt cx="580522" cy="194034"/>
            </a:xfrm>
          </p:grpSpPr>
          <p:grpSp>
            <p:nvGrpSpPr>
              <p:cNvPr id="322" name="组合 107">
                <a:extLst>
                  <a:ext uri="{FF2B5EF4-FFF2-40B4-BE49-F238E27FC236}">
                    <a16:creationId xmlns:a16="http://schemas.microsoft.com/office/drawing/2014/main" xmlns="" id="{74192DE2-5B07-400E-8C61-7DD9FBA2BD46}"/>
                  </a:ext>
                </a:extLst>
              </p:cNvPr>
              <p:cNvGrpSpPr>
                <a:grpSpLocks/>
              </p:cNvGrpSpPr>
              <p:nvPr/>
            </p:nvGrpSpPr>
            <p:grpSpPr bwMode="auto">
              <a:xfrm>
                <a:off x="4954887" y="1723670"/>
                <a:ext cx="577498" cy="88904"/>
                <a:chOff x="4954887" y="1739900"/>
                <a:chExt cx="577498" cy="88904"/>
              </a:xfrm>
            </p:grpSpPr>
            <p:cxnSp>
              <p:nvCxnSpPr>
                <p:cNvPr id="326" name="直接连接符 325">
                  <a:extLst>
                    <a:ext uri="{FF2B5EF4-FFF2-40B4-BE49-F238E27FC236}">
                      <a16:creationId xmlns:a16="http://schemas.microsoft.com/office/drawing/2014/main" xmlns="" id="{498F615C-C818-4698-BC98-5329DD69657F}"/>
                    </a:ext>
                  </a:extLst>
                </p:cNvPr>
                <p:cNvCxnSpPr/>
                <p:nvPr/>
              </p:nvCxnSpPr>
              <p:spPr>
                <a:xfrm>
                  <a:off x="4954887" y="1783872"/>
                  <a:ext cx="577498" cy="21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7" name="Oval 259">
                  <a:extLst>
                    <a:ext uri="{FF2B5EF4-FFF2-40B4-BE49-F238E27FC236}">
                      <a16:creationId xmlns:a16="http://schemas.microsoft.com/office/drawing/2014/main" xmlns="" id="{438DBF19-A65E-414D-A9AF-B1893562C13D}"/>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323" name="组合 108">
                <a:extLst>
                  <a:ext uri="{FF2B5EF4-FFF2-40B4-BE49-F238E27FC236}">
                    <a16:creationId xmlns:a16="http://schemas.microsoft.com/office/drawing/2014/main" xmlns="" id="{AB0FCE89-4EEB-43F6-8BA1-1E12B61786B4}"/>
                  </a:ext>
                </a:extLst>
              </p:cNvPr>
              <p:cNvGrpSpPr>
                <a:grpSpLocks/>
              </p:cNvGrpSpPr>
              <p:nvPr/>
            </p:nvGrpSpPr>
            <p:grpSpPr bwMode="auto">
              <a:xfrm>
                <a:off x="4957911" y="1828800"/>
                <a:ext cx="577498" cy="88904"/>
                <a:chOff x="4955206" y="1739900"/>
                <a:chExt cx="577498" cy="88904"/>
              </a:xfrm>
            </p:grpSpPr>
            <p:cxnSp>
              <p:nvCxnSpPr>
                <p:cNvPr id="324" name="直接连接符 323">
                  <a:extLst>
                    <a:ext uri="{FF2B5EF4-FFF2-40B4-BE49-F238E27FC236}">
                      <a16:creationId xmlns:a16="http://schemas.microsoft.com/office/drawing/2014/main" xmlns="" id="{153F992F-AD4C-425A-A083-3FA355AA3198}"/>
                    </a:ext>
                  </a:extLst>
                </p:cNvPr>
                <p:cNvCxnSpPr/>
                <p:nvPr/>
              </p:nvCxnSpPr>
              <p:spPr>
                <a:xfrm>
                  <a:off x="4955206" y="1783990"/>
                  <a:ext cx="577498" cy="21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5" name="Oval 259">
                  <a:extLst>
                    <a:ext uri="{FF2B5EF4-FFF2-40B4-BE49-F238E27FC236}">
                      <a16:creationId xmlns:a16="http://schemas.microsoft.com/office/drawing/2014/main" xmlns="" id="{03555F60-337A-484F-A893-98F043DB3D80}"/>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0" name="组合 84">
              <a:extLst>
                <a:ext uri="{FF2B5EF4-FFF2-40B4-BE49-F238E27FC236}">
                  <a16:creationId xmlns:a16="http://schemas.microsoft.com/office/drawing/2014/main" xmlns="" id="{218453F0-7546-4682-9AA6-F96BFFC378AD}"/>
                </a:ext>
              </a:extLst>
            </p:cNvPr>
            <p:cNvGrpSpPr>
              <a:grpSpLocks/>
            </p:cNvGrpSpPr>
            <p:nvPr/>
          </p:nvGrpSpPr>
          <p:grpSpPr bwMode="auto">
            <a:xfrm>
              <a:off x="7001013" y="2760217"/>
              <a:ext cx="580963" cy="194034"/>
              <a:chOff x="4954348" y="1723670"/>
              <a:chExt cx="580963" cy="194034"/>
            </a:xfrm>
          </p:grpSpPr>
          <p:grpSp>
            <p:nvGrpSpPr>
              <p:cNvPr id="316" name="组合 107">
                <a:extLst>
                  <a:ext uri="{FF2B5EF4-FFF2-40B4-BE49-F238E27FC236}">
                    <a16:creationId xmlns:a16="http://schemas.microsoft.com/office/drawing/2014/main" xmlns="" id="{D6AE73B9-C5E2-433A-8FF7-78A748D5AE3F}"/>
                  </a:ext>
                </a:extLst>
              </p:cNvPr>
              <p:cNvGrpSpPr>
                <a:grpSpLocks/>
              </p:cNvGrpSpPr>
              <p:nvPr/>
            </p:nvGrpSpPr>
            <p:grpSpPr bwMode="auto">
              <a:xfrm>
                <a:off x="4954348" y="1723670"/>
                <a:ext cx="577788" cy="88904"/>
                <a:chOff x="4954348" y="1739900"/>
                <a:chExt cx="577788" cy="88904"/>
              </a:xfrm>
            </p:grpSpPr>
            <p:cxnSp>
              <p:nvCxnSpPr>
                <p:cNvPr id="320" name="直接连接符 319">
                  <a:extLst>
                    <a:ext uri="{FF2B5EF4-FFF2-40B4-BE49-F238E27FC236}">
                      <a16:creationId xmlns:a16="http://schemas.microsoft.com/office/drawing/2014/main" xmlns="" id="{983008CC-31BA-432F-9947-3CB83420D49C}"/>
                    </a:ext>
                  </a:extLst>
                </p:cNvPr>
                <p:cNvCxnSpPr/>
                <p:nvPr/>
              </p:nvCxnSpPr>
              <p:spPr>
                <a:xfrm>
                  <a:off x="4954348" y="1784939"/>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21" name="Oval 259">
                  <a:extLst>
                    <a:ext uri="{FF2B5EF4-FFF2-40B4-BE49-F238E27FC236}">
                      <a16:creationId xmlns:a16="http://schemas.microsoft.com/office/drawing/2014/main" xmlns="" id="{6CB7AB3A-B4FD-428B-89DC-F3C6F8BA8AF5}"/>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317" name="组合 108">
                <a:extLst>
                  <a:ext uri="{FF2B5EF4-FFF2-40B4-BE49-F238E27FC236}">
                    <a16:creationId xmlns:a16="http://schemas.microsoft.com/office/drawing/2014/main" xmlns="" id="{040389C8-E45E-40B4-9149-36FA0FB31B3A}"/>
                  </a:ext>
                </a:extLst>
              </p:cNvPr>
              <p:cNvGrpSpPr>
                <a:grpSpLocks/>
              </p:cNvGrpSpPr>
              <p:nvPr/>
            </p:nvGrpSpPr>
            <p:grpSpPr bwMode="auto">
              <a:xfrm>
                <a:off x="4957523" y="1828800"/>
                <a:ext cx="577788" cy="88904"/>
                <a:chOff x="4954818" y="1739900"/>
                <a:chExt cx="577788" cy="88904"/>
              </a:xfrm>
            </p:grpSpPr>
            <p:cxnSp>
              <p:nvCxnSpPr>
                <p:cNvPr id="318" name="直接连接符 317">
                  <a:extLst>
                    <a:ext uri="{FF2B5EF4-FFF2-40B4-BE49-F238E27FC236}">
                      <a16:creationId xmlns:a16="http://schemas.microsoft.com/office/drawing/2014/main" xmlns="" id="{856A5AD0-2EE2-4A9A-B2A5-EF4C7C77E6A2}"/>
                    </a:ext>
                  </a:extLst>
                </p:cNvPr>
                <p:cNvCxnSpPr/>
                <p:nvPr/>
              </p:nvCxnSpPr>
              <p:spPr>
                <a:xfrm>
                  <a:off x="4954818" y="1784560"/>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19" name="Oval 259">
                  <a:extLst>
                    <a:ext uri="{FF2B5EF4-FFF2-40B4-BE49-F238E27FC236}">
                      <a16:creationId xmlns:a16="http://schemas.microsoft.com/office/drawing/2014/main" xmlns="" id="{57BE7226-9909-4700-BEF8-AD3742E2AAE7}"/>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1" name="组合 91">
              <a:extLst>
                <a:ext uri="{FF2B5EF4-FFF2-40B4-BE49-F238E27FC236}">
                  <a16:creationId xmlns:a16="http://schemas.microsoft.com/office/drawing/2014/main" xmlns="" id="{7E56C225-33E9-443B-AB6F-076F7E49579E}"/>
                </a:ext>
              </a:extLst>
            </p:cNvPr>
            <p:cNvGrpSpPr>
              <a:grpSpLocks/>
            </p:cNvGrpSpPr>
            <p:nvPr/>
          </p:nvGrpSpPr>
          <p:grpSpPr bwMode="auto">
            <a:xfrm>
              <a:off x="4907323" y="3843189"/>
              <a:ext cx="580963" cy="194034"/>
              <a:chOff x="4954521" y="1723670"/>
              <a:chExt cx="580963" cy="194034"/>
            </a:xfrm>
          </p:grpSpPr>
          <p:grpSp>
            <p:nvGrpSpPr>
              <p:cNvPr id="310" name="组合 107">
                <a:extLst>
                  <a:ext uri="{FF2B5EF4-FFF2-40B4-BE49-F238E27FC236}">
                    <a16:creationId xmlns:a16="http://schemas.microsoft.com/office/drawing/2014/main" xmlns="" id="{6D37CC9C-7159-4D38-870D-EE6B2EE694FC}"/>
                  </a:ext>
                </a:extLst>
              </p:cNvPr>
              <p:cNvGrpSpPr>
                <a:grpSpLocks/>
              </p:cNvGrpSpPr>
              <p:nvPr/>
            </p:nvGrpSpPr>
            <p:grpSpPr bwMode="auto">
              <a:xfrm>
                <a:off x="4954521" y="1723670"/>
                <a:ext cx="577788" cy="88904"/>
                <a:chOff x="4954521" y="1739900"/>
                <a:chExt cx="577788" cy="88904"/>
              </a:xfrm>
            </p:grpSpPr>
            <p:cxnSp>
              <p:nvCxnSpPr>
                <p:cNvPr id="314" name="直接连接符 313">
                  <a:extLst>
                    <a:ext uri="{FF2B5EF4-FFF2-40B4-BE49-F238E27FC236}">
                      <a16:creationId xmlns:a16="http://schemas.microsoft.com/office/drawing/2014/main" xmlns="" id="{7B739BDD-FCBB-4FA6-9204-008818C1DE84}"/>
                    </a:ext>
                  </a:extLst>
                </p:cNvPr>
                <p:cNvCxnSpPr/>
                <p:nvPr/>
              </p:nvCxnSpPr>
              <p:spPr>
                <a:xfrm>
                  <a:off x="4954521" y="1784394"/>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15" name="Oval 259">
                  <a:extLst>
                    <a:ext uri="{FF2B5EF4-FFF2-40B4-BE49-F238E27FC236}">
                      <a16:creationId xmlns:a16="http://schemas.microsoft.com/office/drawing/2014/main" xmlns="" id="{2A5C0A6B-BD54-4B5E-BEE5-48CB468F2F09}"/>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311" name="组合 108">
                <a:extLst>
                  <a:ext uri="{FF2B5EF4-FFF2-40B4-BE49-F238E27FC236}">
                    <a16:creationId xmlns:a16="http://schemas.microsoft.com/office/drawing/2014/main" xmlns="" id="{4CC08FA3-D239-4394-9EEC-4C07C9ED4593}"/>
                  </a:ext>
                </a:extLst>
              </p:cNvPr>
              <p:cNvGrpSpPr>
                <a:grpSpLocks/>
              </p:cNvGrpSpPr>
              <p:nvPr/>
            </p:nvGrpSpPr>
            <p:grpSpPr bwMode="auto">
              <a:xfrm>
                <a:off x="4957696" y="1828800"/>
                <a:ext cx="577788" cy="88904"/>
                <a:chOff x="4954991" y="1739900"/>
                <a:chExt cx="577788" cy="88904"/>
              </a:xfrm>
            </p:grpSpPr>
            <p:cxnSp>
              <p:nvCxnSpPr>
                <p:cNvPr id="312" name="直接连接符 311">
                  <a:extLst>
                    <a:ext uri="{FF2B5EF4-FFF2-40B4-BE49-F238E27FC236}">
                      <a16:creationId xmlns:a16="http://schemas.microsoft.com/office/drawing/2014/main" xmlns="" id="{9E473A57-FFC5-463B-A7CD-71EC05904C42}"/>
                    </a:ext>
                  </a:extLst>
                </p:cNvPr>
                <p:cNvCxnSpPr/>
                <p:nvPr/>
              </p:nvCxnSpPr>
              <p:spPr>
                <a:xfrm>
                  <a:off x="4954991" y="1784015"/>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13" name="Oval 259">
                  <a:extLst>
                    <a:ext uri="{FF2B5EF4-FFF2-40B4-BE49-F238E27FC236}">
                      <a16:creationId xmlns:a16="http://schemas.microsoft.com/office/drawing/2014/main" xmlns="" id="{F8FAC9FD-8FA1-41C7-9745-C4BF3E6875A6}"/>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2" name="组合 98">
              <a:extLst>
                <a:ext uri="{FF2B5EF4-FFF2-40B4-BE49-F238E27FC236}">
                  <a16:creationId xmlns:a16="http://schemas.microsoft.com/office/drawing/2014/main" xmlns="" id="{CBD848EC-2118-47F9-B8FD-96C8A514FFAC}"/>
                </a:ext>
              </a:extLst>
            </p:cNvPr>
            <p:cNvGrpSpPr>
              <a:grpSpLocks/>
            </p:cNvGrpSpPr>
            <p:nvPr/>
          </p:nvGrpSpPr>
          <p:grpSpPr bwMode="auto">
            <a:xfrm>
              <a:off x="5940676" y="3843189"/>
              <a:ext cx="580963" cy="194034"/>
              <a:chOff x="4954065" y="1723670"/>
              <a:chExt cx="580963" cy="194034"/>
            </a:xfrm>
          </p:grpSpPr>
          <p:grpSp>
            <p:nvGrpSpPr>
              <p:cNvPr id="304" name="组合 107">
                <a:extLst>
                  <a:ext uri="{FF2B5EF4-FFF2-40B4-BE49-F238E27FC236}">
                    <a16:creationId xmlns:a16="http://schemas.microsoft.com/office/drawing/2014/main" xmlns="" id="{B622B65C-E3F0-4AAD-BC63-B40C51B09E22}"/>
                  </a:ext>
                </a:extLst>
              </p:cNvPr>
              <p:cNvGrpSpPr>
                <a:grpSpLocks/>
              </p:cNvGrpSpPr>
              <p:nvPr/>
            </p:nvGrpSpPr>
            <p:grpSpPr bwMode="auto">
              <a:xfrm>
                <a:off x="4954065" y="1723670"/>
                <a:ext cx="577788" cy="88904"/>
                <a:chOff x="4954065" y="1739900"/>
                <a:chExt cx="577788" cy="88904"/>
              </a:xfrm>
            </p:grpSpPr>
            <p:cxnSp>
              <p:nvCxnSpPr>
                <p:cNvPr id="308" name="直接连接符 103">
                  <a:extLst>
                    <a:ext uri="{FF2B5EF4-FFF2-40B4-BE49-F238E27FC236}">
                      <a16:creationId xmlns:a16="http://schemas.microsoft.com/office/drawing/2014/main" xmlns="" id="{634C5101-E3E2-4DF9-B1FE-049E2BEA40AC}"/>
                    </a:ext>
                  </a:extLst>
                </p:cNvPr>
                <p:cNvCxnSpPr/>
                <p:nvPr/>
              </p:nvCxnSpPr>
              <p:spPr>
                <a:xfrm>
                  <a:off x="4954065" y="1784394"/>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9" name="Oval 259">
                  <a:extLst>
                    <a:ext uri="{FF2B5EF4-FFF2-40B4-BE49-F238E27FC236}">
                      <a16:creationId xmlns:a16="http://schemas.microsoft.com/office/drawing/2014/main" xmlns="" id="{7E8DE17D-E9C7-49D4-B9A4-B43D2D037D7B}"/>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305" name="组合 108">
                <a:extLst>
                  <a:ext uri="{FF2B5EF4-FFF2-40B4-BE49-F238E27FC236}">
                    <a16:creationId xmlns:a16="http://schemas.microsoft.com/office/drawing/2014/main" xmlns="" id="{5FBD5211-108E-4FC4-9E10-D9C62E951E0C}"/>
                  </a:ext>
                </a:extLst>
              </p:cNvPr>
              <p:cNvGrpSpPr>
                <a:grpSpLocks/>
              </p:cNvGrpSpPr>
              <p:nvPr/>
            </p:nvGrpSpPr>
            <p:grpSpPr bwMode="auto">
              <a:xfrm>
                <a:off x="4957240" y="1828800"/>
                <a:ext cx="577788" cy="88904"/>
                <a:chOff x="4954535" y="1739900"/>
                <a:chExt cx="577788" cy="88904"/>
              </a:xfrm>
            </p:grpSpPr>
            <p:cxnSp>
              <p:nvCxnSpPr>
                <p:cNvPr id="306" name="直接连接符 305">
                  <a:extLst>
                    <a:ext uri="{FF2B5EF4-FFF2-40B4-BE49-F238E27FC236}">
                      <a16:creationId xmlns:a16="http://schemas.microsoft.com/office/drawing/2014/main" xmlns="" id="{6F991793-125D-4E91-BFAB-B93E4C34FCA9}"/>
                    </a:ext>
                  </a:extLst>
                </p:cNvPr>
                <p:cNvCxnSpPr/>
                <p:nvPr/>
              </p:nvCxnSpPr>
              <p:spPr>
                <a:xfrm>
                  <a:off x="4954535" y="1784015"/>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7" name="Oval 259">
                  <a:extLst>
                    <a:ext uri="{FF2B5EF4-FFF2-40B4-BE49-F238E27FC236}">
                      <a16:creationId xmlns:a16="http://schemas.microsoft.com/office/drawing/2014/main" xmlns="" id="{DDA9F81E-4E50-4143-AFD8-9CE131231122}"/>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3" name="组合 105">
              <a:extLst>
                <a:ext uri="{FF2B5EF4-FFF2-40B4-BE49-F238E27FC236}">
                  <a16:creationId xmlns:a16="http://schemas.microsoft.com/office/drawing/2014/main" xmlns="" id="{91834C17-F7F9-481A-920D-7D129D0027CE}"/>
                </a:ext>
              </a:extLst>
            </p:cNvPr>
            <p:cNvGrpSpPr>
              <a:grpSpLocks/>
            </p:cNvGrpSpPr>
            <p:nvPr/>
          </p:nvGrpSpPr>
          <p:grpSpPr bwMode="auto">
            <a:xfrm>
              <a:off x="6970855" y="3849935"/>
              <a:ext cx="580963" cy="194034"/>
              <a:chOff x="4954501" y="1723670"/>
              <a:chExt cx="580963" cy="194034"/>
            </a:xfrm>
          </p:grpSpPr>
          <p:grpSp>
            <p:nvGrpSpPr>
              <p:cNvPr id="298" name="组合 107">
                <a:extLst>
                  <a:ext uri="{FF2B5EF4-FFF2-40B4-BE49-F238E27FC236}">
                    <a16:creationId xmlns:a16="http://schemas.microsoft.com/office/drawing/2014/main" xmlns="" id="{BD8837D4-114D-4633-82A6-6D65102D8753}"/>
                  </a:ext>
                </a:extLst>
              </p:cNvPr>
              <p:cNvGrpSpPr>
                <a:grpSpLocks/>
              </p:cNvGrpSpPr>
              <p:nvPr/>
            </p:nvGrpSpPr>
            <p:grpSpPr bwMode="auto">
              <a:xfrm>
                <a:off x="4954501" y="1723670"/>
                <a:ext cx="577788" cy="88904"/>
                <a:chOff x="4954501" y="1739900"/>
                <a:chExt cx="577788" cy="88904"/>
              </a:xfrm>
            </p:grpSpPr>
            <p:cxnSp>
              <p:nvCxnSpPr>
                <p:cNvPr id="302" name="直接连接符 110">
                  <a:extLst>
                    <a:ext uri="{FF2B5EF4-FFF2-40B4-BE49-F238E27FC236}">
                      <a16:creationId xmlns:a16="http://schemas.microsoft.com/office/drawing/2014/main" xmlns="" id="{3D6A8C18-EB9E-4680-BBF1-D8A301E768BF}"/>
                    </a:ext>
                  </a:extLst>
                </p:cNvPr>
                <p:cNvCxnSpPr/>
                <p:nvPr/>
              </p:nvCxnSpPr>
              <p:spPr>
                <a:xfrm>
                  <a:off x="4954501" y="1783997"/>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3" name="Oval 259">
                  <a:extLst>
                    <a:ext uri="{FF2B5EF4-FFF2-40B4-BE49-F238E27FC236}">
                      <a16:creationId xmlns:a16="http://schemas.microsoft.com/office/drawing/2014/main" xmlns="" id="{A75773D2-C062-4731-950E-B537CBE22757}"/>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99" name="组合 108">
                <a:extLst>
                  <a:ext uri="{FF2B5EF4-FFF2-40B4-BE49-F238E27FC236}">
                    <a16:creationId xmlns:a16="http://schemas.microsoft.com/office/drawing/2014/main" xmlns="" id="{2E586FD0-5B59-44EE-AAFF-CC47005B6D37}"/>
                  </a:ext>
                </a:extLst>
              </p:cNvPr>
              <p:cNvGrpSpPr>
                <a:grpSpLocks/>
              </p:cNvGrpSpPr>
              <p:nvPr/>
            </p:nvGrpSpPr>
            <p:grpSpPr bwMode="auto">
              <a:xfrm>
                <a:off x="4957676" y="1828800"/>
                <a:ext cx="577788" cy="88904"/>
                <a:chOff x="4954971" y="1739900"/>
                <a:chExt cx="577788" cy="88904"/>
              </a:xfrm>
            </p:grpSpPr>
            <p:cxnSp>
              <p:nvCxnSpPr>
                <p:cNvPr id="300" name="直接连接符 108">
                  <a:extLst>
                    <a:ext uri="{FF2B5EF4-FFF2-40B4-BE49-F238E27FC236}">
                      <a16:creationId xmlns:a16="http://schemas.microsoft.com/office/drawing/2014/main" xmlns="" id="{7D18B077-6FB7-4284-92D4-DAABBE5B11CD}"/>
                    </a:ext>
                  </a:extLst>
                </p:cNvPr>
                <p:cNvCxnSpPr/>
                <p:nvPr/>
              </p:nvCxnSpPr>
              <p:spPr>
                <a:xfrm>
                  <a:off x="4954971" y="1783618"/>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1" name="Oval 259">
                  <a:extLst>
                    <a:ext uri="{FF2B5EF4-FFF2-40B4-BE49-F238E27FC236}">
                      <a16:creationId xmlns:a16="http://schemas.microsoft.com/office/drawing/2014/main" xmlns="" id="{F74D7115-D009-4DA0-B1B0-5F1F066BF798}"/>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4" name="组合 112">
              <a:extLst>
                <a:ext uri="{FF2B5EF4-FFF2-40B4-BE49-F238E27FC236}">
                  <a16:creationId xmlns:a16="http://schemas.microsoft.com/office/drawing/2014/main" xmlns="" id="{B30E284C-406C-467D-9279-BC423745731E}"/>
                </a:ext>
              </a:extLst>
            </p:cNvPr>
            <p:cNvGrpSpPr>
              <a:grpSpLocks/>
            </p:cNvGrpSpPr>
            <p:nvPr/>
          </p:nvGrpSpPr>
          <p:grpSpPr bwMode="auto">
            <a:xfrm>
              <a:off x="4891450" y="4928841"/>
              <a:ext cx="580963" cy="194034"/>
              <a:chOff x="4954820" y="1723670"/>
              <a:chExt cx="580963" cy="194034"/>
            </a:xfrm>
          </p:grpSpPr>
          <p:grpSp>
            <p:nvGrpSpPr>
              <p:cNvPr id="292" name="组合 107">
                <a:extLst>
                  <a:ext uri="{FF2B5EF4-FFF2-40B4-BE49-F238E27FC236}">
                    <a16:creationId xmlns:a16="http://schemas.microsoft.com/office/drawing/2014/main" xmlns="" id="{5DC811E3-DFB0-41DF-85B5-820919FA22D7}"/>
                  </a:ext>
                </a:extLst>
              </p:cNvPr>
              <p:cNvGrpSpPr>
                <a:grpSpLocks/>
              </p:cNvGrpSpPr>
              <p:nvPr/>
            </p:nvGrpSpPr>
            <p:grpSpPr bwMode="auto">
              <a:xfrm>
                <a:off x="4954820" y="1723670"/>
                <a:ext cx="577788" cy="88904"/>
                <a:chOff x="4954820" y="1739900"/>
                <a:chExt cx="577788" cy="88904"/>
              </a:xfrm>
            </p:grpSpPr>
            <p:cxnSp>
              <p:nvCxnSpPr>
                <p:cNvPr id="296" name="直接连接符 295">
                  <a:extLst>
                    <a:ext uri="{FF2B5EF4-FFF2-40B4-BE49-F238E27FC236}">
                      <a16:creationId xmlns:a16="http://schemas.microsoft.com/office/drawing/2014/main" xmlns="" id="{B2645201-AAB9-4DC7-BE5B-1C516312F592}"/>
                    </a:ext>
                  </a:extLst>
                </p:cNvPr>
                <p:cNvCxnSpPr/>
                <p:nvPr/>
              </p:nvCxnSpPr>
              <p:spPr>
                <a:xfrm>
                  <a:off x="4954820" y="1784343"/>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97" name="Oval 259">
                  <a:extLst>
                    <a:ext uri="{FF2B5EF4-FFF2-40B4-BE49-F238E27FC236}">
                      <a16:creationId xmlns:a16="http://schemas.microsoft.com/office/drawing/2014/main" xmlns="" id="{8A00BF9E-DA24-4EA0-88BF-9A4B42D18A20}"/>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93" name="组合 108">
                <a:extLst>
                  <a:ext uri="{FF2B5EF4-FFF2-40B4-BE49-F238E27FC236}">
                    <a16:creationId xmlns:a16="http://schemas.microsoft.com/office/drawing/2014/main" xmlns="" id="{701BC2B2-E655-4B8B-846C-6F49E4ACD037}"/>
                  </a:ext>
                </a:extLst>
              </p:cNvPr>
              <p:cNvGrpSpPr>
                <a:grpSpLocks/>
              </p:cNvGrpSpPr>
              <p:nvPr/>
            </p:nvGrpSpPr>
            <p:grpSpPr bwMode="auto">
              <a:xfrm>
                <a:off x="4957995" y="1828800"/>
                <a:ext cx="577788" cy="88904"/>
                <a:chOff x="4955290" y="1739900"/>
                <a:chExt cx="577788" cy="88904"/>
              </a:xfrm>
            </p:grpSpPr>
            <p:cxnSp>
              <p:nvCxnSpPr>
                <p:cNvPr id="294" name="直接连接符 115">
                  <a:extLst>
                    <a:ext uri="{FF2B5EF4-FFF2-40B4-BE49-F238E27FC236}">
                      <a16:creationId xmlns:a16="http://schemas.microsoft.com/office/drawing/2014/main" xmlns="" id="{E64774EC-D045-4E6D-B30B-E85A281965B8}"/>
                    </a:ext>
                  </a:extLst>
                </p:cNvPr>
                <p:cNvCxnSpPr/>
                <p:nvPr/>
              </p:nvCxnSpPr>
              <p:spPr>
                <a:xfrm>
                  <a:off x="4955290" y="1783964"/>
                  <a:ext cx="57778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95" name="Oval 259">
                  <a:extLst>
                    <a:ext uri="{FF2B5EF4-FFF2-40B4-BE49-F238E27FC236}">
                      <a16:creationId xmlns:a16="http://schemas.microsoft.com/office/drawing/2014/main" xmlns="" id="{B9C85962-4EC9-413F-B922-ED54D63689FA}"/>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5" name="组合 119">
              <a:extLst>
                <a:ext uri="{FF2B5EF4-FFF2-40B4-BE49-F238E27FC236}">
                  <a16:creationId xmlns:a16="http://schemas.microsoft.com/office/drawing/2014/main" xmlns="" id="{5E78EE97-E3A7-46CB-B38A-F5ABBF90873E}"/>
                </a:ext>
              </a:extLst>
            </p:cNvPr>
            <p:cNvGrpSpPr>
              <a:grpSpLocks/>
            </p:cNvGrpSpPr>
            <p:nvPr/>
          </p:nvGrpSpPr>
          <p:grpSpPr bwMode="auto">
            <a:xfrm>
              <a:off x="5964486" y="4924066"/>
              <a:ext cx="580963" cy="194034"/>
              <a:chOff x="4954310" y="1723670"/>
              <a:chExt cx="580963" cy="194034"/>
            </a:xfrm>
          </p:grpSpPr>
          <p:grpSp>
            <p:nvGrpSpPr>
              <p:cNvPr id="286" name="组合 107">
                <a:extLst>
                  <a:ext uri="{FF2B5EF4-FFF2-40B4-BE49-F238E27FC236}">
                    <a16:creationId xmlns:a16="http://schemas.microsoft.com/office/drawing/2014/main" xmlns="" id="{157F4844-C24D-4C07-BE79-A3E265198B3A}"/>
                  </a:ext>
                </a:extLst>
              </p:cNvPr>
              <p:cNvGrpSpPr>
                <a:grpSpLocks/>
              </p:cNvGrpSpPr>
              <p:nvPr/>
            </p:nvGrpSpPr>
            <p:grpSpPr bwMode="auto">
              <a:xfrm>
                <a:off x="4954310" y="1723670"/>
                <a:ext cx="577788" cy="88904"/>
                <a:chOff x="4954310" y="1739900"/>
                <a:chExt cx="577788" cy="88904"/>
              </a:xfrm>
            </p:grpSpPr>
            <p:cxnSp>
              <p:nvCxnSpPr>
                <p:cNvPr id="290" name="直接连接符 124">
                  <a:extLst>
                    <a:ext uri="{FF2B5EF4-FFF2-40B4-BE49-F238E27FC236}">
                      <a16:creationId xmlns:a16="http://schemas.microsoft.com/office/drawing/2014/main" xmlns="" id="{68FEF8E7-AAEB-4ACA-AFC8-A469674695C4}"/>
                    </a:ext>
                  </a:extLst>
                </p:cNvPr>
                <p:cNvCxnSpPr/>
                <p:nvPr/>
              </p:nvCxnSpPr>
              <p:spPr>
                <a:xfrm>
                  <a:off x="4954310" y="1784357"/>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91" name="Oval 259">
                  <a:extLst>
                    <a:ext uri="{FF2B5EF4-FFF2-40B4-BE49-F238E27FC236}">
                      <a16:creationId xmlns:a16="http://schemas.microsoft.com/office/drawing/2014/main" xmlns="" id="{7CE3AC23-1250-41CC-884B-4A5CA007C9AF}"/>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87" name="组合 108">
                <a:extLst>
                  <a:ext uri="{FF2B5EF4-FFF2-40B4-BE49-F238E27FC236}">
                    <a16:creationId xmlns:a16="http://schemas.microsoft.com/office/drawing/2014/main" xmlns="" id="{552E76F7-0B99-4068-904C-B615CD5A3762}"/>
                  </a:ext>
                </a:extLst>
              </p:cNvPr>
              <p:cNvGrpSpPr>
                <a:grpSpLocks/>
              </p:cNvGrpSpPr>
              <p:nvPr/>
            </p:nvGrpSpPr>
            <p:grpSpPr bwMode="auto">
              <a:xfrm>
                <a:off x="4957485" y="1828800"/>
                <a:ext cx="577788" cy="88904"/>
                <a:chOff x="4954780" y="1739900"/>
                <a:chExt cx="577788" cy="88904"/>
              </a:xfrm>
            </p:grpSpPr>
            <p:cxnSp>
              <p:nvCxnSpPr>
                <p:cNvPr id="288" name="直接连接符 122">
                  <a:extLst>
                    <a:ext uri="{FF2B5EF4-FFF2-40B4-BE49-F238E27FC236}">
                      <a16:creationId xmlns:a16="http://schemas.microsoft.com/office/drawing/2014/main" xmlns="" id="{CB0D2B4E-E34A-4B61-A5CE-85CFB3D42C35}"/>
                    </a:ext>
                  </a:extLst>
                </p:cNvPr>
                <p:cNvCxnSpPr/>
                <p:nvPr/>
              </p:nvCxnSpPr>
              <p:spPr>
                <a:xfrm>
                  <a:off x="4954780" y="1783978"/>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Oval 259">
                  <a:extLst>
                    <a:ext uri="{FF2B5EF4-FFF2-40B4-BE49-F238E27FC236}">
                      <a16:creationId xmlns:a16="http://schemas.microsoft.com/office/drawing/2014/main" xmlns="" id="{02EB7EAF-76C2-48A4-8C06-1B28D606EE5D}"/>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6" name="组合 126">
              <a:extLst>
                <a:ext uri="{FF2B5EF4-FFF2-40B4-BE49-F238E27FC236}">
                  <a16:creationId xmlns:a16="http://schemas.microsoft.com/office/drawing/2014/main" xmlns="" id="{5BC49241-6A40-4B44-A8CB-D734C1BD5F95}"/>
                </a:ext>
              </a:extLst>
            </p:cNvPr>
            <p:cNvGrpSpPr>
              <a:grpSpLocks/>
            </p:cNvGrpSpPr>
            <p:nvPr/>
          </p:nvGrpSpPr>
          <p:grpSpPr bwMode="auto">
            <a:xfrm>
              <a:off x="7001013" y="4895850"/>
              <a:ext cx="580963" cy="194034"/>
              <a:chOff x="4954348" y="1723670"/>
              <a:chExt cx="580963" cy="194034"/>
            </a:xfrm>
          </p:grpSpPr>
          <p:grpSp>
            <p:nvGrpSpPr>
              <p:cNvPr id="280" name="组合 107">
                <a:extLst>
                  <a:ext uri="{FF2B5EF4-FFF2-40B4-BE49-F238E27FC236}">
                    <a16:creationId xmlns:a16="http://schemas.microsoft.com/office/drawing/2014/main" xmlns="" id="{63472FF3-6F1F-4288-BBD5-361C76978494}"/>
                  </a:ext>
                </a:extLst>
              </p:cNvPr>
              <p:cNvGrpSpPr>
                <a:grpSpLocks/>
              </p:cNvGrpSpPr>
              <p:nvPr/>
            </p:nvGrpSpPr>
            <p:grpSpPr bwMode="auto">
              <a:xfrm>
                <a:off x="4954348" y="1723670"/>
                <a:ext cx="577788" cy="88904"/>
                <a:chOff x="4954348" y="1739900"/>
                <a:chExt cx="577788" cy="88904"/>
              </a:xfrm>
            </p:grpSpPr>
            <p:cxnSp>
              <p:nvCxnSpPr>
                <p:cNvPr id="284" name="直接连接符 131">
                  <a:extLst>
                    <a:ext uri="{FF2B5EF4-FFF2-40B4-BE49-F238E27FC236}">
                      <a16:creationId xmlns:a16="http://schemas.microsoft.com/office/drawing/2014/main" xmlns="" id="{70AA2ABC-59BF-4306-97BD-838EDC0F90C8}"/>
                    </a:ext>
                  </a:extLst>
                </p:cNvPr>
                <p:cNvCxnSpPr/>
                <p:nvPr/>
              </p:nvCxnSpPr>
              <p:spPr>
                <a:xfrm>
                  <a:off x="4954348" y="1784004"/>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Oval 259">
                  <a:extLst>
                    <a:ext uri="{FF2B5EF4-FFF2-40B4-BE49-F238E27FC236}">
                      <a16:creationId xmlns:a16="http://schemas.microsoft.com/office/drawing/2014/main" xmlns="" id="{FCE92D6A-E9EF-4957-BA62-4B095923E76D}"/>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81" name="组合 108">
                <a:extLst>
                  <a:ext uri="{FF2B5EF4-FFF2-40B4-BE49-F238E27FC236}">
                    <a16:creationId xmlns:a16="http://schemas.microsoft.com/office/drawing/2014/main" xmlns="" id="{9970A931-E6C4-48E1-B145-3329051A209F}"/>
                  </a:ext>
                </a:extLst>
              </p:cNvPr>
              <p:cNvGrpSpPr>
                <a:grpSpLocks/>
              </p:cNvGrpSpPr>
              <p:nvPr/>
            </p:nvGrpSpPr>
            <p:grpSpPr bwMode="auto">
              <a:xfrm>
                <a:off x="4957523" y="1828800"/>
                <a:ext cx="577788" cy="88904"/>
                <a:chOff x="4954818" y="1739900"/>
                <a:chExt cx="577788" cy="88904"/>
              </a:xfrm>
            </p:grpSpPr>
            <p:cxnSp>
              <p:nvCxnSpPr>
                <p:cNvPr id="282" name="直接连接符 129">
                  <a:extLst>
                    <a:ext uri="{FF2B5EF4-FFF2-40B4-BE49-F238E27FC236}">
                      <a16:creationId xmlns:a16="http://schemas.microsoft.com/office/drawing/2014/main" xmlns="" id="{D075DFCA-6632-40AE-B0FF-EFE412B7BA9A}"/>
                    </a:ext>
                  </a:extLst>
                </p:cNvPr>
                <p:cNvCxnSpPr/>
                <p:nvPr/>
              </p:nvCxnSpPr>
              <p:spPr>
                <a:xfrm>
                  <a:off x="4954818" y="1783625"/>
                  <a:ext cx="57778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3" name="Oval 259">
                  <a:extLst>
                    <a:ext uri="{FF2B5EF4-FFF2-40B4-BE49-F238E27FC236}">
                      <a16:creationId xmlns:a16="http://schemas.microsoft.com/office/drawing/2014/main" xmlns="" id="{A30F1270-F918-4FB1-A47F-AE53FBC8DC9A}"/>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7" name="组合 133">
              <a:extLst>
                <a:ext uri="{FF2B5EF4-FFF2-40B4-BE49-F238E27FC236}">
                  <a16:creationId xmlns:a16="http://schemas.microsoft.com/office/drawing/2014/main" xmlns="" id="{7FD71F2D-84E5-402E-B54D-C0CBE860A0A0}"/>
                </a:ext>
              </a:extLst>
            </p:cNvPr>
            <p:cNvGrpSpPr>
              <a:grpSpLocks/>
            </p:cNvGrpSpPr>
            <p:nvPr/>
          </p:nvGrpSpPr>
          <p:grpSpPr bwMode="auto">
            <a:xfrm rot="5400000">
              <a:off x="4363141" y="2244800"/>
              <a:ext cx="580893" cy="194034"/>
              <a:chOff x="4954964" y="1723670"/>
              <a:chExt cx="580893" cy="194034"/>
            </a:xfrm>
          </p:grpSpPr>
          <p:grpSp>
            <p:nvGrpSpPr>
              <p:cNvPr id="274" name="组合 107">
                <a:extLst>
                  <a:ext uri="{FF2B5EF4-FFF2-40B4-BE49-F238E27FC236}">
                    <a16:creationId xmlns:a16="http://schemas.microsoft.com/office/drawing/2014/main" xmlns="" id="{B3B96790-FCEA-4DFF-8E01-7DAECE304B18}"/>
                  </a:ext>
                </a:extLst>
              </p:cNvPr>
              <p:cNvGrpSpPr>
                <a:grpSpLocks/>
              </p:cNvGrpSpPr>
              <p:nvPr/>
            </p:nvGrpSpPr>
            <p:grpSpPr bwMode="auto">
              <a:xfrm>
                <a:off x="4954964" y="1723670"/>
                <a:ext cx="577718" cy="88904"/>
                <a:chOff x="4954964" y="1739900"/>
                <a:chExt cx="577718" cy="88904"/>
              </a:xfrm>
            </p:grpSpPr>
            <p:cxnSp>
              <p:nvCxnSpPr>
                <p:cNvPr id="278" name="直接连接符 138">
                  <a:extLst>
                    <a:ext uri="{FF2B5EF4-FFF2-40B4-BE49-F238E27FC236}">
                      <a16:creationId xmlns:a16="http://schemas.microsoft.com/office/drawing/2014/main" xmlns="" id="{09245A47-F3FD-4483-A838-9A39AB9CC44B}"/>
                    </a:ext>
                  </a:extLst>
                </p:cNvPr>
                <p:cNvCxnSpPr/>
                <p:nvPr/>
              </p:nvCxnSpPr>
              <p:spPr>
                <a:xfrm>
                  <a:off x="4954964" y="1805401"/>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9" name="Oval 259">
                  <a:extLst>
                    <a:ext uri="{FF2B5EF4-FFF2-40B4-BE49-F238E27FC236}">
                      <a16:creationId xmlns:a16="http://schemas.microsoft.com/office/drawing/2014/main" xmlns="" id="{4C21222C-322B-4F31-987F-133AB15EF107}"/>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75" name="组合 108">
                <a:extLst>
                  <a:ext uri="{FF2B5EF4-FFF2-40B4-BE49-F238E27FC236}">
                    <a16:creationId xmlns:a16="http://schemas.microsoft.com/office/drawing/2014/main" xmlns="" id="{9FC95DF5-6BDA-4F64-9204-682C512204E3}"/>
                  </a:ext>
                </a:extLst>
              </p:cNvPr>
              <p:cNvGrpSpPr>
                <a:grpSpLocks/>
              </p:cNvGrpSpPr>
              <p:nvPr/>
            </p:nvGrpSpPr>
            <p:grpSpPr bwMode="auto">
              <a:xfrm>
                <a:off x="4958139" y="1828800"/>
                <a:ext cx="577718" cy="88904"/>
                <a:chOff x="4955434" y="1739900"/>
                <a:chExt cx="577718" cy="88904"/>
              </a:xfrm>
            </p:grpSpPr>
            <p:cxnSp>
              <p:nvCxnSpPr>
                <p:cNvPr id="276" name="直接连接符 136">
                  <a:extLst>
                    <a:ext uri="{FF2B5EF4-FFF2-40B4-BE49-F238E27FC236}">
                      <a16:creationId xmlns:a16="http://schemas.microsoft.com/office/drawing/2014/main" xmlns="" id="{0C4088BE-D67C-41F1-9015-31257820B5AE}"/>
                    </a:ext>
                  </a:extLst>
                </p:cNvPr>
                <p:cNvCxnSpPr/>
                <p:nvPr/>
              </p:nvCxnSpPr>
              <p:spPr>
                <a:xfrm>
                  <a:off x="4955434" y="1805035"/>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7" name="Oval 259">
                  <a:extLst>
                    <a:ext uri="{FF2B5EF4-FFF2-40B4-BE49-F238E27FC236}">
                      <a16:creationId xmlns:a16="http://schemas.microsoft.com/office/drawing/2014/main" xmlns="" id="{2AF9121A-1091-4AC5-AF0C-3464729B2459}"/>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8" name="组合 147">
              <a:extLst>
                <a:ext uri="{FF2B5EF4-FFF2-40B4-BE49-F238E27FC236}">
                  <a16:creationId xmlns:a16="http://schemas.microsoft.com/office/drawing/2014/main" xmlns="" id="{3728F249-5D7A-4BD2-B7B4-D59E5711AA1B}"/>
                </a:ext>
              </a:extLst>
            </p:cNvPr>
            <p:cNvGrpSpPr>
              <a:grpSpLocks/>
            </p:cNvGrpSpPr>
            <p:nvPr/>
          </p:nvGrpSpPr>
          <p:grpSpPr bwMode="auto">
            <a:xfrm rot="5400000">
              <a:off x="5429937" y="2244796"/>
              <a:ext cx="580893" cy="194034"/>
              <a:chOff x="4954964" y="1723670"/>
              <a:chExt cx="580893" cy="194034"/>
            </a:xfrm>
          </p:grpSpPr>
          <p:grpSp>
            <p:nvGrpSpPr>
              <p:cNvPr id="268" name="组合 107">
                <a:extLst>
                  <a:ext uri="{FF2B5EF4-FFF2-40B4-BE49-F238E27FC236}">
                    <a16:creationId xmlns:a16="http://schemas.microsoft.com/office/drawing/2014/main" xmlns="" id="{8E304900-A2C0-48DA-8D52-6CF4E138E0BF}"/>
                  </a:ext>
                </a:extLst>
              </p:cNvPr>
              <p:cNvGrpSpPr>
                <a:grpSpLocks/>
              </p:cNvGrpSpPr>
              <p:nvPr/>
            </p:nvGrpSpPr>
            <p:grpSpPr bwMode="auto">
              <a:xfrm>
                <a:off x="4954964" y="1723670"/>
                <a:ext cx="577718" cy="88904"/>
                <a:chOff x="4954964" y="1739900"/>
                <a:chExt cx="577718" cy="88904"/>
              </a:xfrm>
            </p:grpSpPr>
            <p:cxnSp>
              <p:nvCxnSpPr>
                <p:cNvPr id="272" name="直接连接符 145">
                  <a:extLst>
                    <a:ext uri="{FF2B5EF4-FFF2-40B4-BE49-F238E27FC236}">
                      <a16:creationId xmlns:a16="http://schemas.microsoft.com/office/drawing/2014/main" xmlns="" id="{807EF748-8FD1-415B-9C71-5FA36D9633E2}"/>
                    </a:ext>
                  </a:extLst>
                </p:cNvPr>
                <p:cNvCxnSpPr/>
                <p:nvPr/>
              </p:nvCxnSpPr>
              <p:spPr>
                <a:xfrm>
                  <a:off x="4954964" y="1805514"/>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3" name="Oval 259">
                  <a:extLst>
                    <a:ext uri="{FF2B5EF4-FFF2-40B4-BE49-F238E27FC236}">
                      <a16:creationId xmlns:a16="http://schemas.microsoft.com/office/drawing/2014/main" xmlns="" id="{0F849941-EAA4-4A18-9699-8B3614D6493B}"/>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69" name="组合 108">
                <a:extLst>
                  <a:ext uri="{FF2B5EF4-FFF2-40B4-BE49-F238E27FC236}">
                    <a16:creationId xmlns:a16="http://schemas.microsoft.com/office/drawing/2014/main" xmlns="" id="{E6A580E9-24E5-43C7-B959-F8C9EF015FEB}"/>
                  </a:ext>
                </a:extLst>
              </p:cNvPr>
              <p:cNvGrpSpPr>
                <a:grpSpLocks/>
              </p:cNvGrpSpPr>
              <p:nvPr/>
            </p:nvGrpSpPr>
            <p:grpSpPr bwMode="auto">
              <a:xfrm>
                <a:off x="4958139" y="1828800"/>
                <a:ext cx="577718" cy="88904"/>
                <a:chOff x="4955434" y="1739900"/>
                <a:chExt cx="577718" cy="88904"/>
              </a:xfrm>
            </p:grpSpPr>
            <p:cxnSp>
              <p:nvCxnSpPr>
                <p:cNvPr id="270" name="直接连接符 143">
                  <a:extLst>
                    <a:ext uri="{FF2B5EF4-FFF2-40B4-BE49-F238E27FC236}">
                      <a16:creationId xmlns:a16="http://schemas.microsoft.com/office/drawing/2014/main" xmlns="" id="{E04A06B6-10E6-4C6D-A245-1F4EE850EE6A}"/>
                    </a:ext>
                  </a:extLst>
                </p:cNvPr>
                <p:cNvCxnSpPr/>
                <p:nvPr/>
              </p:nvCxnSpPr>
              <p:spPr>
                <a:xfrm>
                  <a:off x="4955434" y="1805148"/>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Oval 259">
                  <a:extLst>
                    <a:ext uri="{FF2B5EF4-FFF2-40B4-BE49-F238E27FC236}">
                      <a16:creationId xmlns:a16="http://schemas.microsoft.com/office/drawing/2014/main" xmlns="" id="{1E6DF9B5-10FC-49AF-B284-FBC4423FAC1A}"/>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49" name="组合 147">
              <a:extLst>
                <a:ext uri="{FF2B5EF4-FFF2-40B4-BE49-F238E27FC236}">
                  <a16:creationId xmlns:a16="http://schemas.microsoft.com/office/drawing/2014/main" xmlns="" id="{D0AC62B2-C34D-4B99-AB55-80BDF53DF819}"/>
                </a:ext>
              </a:extLst>
            </p:cNvPr>
            <p:cNvGrpSpPr>
              <a:grpSpLocks/>
            </p:cNvGrpSpPr>
            <p:nvPr/>
          </p:nvGrpSpPr>
          <p:grpSpPr bwMode="auto">
            <a:xfrm rot="5400000">
              <a:off x="6452291" y="2244800"/>
              <a:ext cx="580893" cy="194034"/>
              <a:chOff x="4954964" y="1723670"/>
              <a:chExt cx="580893" cy="194034"/>
            </a:xfrm>
          </p:grpSpPr>
          <p:grpSp>
            <p:nvGrpSpPr>
              <p:cNvPr id="262" name="组合 107">
                <a:extLst>
                  <a:ext uri="{FF2B5EF4-FFF2-40B4-BE49-F238E27FC236}">
                    <a16:creationId xmlns:a16="http://schemas.microsoft.com/office/drawing/2014/main" xmlns="" id="{C91A6279-274A-42F9-B48C-758DF4846258}"/>
                  </a:ext>
                </a:extLst>
              </p:cNvPr>
              <p:cNvGrpSpPr>
                <a:grpSpLocks/>
              </p:cNvGrpSpPr>
              <p:nvPr/>
            </p:nvGrpSpPr>
            <p:grpSpPr bwMode="auto">
              <a:xfrm>
                <a:off x="4954964" y="1723670"/>
                <a:ext cx="577718" cy="88904"/>
                <a:chOff x="4954964" y="1739900"/>
                <a:chExt cx="577718" cy="88904"/>
              </a:xfrm>
            </p:grpSpPr>
            <p:cxnSp>
              <p:nvCxnSpPr>
                <p:cNvPr id="266" name="直接连接符 152">
                  <a:extLst>
                    <a:ext uri="{FF2B5EF4-FFF2-40B4-BE49-F238E27FC236}">
                      <a16:creationId xmlns:a16="http://schemas.microsoft.com/office/drawing/2014/main" xmlns="" id="{9D3092AD-0A72-4E8C-931F-881C60026F35}"/>
                    </a:ext>
                  </a:extLst>
                </p:cNvPr>
                <p:cNvCxnSpPr/>
                <p:nvPr/>
              </p:nvCxnSpPr>
              <p:spPr>
                <a:xfrm>
                  <a:off x="4954964" y="1805623"/>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7" name="Oval 259">
                  <a:extLst>
                    <a:ext uri="{FF2B5EF4-FFF2-40B4-BE49-F238E27FC236}">
                      <a16:creationId xmlns:a16="http://schemas.microsoft.com/office/drawing/2014/main" xmlns="" id="{A3FBE3BD-1ADE-4EEB-B018-26BD6671EB5D}"/>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63" name="组合 108">
                <a:extLst>
                  <a:ext uri="{FF2B5EF4-FFF2-40B4-BE49-F238E27FC236}">
                    <a16:creationId xmlns:a16="http://schemas.microsoft.com/office/drawing/2014/main" xmlns="" id="{EADA8481-325A-489D-A8AD-91E4B327BFB7}"/>
                  </a:ext>
                </a:extLst>
              </p:cNvPr>
              <p:cNvGrpSpPr>
                <a:grpSpLocks/>
              </p:cNvGrpSpPr>
              <p:nvPr/>
            </p:nvGrpSpPr>
            <p:grpSpPr bwMode="auto">
              <a:xfrm>
                <a:off x="4958139" y="1828800"/>
                <a:ext cx="577718" cy="88904"/>
                <a:chOff x="4955434" y="1739900"/>
                <a:chExt cx="577718" cy="88904"/>
              </a:xfrm>
            </p:grpSpPr>
            <p:cxnSp>
              <p:nvCxnSpPr>
                <p:cNvPr id="264" name="直接连接符 150">
                  <a:extLst>
                    <a:ext uri="{FF2B5EF4-FFF2-40B4-BE49-F238E27FC236}">
                      <a16:creationId xmlns:a16="http://schemas.microsoft.com/office/drawing/2014/main" xmlns="" id="{7D33D996-C7B9-40DE-9C1D-DDB03828A7AF}"/>
                    </a:ext>
                  </a:extLst>
                </p:cNvPr>
                <p:cNvCxnSpPr/>
                <p:nvPr/>
              </p:nvCxnSpPr>
              <p:spPr>
                <a:xfrm>
                  <a:off x="4955434" y="1805257"/>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5" name="Oval 259">
                  <a:extLst>
                    <a:ext uri="{FF2B5EF4-FFF2-40B4-BE49-F238E27FC236}">
                      <a16:creationId xmlns:a16="http://schemas.microsoft.com/office/drawing/2014/main" xmlns="" id="{76DA8F8F-E599-4B94-BEBC-6B5350E4BB45}"/>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50" name="组合 154">
              <a:extLst>
                <a:ext uri="{FF2B5EF4-FFF2-40B4-BE49-F238E27FC236}">
                  <a16:creationId xmlns:a16="http://schemas.microsoft.com/office/drawing/2014/main" xmlns="" id="{9C9282E2-17D3-4AB9-929D-042DA2626271}"/>
                </a:ext>
              </a:extLst>
            </p:cNvPr>
            <p:cNvGrpSpPr>
              <a:grpSpLocks/>
            </p:cNvGrpSpPr>
            <p:nvPr/>
          </p:nvGrpSpPr>
          <p:grpSpPr bwMode="auto">
            <a:xfrm rot="5400000">
              <a:off x="7474638" y="2244796"/>
              <a:ext cx="580893" cy="194034"/>
              <a:chOff x="4954964" y="1723670"/>
              <a:chExt cx="580893" cy="194034"/>
            </a:xfrm>
          </p:grpSpPr>
          <p:grpSp>
            <p:nvGrpSpPr>
              <p:cNvPr id="256" name="组合 107">
                <a:extLst>
                  <a:ext uri="{FF2B5EF4-FFF2-40B4-BE49-F238E27FC236}">
                    <a16:creationId xmlns:a16="http://schemas.microsoft.com/office/drawing/2014/main" xmlns="" id="{133370DE-C0D2-4165-8328-B1BF660BEE91}"/>
                  </a:ext>
                </a:extLst>
              </p:cNvPr>
              <p:cNvGrpSpPr>
                <a:grpSpLocks/>
              </p:cNvGrpSpPr>
              <p:nvPr/>
            </p:nvGrpSpPr>
            <p:grpSpPr bwMode="auto">
              <a:xfrm>
                <a:off x="4954964" y="1723670"/>
                <a:ext cx="577718" cy="88904"/>
                <a:chOff x="4954964" y="1739900"/>
                <a:chExt cx="577718" cy="88904"/>
              </a:xfrm>
            </p:grpSpPr>
            <p:cxnSp>
              <p:nvCxnSpPr>
                <p:cNvPr id="260" name="直接连接符 159">
                  <a:extLst>
                    <a:ext uri="{FF2B5EF4-FFF2-40B4-BE49-F238E27FC236}">
                      <a16:creationId xmlns:a16="http://schemas.microsoft.com/office/drawing/2014/main" xmlns="" id="{2A967F43-9D15-4F86-8C12-DE14F5CA19F4}"/>
                    </a:ext>
                  </a:extLst>
                </p:cNvPr>
                <p:cNvCxnSpPr/>
                <p:nvPr/>
              </p:nvCxnSpPr>
              <p:spPr>
                <a:xfrm>
                  <a:off x="4954964" y="1805732"/>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1" name="Oval 259">
                  <a:extLst>
                    <a:ext uri="{FF2B5EF4-FFF2-40B4-BE49-F238E27FC236}">
                      <a16:creationId xmlns:a16="http://schemas.microsoft.com/office/drawing/2014/main" xmlns="" id="{C2F40303-CF19-4B30-AA21-25705BE165FD}"/>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57" name="组合 108">
                <a:extLst>
                  <a:ext uri="{FF2B5EF4-FFF2-40B4-BE49-F238E27FC236}">
                    <a16:creationId xmlns:a16="http://schemas.microsoft.com/office/drawing/2014/main" xmlns="" id="{57CA936E-9268-49E4-AF99-7FC64466BDA2}"/>
                  </a:ext>
                </a:extLst>
              </p:cNvPr>
              <p:cNvGrpSpPr>
                <a:grpSpLocks/>
              </p:cNvGrpSpPr>
              <p:nvPr/>
            </p:nvGrpSpPr>
            <p:grpSpPr bwMode="auto">
              <a:xfrm>
                <a:off x="4958139" y="1828800"/>
                <a:ext cx="577718" cy="88904"/>
                <a:chOff x="4955434" y="1739900"/>
                <a:chExt cx="577718" cy="88904"/>
              </a:xfrm>
            </p:grpSpPr>
            <p:cxnSp>
              <p:nvCxnSpPr>
                <p:cNvPr id="258" name="直接连接符 157">
                  <a:extLst>
                    <a:ext uri="{FF2B5EF4-FFF2-40B4-BE49-F238E27FC236}">
                      <a16:creationId xmlns:a16="http://schemas.microsoft.com/office/drawing/2014/main" xmlns="" id="{2CEB52FC-07CC-4692-8C4F-F254CE7489C5}"/>
                    </a:ext>
                  </a:extLst>
                </p:cNvPr>
                <p:cNvCxnSpPr/>
                <p:nvPr/>
              </p:nvCxnSpPr>
              <p:spPr>
                <a:xfrm>
                  <a:off x="4955434" y="1805366"/>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9" name="Oval 259">
                  <a:extLst>
                    <a:ext uri="{FF2B5EF4-FFF2-40B4-BE49-F238E27FC236}">
                      <a16:creationId xmlns:a16="http://schemas.microsoft.com/office/drawing/2014/main" xmlns="" id="{57DD650E-5B93-4880-937B-AB32EF8F9D00}"/>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51" name="组合 161">
              <a:extLst>
                <a:ext uri="{FF2B5EF4-FFF2-40B4-BE49-F238E27FC236}">
                  <a16:creationId xmlns:a16="http://schemas.microsoft.com/office/drawing/2014/main" xmlns="" id="{0DBD2DE1-86F2-4E59-9CE3-346B8D43D16F}"/>
                </a:ext>
              </a:extLst>
            </p:cNvPr>
            <p:cNvGrpSpPr>
              <a:grpSpLocks/>
            </p:cNvGrpSpPr>
            <p:nvPr/>
          </p:nvGrpSpPr>
          <p:grpSpPr bwMode="auto">
            <a:xfrm rot="5400000">
              <a:off x="4363141" y="3266916"/>
              <a:ext cx="580893" cy="194034"/>
              <a:chOff x="4954730" y="1723670"/>
              <a:chExt cx="580893" cy="194034"/>
            </a:xfrm>
          </p:grpSpPr>
          <p:grpSp>
            <p:nvGrpSpPr>
              <p:cNvPr id="250" name="组合 107">
                <a:extLst>
                  <a:ext uri="{FF2B5EF4-FFF2-40B4-BE49-F238E27FC236}">
                    <a16:creationId xmlns:a16="http://schemas.microsoft.com/office/drawing/2014/main" xmlns="" id="{8F7CE209-3E1F-4C99-B2C4-1A5BFB1360E6}"/>
                  </a:ext>
                </a:extLst>
              </p:cNvPr>
              <p:cNvGrpSpPr>
                <a:grpSpLocks/>
              </p:cNvGrpSpPr>
              <p:nvPr/>
            </p:nvGrpSpPr>
            <p:grpSpPr bwMode="auto">
              <a:xfrm>
                <a:off x="4954730" y="1723670"/>
                <a:ext cx="577718" cy="88904"/>
                <a:chOff x="4954730" y="1739900"/>
                <a:chExt cx="577718" cy="88904"/>
              </a:xfrm>
            </p:grpSpPr>
            <p:cxnSp>
              <p:nvCxnSpPr>
                <p:cNvPr id="254" name="直接连接符 253">
                  <a:extLst>
                    <a:ext uri="{FF2B5EF4-FFF2-40B4-BE49-F238E27FC236}">
                      <a16:creationId xmlns:a16="http://schemas.microsoft.com/office/drawing/2014/main" xmlns="" id="{18DECD84-DBB8-485E-93BB-87F11D951175}"/>
                    </a:ext>
                  </a:extLst>
                </p:cNvPr>
                <p:cNvCxnSpPr/>
                <p:nvPr/>
              </p:nvCxnSpPr>
              <p:spPr>
                <a:xfrm>
                  <a:off x="4954730" y="1805401"/>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5" name="Oval 259">
                  <a:extLst>
                    <a:ext uri="{FF2B5EF4-FFF2-40B4-BE49-F238E27FC236}">
                      <a16:creationId xmlns:a16="http://schemas.microsoft.com/office/drawing/2014/main" xmlns="" id="{886B66DE-BD96-454B-95D1-A0E8BA7F49AF}"/>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51" name="组合 108">
                <a:extLst>
                  <a:ext uri="{FF2B5EF4-FFF2-40B4-BE49-F238E27FC236}">
                    <a16:creationId xmlns:a16="http://schemas.microsoft.com/office/drawing/2014/main" xmlns="" id="{CC39669D-D7F5-48A4-9A4D-4E3A19107170}"/>
                  </a:ext>
                </a:extLst>
              </p:cNvPr>
              <p:cNvGrpSpPr>
                <a:grpSpLocks/>
              </p:cNvGrpSpPr>
              <p:nvPr/>
            </p:nvGrpSpPr>
            <p:grpSpPr bwMode="auto">
              <a:xfrm>
                <a:off x="4957905" y="1828800"/>
                <a:ext cx="577718" cy="88904"/>
                <a:chOff x="4955200" y="1739900"/>
                <a:chExt cx="577718" cy="88904"/>
              </a:xfrm>
            </p:grpSpPr>
            <p:cxnSp>
              <p:nvCxnSpPr>
                <p:cNvPr id="252" name="直接连接符 251">
                  <a:extLst>
                    <a:ext uri="{FF2B5EF4-FFF2-40B4-BE49-F238E27FC236}">
                      <a16:creationId xmlns:a16="http://schemas.microsoft.com/office/drawing/2014/main" xmlns="" id="{671DCCBB-6EE4-4F51-BD61-B65F60EB3FC0}"/>
                    </a:ext>
                  </a:extLst>
                </p:cNvPr>
                <p:cNvCxnSpPr/>
                <p:nvPr/>
              </p:nvCxnSpPr>
              <p:spPr>
                <a:xfrm>
                  <a:off x="4955200" y="1805035"/>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3" name="Oval 259">
                  <a:extLst>
                    <a:ext uri="{FF2B5EF4-FFF2-40B4-BE49-F238E27FC236}">
                      <a16:creationId xmlns:a16="http://schemas.microsoft.com/office/drawing/2014/main" xmlns="" id="{4EC47175-C7AE-4E60-8128-66D9043D272B}"/>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52" name="组合 168">
              <a:extLst>
                <a:ext uri="{FF2B5EF4-FFF2-40B4-BE49-F238E27FC236}">
                  <a16:creationId xmlns:a16="http://schemas.microsoft.com/office/drawing/2014/main" xmlns="" id="{495A3CFC-4146-4694-8851-982C2ACD0DA6}"/>
                </a:ext>
              </a:extLst>
            </p:cNvPr>
            <p:cNvGrpSpPr>
              <a:grpSpLocks/>
            </p:cNvGrpSpPr>
            <p:nvPr/>
          </p:nvGrpSpPr>
          <p:grpSpPr bwMode="auto">
            <a:xfrm rot="5400000">
              <a:off x="5429937" y="3266912"/>
              <a:ext cx="580893" cy="194034"/>
              <a:chOff x="4954730" y="1723670"/>
              <a:chExt cx="580893" cy="194034"/>
            </a:xfrm>
          </p:grpSpPr>
          <p:grpSp>
            <p:nvGrpSpPr>
              <p:cNvPr id="244" name="组合 107">
                <a:extLst>
                  <a:ext uri="{FF2B5EF4-FFF2-40B4-BE49-F238E27FC236}">
                    <a16:creationId xmlns:a16="http://schemas.microsoft.com/office/drawing/2014/main" xmlns="" id="{D65C8DD2-AA31-481F-9613-98E1FD35FCB2}"/>
                  </a:ext>
                </a:extLst>
              </p:cNvPr>
              <p:cNvGrpSpPr>
                <a:grpSpLocks/>
              </p:cNvGrpSpPr>
              <p:nvPr/>
            </p:nvGrpSpPr>
            <p:grpSpPr bwMode="auto">
              <a:xfrm>
                <a:off x="4954730" y="1723670"/>
                <a:ext cx="577718" cy="88904"/>
                <a:chOff x="4954730" y="1739900"/>
                <a:chExt cx="577718" cy="88904"/>
              </a:xfrm>
            </p:grpSpPr>
            <p:cxnSp>
              <p:nvCxnSpPr>
                <p:cNvPr id="248" name="直接连接符 247">
                  <a:extLst>
                    <a:ext uri="{FF2B5EF4-FFF2-40B4-BE49-F238E27FC236}">
                      <a16:creationId xmlns:a16="http://schemas.microsoft.com/office/drawing/2014/main" xmlns="" id="{2572C13D-1E22-44A8-A8B2-85B96330BE49}"/>
                    </a:ext>
                  </a:extLst>
                </p:cNvPr>
                <p:cNvCxnSpPr/>
                <p:nvPr/>
              </p:nvCxnSpPr>
              <p:spPr>
                <a:xfrm>
                  <a:off x="4954730" y="1805514"/>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9" name="Oval 259">
                  <a:extLst>
                    <a:ext uri="{FF2B5EF4-FFF2-40B4-BE49-F238E27FC236}">
                      <a16:creationId xmlns:a16="http://schemas.microsoft.com/office/drawing/2014/main" xmlns="" id="{5A03D945-FF84-47B1-9769-BA3B010FBC41}"/>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45" name="组合 108">
                <a:extLst>
                  <a:ext uri="{FF2B5EF4-FFF2-40B4-BE49-F238E27FC236}">
                    <a16:creationId xmlns:a16="http://schemas.microsoft.com/office/drawing/2014/main" xmlns="" id="{C4D07385-93A0-426C-8E49-28520048B15A}"/>
                  </a:ext>
                </a:extLst>
              </p:cNvPr>
              <p:cNvGrpSpPr>
                <a:grpSpLocks/>
              </p:cNvGrpSpPr>
              <p:nvPr/>
            </p:nvGrpSpPr>
            <p:grpSpPr bwMode="auto">
              <a:xfrm>
                <a:off x="4957905" y="1828800"/>
                <a:ext cx="577718" cy="88904"/>
                <a:chOff x="4955200" y="1739900"/>
                <a:chExt cx="577718" cy="88904"/>
              </a:xfrm>
            </p:grpSpPr>
            <p:cxnSp>
              <p:nvCxnSpPr>
                <p:cNvPr id="246" name="直接连接符 245">
                  <a:extLst>
                    <a:ext uri="{FF2B5EF4-FFF2-40B4-BE49-F238E27FC236}">
                      <a16:creationId xmlns:a16="http://schemas.microsoft.com/office/drawing/2014/main" xmlns="" id="{09CF6D7C-2302-4E57-8FF7-EAD0E110C1B8}"/>
                    </a:ext>
                  </a:extLst>
                </p:cNvPr>
                <p:cNvCxnSpPr/>
                <p:nvPr/>
              </p:nvCxnSpPr>
              <p:spPr>
                <a:xfrm>
                  <a:off x="4955200" y="1805148"/>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7" name="Oval 259">
                  <a:extLst>
                    <a:ext uri="{FF2B5EF4-FFF2-40B4-BE49-F238E27FC236}">
                      <a16:creationId xmlns:a16="http://schemas.microsoft.com/office/drawing/2014/main" xmlns="" id="{9DE4465C-54D9-46F6-8D0A-B4C39D3E39A5}"/>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53" name="组合 175">
              <a:extLst>
                <a:ext uri="{FF2B5EF4-FFF2-40B4-BE49-F238E27FC236}">
                  <a16:creationId xmlns:a16="http://schemas.microsoft.com/office/drawing/2014/main" xmlns="" id="{06FD53D9-B504-45EB-AEC2-712D2B3DD441}"/>
                </a:ext>
              </a:extLst>
            </p:cNvPr>
            <p:cNvGrpSpPr>
              <a:grpSpLocks/>
            </p:cNvGrpSpPr>
            <p:nvPr/>
          </p:nvGrpSpPr>
          <p:grpSpPr bwMode="auto">
            <a:xfrm rot="5400000">
              <a:off x="6452291" y="3311356"/>
              <a:ext cx="580893" cy="194034"/>
              <a:chOff x="4954720" y="1723670"/>
              <a:chExt cx="580893" cy="194034"/>
            </a:xfrm>
          </p:grpSpPr>
          <p:grpSp>
            <p:nvGrpSpPr>
              <p:cNvPr id="238" name="组合 107">
                <a:extLst>
                  <a:ext uri="{FF2B5EF4-FFF2-40B4-BE49-F238E27FC236}">
                    <a16:creationId xmlns:a16="http://schemas.microsoft.com/office/drawing/2014/main" xmlns="" id="{C6589E25-436F-412B-9F65-4BE105A8D56D}"/>
                  </a:ext>
                </a:extLst>
              </p:cNvPr>
              <p:cNvGrpSpPr>
                <a:grpSpLocks/>
              </p:cNvGrpSpPr>
              <p:nvPr/>
            </p:nvGrpSpPr>
            <p:grpSpPr bwMode="auto">
              <a:xfrm>
                <a:off x="4954720" y="1723670"/>
                <a:ext cx="577718" cy="88904"/>
                <a:chOff x="4954720" y="1739900"/>
                <a:chExt cx="577718" cy="88904"/>
              </a:xfrm>
            </p:grpSpPr>
            <p:cxnSp>
              <p:nvCxnSpPr>
                <p:cNvPr id="242" name="直接连接符 241">
                  <a:extLst>
                    <a:ext uri="{FF2B5EF4-FFF2-40B4-BE49-F238E27FC236}">
                      <a16:creationId xmlns:a16="http://schemas.microsoft.com/office/drawing/2014/main" xmlns="" id="{8F62FCEA-B63D-4AED-99AC-E7D33B5BF79A}"/>
                    </a:ext>
                  </a:extLst>
                </p:cNvPr>
                <p:cNvCxnSpPr/>
                <p:nvPr/>
              </p:nvCxnSpPr>
              <p:spPr>
                <a:xfrm>
                  <a:off x="4954720" y="1805623"/>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3" name="Oval 259">
                  <a:extLst>
                    <a:ext uri="{FF2B5EF4-FFF2-40B4-BE49-F238E27FC236}">
                      <a16:creationId xmlns:a16="http://schemas.microsoft.com/office/drawing/2014/main" xmlns="" id="{93E7A185-69AC-4B33-A850-EAB63AC36617}"/>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39" name="组合 108">
                <a:extLst>
                  <a:ext uri="{FF2B5EF4-FFF2-40B4-BE49-F238E27FC236}">
                    <a16:creationId xmlns:a16="http://schemas.microsoft.com/office/drawing/2014/main" xmlns="" id="{94832C40-CEFD-4B37-9F5B-8EF07F1B4F3E}"/>
                  </a:ext>
                </a:extLst>
              </p:cNvPr>
              <p:cNvGrpSpPr>
                <a:grpSpLocks/>
              </p:cNvGrpSpPr>
              <p:nvPr/>
            </p:nvGrpSpPr>
            <p:grpSpPr bwMode="auto">
              <a:xfrm>
                <a:off x="4957895" y="1828800"/>
                <a:ext cx="577718" cy="88904"/>
                <a:chOff x="4955190" y="1739900"/>
                <a:chExt cx="577718" cy="88904"/>
              </a:xfrm>
            </p:grpSpPr>
            <p:cxnSp>
              <p:nvCxnSpPr>
                <p:cNvPr id="240" name="直接连接符 239">
                  <a:extLst>
                    <a:ext uri="{FF2B5EF4-FFF2-40B4-BE49-F238E27FC236}">
                      <a16:creationId xmlns:a16="http://schemas.microsoft.com/office/drawing/2014/main" xmlns="" id="{6EF58B46-438C-4A73-A4B7-FB07A1AE580A}"/>
                    </a:ext>
                  </a:extLst>
                </p:cNvPr>
                <p:cNvCxnSpPr/>
                <p:nvPr/>
              </p:nvCxnSpPr>
              <p:spPr>
                <a:xfrm>
                  <a:off x="4955190" y="1805257"/>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1" name="Oval 259">
                  <a:extLst>
                    <a:ext uri="{FF2B5EF4-FFF2-40B4-BE49-F238E27FC236}">
                      <a16:creationId xmlns:a16="http://schemas.microsoft.com/office/drawing/2014/main" xmlns="" id="{EF54FB50-CD66-46FF-B79A-336E0C4BE901}"/>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54" name="组合 182">
              <a:extLst>
                <a:ext uri="{FF2B5EF4-FFF2-40B4-BE49-F238E27FC236}">
                  <a16:creationId xmlns:a16="http://schemas.microsoft.com/office/drawing/2014/main" xmlns="" id="{F5095606-B012-49EF-949D-66681387D9AE}"/>
                </a:ext>
              </a:extLst>
            </p:cNvPr>
            <p:cNvGrpSpPr>
              <a:grpSpLocks/>
            </p:cNvGrpSpPr>
            <p:nvPr/>
          </p:nvGrpSpPr>
          <p:grpSpPr bwMode="auto">
            <a:xfrm rot="5400000">
              <a:off x="7519092" y="3311356"/>
              <a:ext cx="580893" cy="194034"/>
              <a:chOff x="4954720" y="1723670"/>
              <a:chExt cx="580893" cy="194034"/>
            </a:xfrm>
          </p:grpSpPr>
          <p:grpSp>
            <p:nvGrpSpPr>
              <p:cNvPr id="232" name="组合 107">
                <a:extLst>
                  <a:ext uri="{FF2B5EF4-FFF2-40B4-BE49-F238E27FC236}">
                    <a16:creationId xmlns:a16="http://schemas.microsoft.com/office/drawing/2014/main" xmlns="" id="{9EDCAA55-6CA1-4451-BB49-527E1E32E591}"/>
                  </a:ext>
                </a:extLst>
              </p:cNvPr>
              <p:cNvGrpSpPr>
                <a:grpSpLocks/>
              </p:cNvGrpSpPr>
              <p:nvPr/>
            </p:nvGrpSpPr>
            <p:grpSpPr bwMode="auto">
              <a:xfrm>
                <a:off x="4954720" y="1723670"/>
                <a:ext cx="577718" cy="88904"/>
                <a:chOff x="4954720" y="1739900"/>
                <a:chExt cx="577718" cy="88904"/>
              </a:xfrm>
            </p:grpSpPr>
            <p:cxnSp>
              <p:nvCxnSpPr>
                <p:cNvPr id="236" name="直接连接符 235">
                  <a:extLst>
                    <a:ext uri="{FF2B5EF4-FFF2-40B4-BE49-F238E27FC236}">
                      <a16:creationId xmlns:a16="http://schemas.microsoft.com/office/drawing/2014/main" xmlns="" id="{BE4D012E-73DE-491E-AF20-D162C6CF757E}"/>
                    </a:ext>
                  </a:extLst>
                </p:cNvPr>
                <p:cNvCxnSpPr/>
                <p:nvPr/>
              </p:nvCxnSpPr>
              <p:spPr>
                <a:xfrm>
                  <a:off x="4954720" y="1805737"/>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7" name="Oval 259">
                  <a:extLst>
                    <a:ext uri="{FF2B5EF4-FFF2-40B4-BE49-F238E27FC236}">
                      <a16:creationId xmlns:a16="http://schemas.microsoft.com/office/drawing/2014/main" xmlns="" id="{228A4E51-F185-4F5E-B5C2-717EBBFCF70B}"/>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33" name="组合 108">
                <a:extLst>
                  <a:ext uri="{FF2B5EF4-FFF2-40B4-BE49-F238E27FC236}">
                    <a16:creationId xmlns:a16="http://schemas.microsoft.com/office/drawing/2014/main" xmlns="" id="{2DE91025-5C8C-4668-8BF3-992CC26A828E}"/>
                  </a:ext>
                </a:extLst>
              </p:cNvPr>
              <p:cNvGrpSpPr>
                <a:grpSpLocks/>
              </p:cNvGrpSpPr>
              <p:nvPr/>
            </p:nvGrpSpPr>
            <p:grpSpPr bwMode="auto">
              <a:xfrm>
                <a:off x="4957895" y="1828800"/>
                <a:ext cx="577718" cy="88904"/>
                <a:chOff x="4955190" y="1739900"/>
                <a:chExt cx="577718" cy="88904"/>
              </a:xfrm>
            </p:grpSpPr>
            <p:cxnSp>
              <p:nvCxnSpPr>
                <p:cNvPr id="234" name="直接连接符 233">
                  <a:extLst>
                    <a:ext uri="{FF2B5EF4-FFF2-40B4-BE49-F238E27FC236}">
                      <a16:creationId xmlns:a16="http://schemas.microsoft.com/office/drawing/2014/main" xmlns="" id="{020B872A-ACEF-423E-91A2-561E92317297}"/>
                    </a:ext>
                  </a:extLst>
                </p:cNvPr>
                <p:cNvCxnSpPr/>
                <p:nvPr/>
              </p:nvCxnSpPr>
              <p:spPr>
                <a:xfrm>
                  <a:off x="4955190" y="1805371"/>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Oval 259">
                  <a:extLst>
                    <a:ext uri="{FF2B5EF4-FFF2-40B4-BE49-F238E27FC236}">
                      <a16:creationId xmlns:a16="http://schemas.microsoft.com/office/drawing/2014/main" xmlns="" id="{C93C3DCF-2B95-4099-9ECA-ED6A8D9CA8B4}"/>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55" name="组合 189">
              <a:extLst>
                <a:ext uri="{FF2B5EF4-FFF2-40B4-BE49-F238E27FC236}">
                  <a16:creationId xmlns:a16="http://schemas.microsoft.com/office/drawing/2014/main" xmlns="" id="{D481F28F-9973-4771-8526-B7F280C23D1B}"/>
                </a:ext>
              </a:extLst>
            </p:cNvPr>
            <p:cNvGrpSpPr>
              <a:grpSpLocks/>
            </p:cNvGrpSpPr>
            <p:nvPr/>
          </p:nvGrpSpPr>
          <p:grpSpPr bwMode="auto">
            <a:xfrm rot="5400000">
              <a:off x="4363141" y="4377912"/>
              <a:ext cx="580893" cy="194034"/>
              <a:chOff x="4954476" y="1723670"/>
              <a:chExt cx="580893" cy="194034"/>
            </a:xfrm>
          </p:grpSpPr>
          <p:grpSp>
            <p:nvGrpSpPr>
              <p:cNvPr id="226" name="组合 107">
                <a:extLst>
                  <a:ext uri="{FF2B5EF4-FFF2-40B4-BE49-F238E27FC236}">
                    <a16:creationId xmlns:a16="http://schemas.microsoft.com/office/drawing/2014/main" xmlns="" id="{451C39D6-53D2-4456-A35C-164FB493D894}"/>
                  </a:ext>
                </a:extLst>
              </p:cNvPr>
              <p:cNvGrpSpPr>
                <a:grpSpLocks/>
              </p:cNvGrpSpPr>
              <p:nvPr/>
            </p:nvGrpSpPr>
            <p:grpSpPr bwMode="auto">
              <a:xfrm>
                <a:off x="4954476" y="1723670"/>
                <a:ext cx="577718" cy="88904"/>
                <a:chOff x="4954476" y="1739900"/>
                <a:chExt cx="577718" cy="88904"/>
              </a:xfrm>
            </p:grpSpPr>
            <p:cxnSp>
              <p:nvCxnSpPr>
                <p:cNvPr id="230" name="直接连接符 194">
                  <a:extLst>
                    <a:ext uri="{FF2B5EF4-FFF2-40B4-BE49-F238E27FC236}">
                      <a16:creationId xmlns:a16="http://schemas.microsoft.com/office/drawing/2014/main" xmlns="" id="{97DD5CC8-999B-4A6B-90EE-1629449E5194}"/>
                    </a:ext>
                  </a:extLst>
                </p:cNvPr>
                <p:cNvCxnSpPr/>
                <p:nvPr/>
              </p:nvCxnSpPr>
              <p:spPr>
                <a:xfrm>
                  <a:off x="4954476" y="1805401"/>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1" name="Oval 259">
                  <a:extLst>
                    <a:ext uri="{FF2B5EF4-FFF2-40B4-BE49-F238E27FC236}">
                      <a16:creationId xmlns:a16="http://schemas.microsoft.com/office/drawing/2014/main" xmlns="" id="{38D10C42-6FAD-4254-B2E7-667DDFE9FA4B}"/>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27" name="组合 108">
                <a:extLst>
                  <a:ext uri="{FF2B5EF4-FFF2-40B4-BE49-F238E27FC236}">
                    <a16:creationId xmlns:a16="http://schemas.microsoft.com/office/drawing/2014/main" xmlns="" id="{E8D11BD1-B196-493A-A55E-FA2B33B09695}"/>
                  </a:ext>
                </a:extLst>
              </p:cNvPr>
              <p:cNvGrpSpPr>
                <a:grpSpLocks/>
              </p:cNvGrpSpPr>
              <p:nvPr/>
            </p:nvGrpSpPr>
            <p:grpSpPr bwMode="auto">
              <a:xfrm>
                <a:off x="4957651" y="1828800"/>
                <a:ext cx="577718" cy="88904"/>
                <a:chOff x="4954946" y="1739900"/>
                <a:chExt cx="577718" cy="88904"/>
              </a:xfrm>
            </p:grpSpPr>
            <p:cxnSp>
              <p:nvCxnSpPr>
                <p:cNvPr id="228" name="直接连接符 227">
                  <a:extLst>
                    <a:ext uri="{FF2B5EF4-FFF2-40B4-BE49-F238E27FC236}">
                      <a16:creationId xmlns:a16="http://schemas.microsoft.com/office/drawing/2014/main" xmlns="" id="{4FC900C4-A6BF-473A-B4E5-37E9D3625A50}"/>
                    </a:ext>
                  </a:extLst>
                </p:cNvPr>
                <p:cNvCxnSpPr/>
                <p:nvPr/>
              </p:nvCxnSpPr>
              <p:spPr>
                <a:xfrm>
                  <a:off x="4954946" y="1805035"/>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9" name="Oval 259">
                  <a:extLst>
                    <a:ext uri="{FF2B5EF4-FFF2-40B4-BE49-F238E27FC236}">
                      <a16:creationId xmlns:a16="http://schemas.microsoft.com/office/drawing/2014/main" xmlns="" id="{64067605-13EB-43EE-901B-ED3CB99CA2FD}"/>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56" name="组合 196">
              <a:extLst>
                <a:ext uri="{FF2B5EF4-FFF2-40B4-BE49-F238E27FC236}">
                  <a16:creationId xmlns:a16="http://schemas.microsoft.com/office/drawing/2014/main" xmlns="" id="{F9E59126-B1BB-4105-8E5B-43B2DA619007}"/>
                </a:ext>
              </a:extLst>
            </p:cNvPr>
            <p:cNvGrpSpPr>
              <a:grpSpLocks/>
            </p:cNvGrpSpPr>
            <p:nvPr/>
          </p:nvGrpSpPr>
          <p:grpSpPr bwMode="auto">
            <a:xfrm rot="5400000">
              <a:off x="5446109" y="4377907"/>
              <a:ext cx="580892" cy="194034"/>
              <a:chOff x="4954476" y="1723670"/>
              <a:chExt cx="580892" cy="194034"/>
            </a:xfrm>
          </p:grpSpPr>
          <p:grpSp>
            <p:nvGrpSpPr>
              <p:cNvPr id="220" name="组合 107">
                <a:extLst>
                  <a:ext uri="{FF2B5EF4-FFF2-40B4-BE49-F238E27FC236}">
                    <a16:creationId xmlns:a16="http://schemas.microsoft.com/office/drawing/2014/main" xmlns="" id="{D888B430-9F81-4ED2-A5F5-4880800FA5D5}"/>
                  </a:ext>
                </a:extLst>
              </p:cNvPr>
              <p:cNvGrpSpPr>
                <a:grpSpLocks/>
              </p:cNvGrpSpPr>
              <p:nvPr/>
            </p:nvGrpSpPr>
            <p:grpSpPr bwMode="auto">
              <a:xfrm>
                <a:off x="4954476" y="1723670"/>
                <a:ext cx="577718" cy="88904"/>
                <a:chOff x="4954476" y="1739900"/>
                <a:chExt cx="577718" cy="88904"/>
              </a:xfrm>
            </p:grpSpPr>
            <p:cxnSp>
              <p:nvCxnSpPr>
                <p:cNvPr id="224" name="直接连接符 223">
                  <a:extLst>
                    <a:ext uri="{FF2B5EF4-FFF2-40B4-BE49-F238E27FC236}">
                      <a16:creationId xmlns:a16="http://schemas.microsoft.com/office/drawing/2014/main" xmlns="" id="{713999D5-412E-4E66-88AE-56EB43AEE05A}"/>
                    </a:ext>
                  </a:extLst>
                </p:cNvPr>
                <p:cNvCxnSpPr/>
                <p:nvPr/>
              </p:nvCxnSpPr>
              <p:spPr>
                <a:xfrm>
                  <a:off x="4954476" y="1783590"/>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5" name="Oval 259">
                  <a:extLst>
                    <a:ext uri="{FF2B5EF4-FFF2-40B4-BE49-F238E27FC236}">
                      <a16:creationId xmlns:a16="http://schemas.microsoft.com/office/drawing/2014/main" xmlns="" id="{77114C45-30E3-4E17-BA48-2AC32DB54E62}"/>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21" name="组合 108">
                <a:extLst>
                  <a:ext uri="{FF2B5EF4-FFF2-40B4-BE49-F238E27FC236}">
                    <a16:creationId xmlns:a16="http://schemas.microsoft.com/office/drawing/2014/main" xmlns="" id="{7DB69E13-26FC-49A5-BDB5-62A7B60AB331}"/>
                  </a:ext>
                </a:extLst>
              </p:cNvPr>
              <p:cNvGrpSpPr>
                <a:grpSpLocks/>
              </p:cNvGrpSpPr>
              <p:nvPr/>
            </p:nvGrpSpPr>
            <p:grpSpPr bwMode="auto">
              <a:xfrm>
                <a:off x="4957650" y="1828800"/>
                <a:ext cx="577718" cy="88904"/>
                <a:chOff x="4954945" y="1739900"/>
                <a:chExt cx="577718" cy="88904"/>
              </a:xfrm>
            </p:grpSpPr>
            <p:cxnSp>
              <p:nvCxnSpPr>
                <p:cNvPr id="222" name="直接连接符 199">
                  <a:extLst>
                    <a:ext uri="{FF2B5EF4-FFF2-40B4-BE49-F238E27FC236}">
                      <a16:creationId xmlns:a16="http://schemas.microsoft.com/office/drawing/2014/main" xmlns="" id="{8943214A-6AAF-4F5D-B4CC-7355D29F2194}"/>
                    </a:ext>
                  </a:extLst>
                </p:cNvPr>
                <p:cNvCxnSpPr/>
                <p:nvPr/>
              </p:nvCxnSpPr>
              <p:spPr>
                <a:xfrm>
                  <a:off x="4954945" y="1784811"/>
                  <a:ext cx="57771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23" name="Oval 259">
                  <a:extLst>
                    <a:ext uri="{FF2B5EF4-FFF2-40B4-BE49-F238E27FC236}">
                      <a16:creationId xmlns:a16="http://schemas.microsoft.com/office/drawing/2014/main" xmlns="" id="{D2625E27-D055-4EE7-83FA-F920D0FCEA26}"/>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57" name="组合 203">
              <a:extLst>
                <a:ext uri="{FF2B5EF4-FFF2-40B4-BE49-F238E27FC236}">
                  <a16:creationId xmlns:a16="http://schemas.microsoft.com/office/drawing/2014/main" xmlns="" id="{D816A81D-BB8F-46D4-86CC-1E3EBBEC9C31}"/>
                </a:ext>
              </a:extLst>
            </p:cNvPr>
            <p:cNvGrpSpPr>
              <a:grpSpLocks/>
            </p:cNvGrpSpPr>
            <p:nvPr/>
          </p:nvGrpSpPr>
          <p:grpSpPr bwMode="auto">
            <a:xfrm rot="5400000">
              <a:off x="6452291" y="4377912"/>
              <a:ext cx="580893" cy="194034"/>
              <a:chOff x="4954476" y="1723670"/>
              <a:chExt cx="580893" cy="194034"/>
            </a:xfrm>
          </p:grpSpPr>
          <p:grpSp>
            <p:nvGrpSpPr>
              <p:cNvPr id="214" name="组合 107">
                <a:extLst>
                  <a:ext uri="{FF2B5EF4-FFF2-40B4-BE49-F238E27FC236}">
                    <a16:creationId xmlns:a16="http://schemas.microsoft.com/office/drawing/2014/main" xmlns="" id="{C03FFB9C-4B89-4D08-BEC0-5A94AF283030}"/>
                  </a:ext>
                </a:extLst>
              </p:cNvPr>
              <p:cNvGrpSpPr>
                <a:grpSpLocks/>
              </p:cNvGrpSpPr>
              <p:nvPr/>
            </p:nvGrpSpPr>
            <p:grpSpPr bwMode="auto">
              <a:xfrm>
                <a:off x="4954476" y="1723670"/>
                <a:ext cx="577718" cy="88904"/>
                <a:chOff x="4954476" y="1739900"/>
                <a:chExt cx="577718" cy="88904"/>
              </a:xfrm>
            </p:grpSpPr>
            <p:cxnSp>
              <p:nvCxnSpPr>
                <p:cNvPr id="218" name="直接连接符 217">
                  <a:extLst>
                    <a:ext uri="{FF2B5EF4-FFF2-40B4-BE49-F238E27FC236}">
                      <a16:creationId xmlns:a16="http://schemas.microsoft.com/office/drawing/2014/main" xmlns="" id="{1BAEDD7F-2A79-455D-8B80-5E8330A96DFD}"/>
                    </a:ext>
                  </a:extLst>
                </p:cNvPr>
                <p:cNvCxnSpPr/>
                <p:nvPr/>
              </p:nvCxnSpPr>
              <p:spPr>
                <a:xfrm>
                  <a:off x="4954476" y="1805623"/>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9" name="Oval 259">
                  <a:extLst>
                    <a:ext uri="{FF2B5EF4-FFF2-40B4-BE49-F238E27FC236}">
                      <a16:creationId xmlns:a16="http://schemas.microsoft.com/office/drawing/2014/main" xmlns="" id="{84B0770C-2D1B-4B10-9AFC-D3567A2CD2CA}"/>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nvGrpSpPr>
              <p:cNvPr id="215" name="组合 108">
                <a:extLst>
                  <a:ext uri="{FF2B5EF4-FFF2-40B4-BE49-F238E27FC236}">
                    <a16:creationId xmlns:a16="http://schemas.microsoft.com/office/drawing/2014/main" xmlns="" id="{426076F0-438A-4C28-BFB1-04B816E33809}"/>
                  </a:ext>
                </a:extLst>
              </p:cNvPr>
              <p:cNvGrpSpPr>
                <a:grpSpLocks/>
              </p:cNvGrpSpPr>
              <p:nvPr/>
            </p:nvGrpSpPr>
            <p:grpSpPr bwMode="auto">
              <a:xfrm>
                <a:off x="4957651" y="1828800"/>
                <a:ext cx="577718" cy="88904"/>
                <a:chOff x="4954946" y="1739900"/>
                <a:chExt cx="577718" cy="88904"/>
              </a:xfrm>
            </p:grpSpPr>
            <p:cxnSp>
              <p:nvCxnSpPr>
                <p:cNvPr id="216" name="直接连接符 215">
                  <a:extLst>
                    <a:ext uri="{FF2B5EF4-FFF2-40B4-BE49-F238E27FC236}">
                      <a16:creationId xmlns:a16="http://schemas.microsoft.com/office/drawing/2014/main" xmlns="" id="{986D4C17-3415-41F6-A7A5-4E5914B74A2E}"/>
                    </a:ext>
                  </a:extLst>
                </p:cNvPr>
                <p:cNvCxnSpPr/>
                <p:nvPr/>
              </p:nvCxnSpPr>
              <p:spPr>
                <a:xfrm>
                  <a:off x="4954946" y="1805257"/>
                  <a:ext cx="577718"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7" name="Oval 259">
                  <a:extLst>
                    <a:ext uri="{FF2B5EF4-FFF2-40B4-BE49-F238E27FC236}">
                      <a16:creationId xmlns:a16="http://schemas.microsoft.com/office/drawing/2014/main" xmlns="" id="{E400B0C8-165D-4AD9-996D-05AE17E001D7}"/>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grpSp>
        <p:grpSp>
          <p:nvGrpSpPr>
            <p:cNvPr id="158" name="组合 210">
              <a:extLst>
                <a:ext uri="{FF2B5EF4-FFF2-40B4-BE49-F238E27FC236}">
                  <a16:creationId xmlns:a16="http://schemas.microsoft.com/office/drawing/2014/main" xmlns="" id="{44A8ADE6-EC35-4575-B0E7-C4F7B595ECDE}"/>
                </a:ext>
              </a:extLst>
            </p:cNvPr>
            <p:cNvGrpSpPr>
              <a:grpSpLocks/>
            </p:cNvGrpSpPr>
            <p:nvPr/>
          </p:nvGrpSpPr>
          <p:grpSpPr bwMode="auto">
            <a:xfrm rot="5400000">
              <a:off x="7540331" y="4443590"/>
              <a:ext cx="580892" cy="151553"/>
              <a:chOff x="4954466" y="1723670"/>
              <a:chExt cx="580892" cy="151553"/>
            </a:xfrm>
          </p:grpSpPr>
          <p:grpSp>
            <p:nvGrpSpPr>
              <p:cNvPr id="210" name="组合 107">
                <a:extLst>
                  <a:ext uri="{FF2B5EF4-FFF2-40B4-BE49-F238E27FC236}">
                    <a16:creationId xmlns:a16="http://schemas.microsoft.com/office/drawing/2014/main" xmlns="" id="{71057BC7-20C6-41C3-AE1B-6434E8CB0273}"/>
                  </a:ext>
                </a:extLst>
              </p:cNvPr>
              <p:cNvGrpSpPr>
                <a:grpSpLocks/>
              </p:cNvGrpSpPr>
              <p:nvPr/>
            </p:nvGrpSpPr>
            <p:grpSpPr bwMode="auto">
              <a:xfrm>
                <a:off x="4954466" y="1723670"/>
                <a:ext cx="577718" cy="88904"/>
                <a:chOff x="4954466" y="1739900"/>
                <a:chExt cx="577718" cy="88904"/>
              </a:xfrm>
            </p:grpSpPr>
            <p:cxnSp>
              <p:nvCxnSpPr>
                <p:cNvPr id="212" name="直接连接符 211">
                  <a:extLst>
                    <a:ext uri="{FF2B5EF4-FFF2-40B4-BE49-F238E27FC236}">
                      <a16:creationId xmlns:a16="http://schemas.microsoft.com/office/drawing/2014/main" xmlns="" id="{EBED731E-D89D-42BE-96CE-8FA1EEE3B38B}"/>
                    </a:ext>
                  </a:extLst>
                </p:cNvPr>
                <p:cNvCxnSpPr/>
                <p:nvPr/>
              </p:nvCxnSpPr>
              <p:spPr>
                <a:xfrm>
                  <a:off x="4954466" y="1785101"/>
                  <a:ext cx="57771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3" name="Oval 259">
                  <a:extLst>
                    <a:ext uri="{FF2B5EF4-FFF2-40B4-BE49-F238E27FC236}">
                      <a16:creationId xmlns:a16="http://schemas.microsoft.com/office/drawing/2014/main" xmlns="" id="{8A66581F-CA8D-4235-B386-6E0F48D1E2B1}"/>
                    </a:ext>
                  </a:extLst>
                </p:cNvPr>
                <p:cNvSpPr>
                  <a:spLocks noChangeArrowheads="1"/>
                </p:cNvSpPr>
                <p:nvPr/>
              </p:nvSpPr>
              <p:spPr bwMode="auto">
                <a:xfrm flipH="1" flipV="1">
                  <a:off x="5194300" y="1739900"/>
                  <a:ext cx="86681" cy="88904"/>
                </a:xfrm>
                <a:prstGeom prst="ellipse">
                  <a:avLst/>
                </a:prstGeom>
                <a:solidFill>
                  <a:srgbClr val="0000FF"/>
                </a:solidFill>
                <a:ln w="9525">
                  <a:noFill/>
                  <a:round/>
                  <a:headEnd/>
                  <a:tailEnd/>
                </a:ln>
              </p:spPr>
              <p:txBody>
                <a:bodyPr/>
                <a:lstStyle/>
                <a:p>
                  <a:endParaRPr lang="zh-CN" altLang="en-US"/>
                </a:p>
              </p:txBody>
            </p:sp>
          </p:grpSp>
          <p:cxnSp>
            <p:nvCxnSpPr>
              <p:cNvPr id="211" name="直接连接符 210">
                <a:extLst>
                  <a:ext uri="{FF2B5EF4-FFF2-40B4-BE49-F238E27FC236}">
                    <a16:creationId xmlns:a16="http://schemas.microsoft.com/office/drawing/2014/main" xmlns="" id="{787D4021-51B5-46F7-B386-86EC62554E73}"/>
                  </a:ext>
                </a:extLst>
              </p:cNvPr>
              <p:cNvCxnSpPr/>
              <p:nvPr/>
            </p:nvCxnSpPr>
            <p:spPr>
              <a:xfrm>
                <a:off x="4957640" y="1873636"/>
                <a:ext cx="577718"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9" name="组合 215">
              <a:extLst>
                <a:ext uri="{FF2B5EF4-FFF2-40B4-BE49-F238E27FC236}">
                  <a16:creationId xmlns:a16="http://schemas.microsoft.com/office/drawing/2014/main" xmlns="" id="{82204656-7233-46D7-8E7C-3715298F3EA6}"/>
                </a:ext>
              </a:extLst>
            </p:cNvPr>
            <p:cNvGrpSpPr>
              <a:grpSpLocks/>
            </p:cNvGrpSpPr>
            <p:nvPr/>
          </p:nvGrpSpPr>
          <p:grpSpPr bwMode="auto">
            <a:xfrm>
              <a:off x="4601084" y="1381593"/>
              <a:ext cx="133343" cy="225374"/>
              <a:chOff x="2258978" y="2006600"/>
              <a:chExt cx="106708" cy="581634"/>
            </a:xfrm>
          </p:grpSpPr>
          <p:cxnSp>
            <p:nvCxnSpPr>
              <p:cNvPr id="208" name="直接连接符 207">
                <a:extLst>
                  <a:ext uri="{FF2B5EF4-FFF2-40B4-BE49-F238E27FC236}">
                    <a16:creationId xmlns:a16="http://schemas.microsoft.com/office/drawing/2014/main" xmlns="" id="{FAED7EE2-FC12-4038-A68A-FA70F3520FEE}"/>
                  </a:ext>
                </a:extLst>
              </p:cNvPr>
              <p:cNvCxnSpPr/>
              <p:nvPr/>
            </p:nvCxnSpPr>
            <p:spPr>
              <a:xfrm rot="5400000">
                <a:off x="2076283" y="2294733"/>
                <a:ext cx="577536"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直接连接符 208">
                <a:extLst>
                  <a:ext uri="{FF2B5EF4-FFF2-40B4-BE49-F238E27FC236}">
                    <a16:creationId xmlns:a16="http://schemas.microsoft.com/office/drawing/2014/main" xmlns="" id="{E6216815-8120-43BB-BCDB-9E8B4A7651ED}"/>
                  </a:ext>
                </a:extLst>
              </p:cNvPr>
              <p:cNvCxnSpPr/>
              <p:nvPr/>
            </p:nvCxnSpPr>
            <p:spPr>
              <a:xfrm rot="5400000">
                <a:off x="1970847" y="2298831"/>
                <a:ext cx="577534"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0" name="组合 218">
              <a:extLst>
                <a:ext uri="{FF2B5EF4-FFF2-40B4-BE49-F238E27FC236}">
                  <a16:creationId xmlns:a16="http://schemas.microsoft.com/office/drawing/2014/main" xmlns="" id="{ABE0CA7D-FAF8-4152-B4C1-7AEFD245827D}"/>
                </a:ext>
              </a:extLst>
            </p:cNvPr>
            <p:cNvGrpSpPr>
              <a:grpSpLocks/>
            </p:cNvGrpSpPr>
            <p:nvPr/>
          </p:nvGrpSpPr>
          <p:grpSpPr bwMode="auto">
            <a:xfrm>
              <a:off x="5667771" y="1384767"/>
              <a:ext cx="133343" cy="223787"/>
              <a:chOff x="2258888" y="2007807"/>
              <a:chExt cx="106708" cy="577538"/>
            </a:xfrm>
          </p:grpSpPr>
          <p:cxnSp>
            <p:nvCxnSpPr>
              <p:cNvPr id="206" name="直接连接符 205">
                <a:extLst>
                  <a:ext uri="{FF2B5EF4-FFF2-40B4-BE49-F238E27FC236}">
                    <a16:creationId xmlns:a16="http://schemas.microsoft.com/office/drawing/2014/main" xmlns="" id="{7DCDE9E6-1762-4EFD-BD1B-2AF4D47EA260}"/>
                  </a:ext>
                </a:extLst>
              </p:cNvPr>
              <p:cNvCxnSpPr/>
              <p:nvPr/>
            </p:nvCxnSpPr>
            <p:spPr>
              <a:xfrm rot="5400000">
                <a:off x="2078241" y="2293892"/>
                <a:ext cx="573439"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xmlns="" id="{B741B231-1BB0-4B25-B0EC-62904FEF0ABC}"/>
                  </a:ext>
                </a:extLst>
              </p:cNvPr>
              <p:cNvCxnSpPr/>
              <p:nvPr/>
            </p:nvCxnSpPr>
            <p:spPr>
              <a:xfrm rot="5400000">
                <a:off x="1972804" y="2297990"/>
                <a:ext cx="573439"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1" name="组合 221">
              <a:extLst>
                <a:ext uri="{FF2B5EF4-FFF2-40B4-BE49-F238E27FC236}">
                  <a16:creationId xmlns:a16="http://schemas.microsoft.com/office/drawing/2014/main" xmlns="" id="{ECC5F39E-D565-45FF-B36D-EA06FDDC9E70}"/>
                </a:ext>
              </a:extLst>
            </p:cNvPr>
            <p:cNvGrpSpPr>
              <a:grpSpLocks/>
            </p:cNvGrpSpPr>
            <p:nvPr/>
          </p:nvGrpSpPr>
          <p:grpSpPr bwMode="auto">
            <a:xfrm>
              <a:off x="6690012" y="1384767"/>
              <a:ext cx="133343" cy="223787"/>
              <a:chOff x="2258801" y="2007807"/>
              <a:chExt cx="106708" cy="577538"/>
            </a:xfrm>
          </p:grpSpPr>
          <p:cxnSp>
            <p:nvCxnSpPr>
              <p:cNvPr id="204" name="直接连接符 203">
                <a:extLst>
                  <a:ext uri="{FF2B5EF4-FFF2-40B4-BE49-F238E27FC236}">
                    <a16:creationId xmlns:a16="http://schemas.microsoft.com/office/drawing/2014/main" xmlns="" id="{168291F3-8A23-47BC-81E7-4A00A666B5E5}"/>
                  </a:ext>
                </a:extLst>
              </p:cNvPr>
              <p:cNvCxnSpPr/>
              <p:nvPr/>
            </p:nvCxnSpPr>
            <p:spPr>
              <a:xfrm rot="5400000">
                <a:off x="2078154" y="2293892"/>
                <a:ext cx="573439"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直接连接符 204">
                <a:extLst>
                  <a:ext uri="{FF2B5EF4-FFF2-40B4-BE49-F238E27FC236}">
                    <a16:creationId xmlns:a16="http://schemas.microsoft.com/office/drawing/2014/main" xmlns="" id="{F2D4B5A9-85F7-49E0-BE47-BC5698872C7D}"/>
                  </a:ext>
                </a:extLst>
              </p:cNvPr>
              <p:cNvCxnSpPr/>
              <p:nvPr/>
            </p:nvCxnSpPr>
            <p:spPr>
              <a:xfrm rot="5400000">
                <a:off x="1972717" y="2297990"/>
                <a:ext cx="573439"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2" name="组合 224">
              <a:extLst>
                <a:ext uri="{FF2B5EF4-FFF2-40B4-BE49-F238E27FC236}">
                  <a16:creationId xmlns:a16="http://schemas.microsoft.com/office/drawing/2014/main" xmlns="" id="{3F14ABB2-3761-4C7A-81A1-B5C5EDEB8196}"/>
                </a:ext>
              </a:extLst>
            </p:cNvPr>
            <p:cNvGrpSpPr>
              <a:grpSpLocks/>
            </p:cNvGrpSpPr>
            <p:nvPr/>
          </p:nvGrpSpPr>
          <p:grpSpPr bwMode="auto">
            <a:xfrm>
              <a:off x="7712254" y="1384767"/>
              <a:ext cx="133343" cy="223787"/>
              <a:chOff x="2258714" y="2007807"/>
              <a:chExt cx="106708" cy="577538"/>
            </a:xfrm>
          </p:grpSpPr>
          <p:cxnSp>
            <p:nvCxnSpPr>
              <p:cNvPr id="202" name="直接连接符 201">
                <a:extLst>
                  <a:ext uri="{FF2B5EF4-FFF2-40B4-BE49-F238E27FC236}">
                    <a16:creationId xmlns:a16="http://schemas.microsoft.com/office/drawing/2014/main" xmlns="" id="{6998BD40-0CAF-4BF0-A6E1-15CE5138C44C}"/>
                  </a:ext>
                </a:extLst>
              </p:cNvPr>
              <p:cNvCxnSpPr/>
              <p:nvPr/>
            </p:nvCxnSpPr>
            <p:spPr>
              <a:xfrm rot="5400000">
                <a:off x="2078067" y="2293892"/>
                <a:ext cx="573439"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xmlns="" id="{DBAD5401-F1B9-4B3D-94B8-08562E104C7F}"/>
                  </a:ext>
                </a:extLst>
              </p:cNvPr>
              <p:cNvCxnSpPr/>
              <p:nvPr/>
            </p:nvCxnSpPr>
            <p:spPr>
              <a:xfrm rot="5400000">
                <a:off x="1972630" y="2297990"/>
                <a:ext cx="573439"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3" name="组合 227">
              <a:extLst>
                <a:ext uri="{FF2B5EF4-FFF2-40B4-BE49-F238E27FC236}">
                  <a16:creationId xmlns:a16="http://schemas.microsoft.com/office/drawing/2014/main" xmlns="" id="{4513F1B9-A15D-4A30-AD83-C52AFF8E09E8}"/>
                </a:ext>
              </a:extLst>
            </p:cNvPr>
            <p:cNvGrpSpPr>
              <a:grpSpLocks/>
            </p:cNvGrpSpPr>
            <p:nvPr/>
          </p:nvGrpSpPr>
          <p:grpSpPr bwMode="auto">
            <a:xfrm>
              <a:off x="4601084" y="5206592"/>
              <a:ext cx="133343" cy="225374"/>
              <a:chOff x="2258978" y="2005550"/>
              <a:chExt cx="106708" cy="581634"/>
            </a:xfrm>
          </p:grpSpPr>
          <p:cxnSp>
            <p:nvCxnSpPr>
              <p:cNvPr id="200" name="直接连接符 199">
                <a:extLst>
                  <a:ext uri="{FF2B5EF4-FFF2-40B4-BE49-F238E27FC236}">
                    <a16:creationId xmlns:a16="http://schemas.microsoft.com/office/drawing/2014/main" xmlns="" id="{17B8518B-0DE5-4916-8A10-55071A00C582}"/>
                  </a:ext>
                </a:extLst>
              </p:cNvPr>
              <p:cNvCxnSpPr/>
              <p:nvPr/>
            </p:nvCxnSpPr>
            <p:spPr>
              <a:xfrm rot="5400000">
                <a:off x="2076283" y="2293683"/>
                <a:ext cx="577536"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xmlns="" id="{84C81B80-99E7-4EB5-911A-9716C629EE71}"/>
                  </a:ext>
                </a:extLst>
              </p:cNvPr>
              <p:cNvCxnSpPr/>
              <p:nvPr/>
            </p:nvCxnSpPr>
            <p:spPr>
              <a:xfrm rot="5400000">
                <a:off x="1970847" y="2297781"/>
                <a:ext cx="577534"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4" name="组合 230">
              <a:extLst>
                <a:ext uri="{FF2B5EF4-FFF2-40B4-BE49-F238E27FC236}">
                  <a16:creationId xmlns:a16="http://schemas.microsoft.com/office/drawing/2014/main" xmlns="" id="{1A2F98E6-4172-4B5A-8C41-682B1AFBB372}"/>
                </a:ext>
              </a:extLst>
            </p:cNvPr>
            <p:cNvGrpSpPr>
              <a:grpSpLocks/>
            </p:cNvGrpSpPr>
            <p:nvPr/>
          </p:nvGrpSpPr>
          <p:grpSpPr bwMode="auto">
            <a:xfrm>
              <a:off x="5712215" y="5251032"/>
              <a:ext cx="133343" cy="225374"/>
              <a:chOff x="2258883" y="2005524"/>
              <a:chExt cx="106708" cy="581634"/>
            </a:xfrm>
          </p:grpSpPr>
          <p:cxnSp>
            <p:nvCxnSpPr>
              <p:cNvPr id="198" name="直接连接符 197">
                <a:extLst>
                  <a:ext uri="{FF2B5EF4-FFF2-40B4-BE49-F238E27FC236}">
                    <a16:creationId xmlns:a16="http://schemas.microsoft.com/office/drawing/2014/main" xmlns="" id="{4CA9E236-7329-4909-89AB-697A2A76F843}"/>
                  </a:ext>
                </a:extLst>
              </p:cNvPr>
              <p:cNvCxnSpPr/>
              <p:nvPr/>
            </p:nvCxnSpPr>
            <p:spPr>
              <a:xfrm rot="5400000">
                <a:off x="2076188" y="2293657"/>
                <a:ext cx="577536"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xmlns="" id="{B50AF52F-0E4E-47CE-BC58-063C280BAEF2}"/>
                  </a:ext>
                </a:extLst>
              </p:cNvPr>
              <p:cNvCxnSpPr/>
              <p:nvPr/>
            </p:nvCxnSpPr>
            <p:spPr>
              <a:xfrm rot="5400000">
                <a:off x="1970752" y="2297755"/>
                <a:ext cx="577534"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5" name="组合 233">
              <a:extLst>
                <a:ext uri="{FF2B5EF4-FFF2-40B4-BE49-F238E27FC236}">
                  <a16:creationId xmlns:a16="http://schemas.microsoft.com/office/drawing/2014/main" xmlns="" id="{F997C411-2F2D-4D8B-8053-98B1D0648392}"/>
                </a:ext>
              </a:extLst>
            </p:cNvPr>
            <p:cNvGrpSpPr>
              <a:grpSpLocks/>
            </p:cNvGrpSpPr>
            <p:nvPr/>
          </p:nvGrpSpPr>
          <p:grpSpPr bwMode="auto">
            <a:xfrm>
              <a:off x="6690011" y="5251032"/>
              <a:ext cx="133343" cy="225374"/>
              <a:chOff x="2258800" y="2005524"/>
              <a:chExt cx="106708" cy="581634"/>
            </a:xfrm>
          </p:grpSpPr>
          <p:cxnSp>
            <p:nvCxnSpPr>
              <p:cNvPr id="196" name="直接连接符 195">
                <a:extLst>
                  <a:ext uri="{FF2B5EF4-FFF2-40B4-BE49-F238E27FC236}">
                    <a16:creationId xmlns:a16="http://schemas.microsoft.com/office/drawing/2014/main" xmlns="" id="{12B5BEE0-E3AA-4443-8FCD-251F83A1B577}"/>
                  </a:ext>
                </a:extLst>
              </p:cNvPr>
              <p:cNvCxnSpPr/>
              <p:nvPr/>
            </p:nvCxnSpPr>
            <p:spPr>
              <a:xfrm rot="5400000">
                <a:off x="2076105" y="2293657"/>
                <a:ext cx="577536"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xmlns="" id="{4311143A-2424-4502-B9EB-BB61100FA057}"/>
                  </a:ext>
                </a:extLst>
              </p:cNvPr>
              <p:cNvCxnSpPr/>
              <p:nvPr/>
            </p:nvCxnSpPr>
            <p:spPr>
              <a:xfrm rot="5400000">
                <a:off x="1970669" y="2297755"/>
                <a:ext cx="577534"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6" name="组合 236">
              <a:extLst>
                <a:ext uri="{FF2B5EF4-FFF2-40B4-BE49-F238E27FC236}">
                  <a16:creationId xmlns:a16="http://schemas.microsoft.com/office/drawing/2014/main" xmlns="" id="{6C5C03FF-09F7-465E-B708-24022076690C}"/>
                </a:ext>
              </a:extLst>
            </p:cNvPr>
            <p:cNvGrpSpPr>
              <a:grpSpLocks/>
            </p:cNvGrpSpPr>
            <p:nvPr/>
          </p:nvGrpSpPr>
          <p:grpSpPr bwMode="auto">
            <a:xfrm>
              <a:off x="7756697" y="5251032"/>
              <a:ext cx="133343" cy="225374"/>
              <a:chOff x="2258709" y="2005524"/>
              <a:chExt cx="106708" cy="581634"/>
            </a:xfrm>
          </p:grpSpPr>
          <p:cxnSp>
            <p:nvCxnSpPr>
              <p:cNvPr id="194" name="直接连接符 193">
                <a:extLst>
                  <a:ext uri="{FF2B5EF4-FFF2-40B4-BE49-F238E27FC236}">
                    <a16:creationId xmlns:a16="http://schemas.microsoft.com/office/drawing/2014/main" xmlns="" id="{8B2A3011-C2BA-4D03-8ABA-B37D6A075B4B}"/>
                  </a:ext>
                </a:extLst>
              </p:cNvPr>
              <p:cNvCxnSpPr/>
              <p:nvPr/>
            </p:nvCxnSpPr>
            <p:spPr>
              <a:xfrm rot="5400000">
                <a:off x="2076014" y="2293657"/>
                <a:ext cx="577536" cy="12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直接连接符 194">
                <a:extLst>
                  <a:ext uri="{FF2B5EF4-FFF2-40B4-BE49-F238E27FC236}">
                    <a16:creationId xmlns:a16="http://schemas.microsoft.com/office/drawing/2014/main" xmlns="" id="{C3864674-910E-4D6C-90F8-1A91C958AD21}"/>
                  </a:ext>
                </a:extLst>
              </p:cNvPr>
              <p:cNvCxnSpPr/>
              <p:nvPr/>
            </p:nvCxnSpPr>
            <p:spPr>
              <a:xfrm rot="5400000">
                <a:off x="1970578" y="2297755"/>
                <a:ext cx="577534" cy="127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7" name="组合 239">
              <a:extLst>
                <a:ext uri="{FF2B5EF4-FFF2-40B4-BE49-F238E27FC236}">
                  <a16:creationId xmlns:a16="http://schemas.microsoft.com/office/drawing/2014/main" xmlns="" id="{664226F1-0DEF-4194-A76F-F1866BC62452}"/>
                </a:ext>
              </a:extLst>
            </p:cNvPr>
            <p:cNvGrpSpPr>
              <a:grpSpLocks/>
            </p:cNvGrpSpPr>
            <p:nvPr/>
          </p:nvGrpSpPr>
          <p:grpSpPr bwMode="auto">
            <a:xfrm>
              <a:off x="4156514" y="3873398"/>
              <a:ext cx="261910" cy="106339"/>
              <a:chOff x="4954650" y="1768018"/>
              <a:chExt cx="582022" cy="106339"/>
            </a:xfrm>
          </p:grpSpPr>
          <p:cxnSp>
            <p:nvCxnSpPr>
              <p:cNvPr id="192" name="直接连接符 191">
                <a:extLst>
                  <a:ext uri="{FF2B5EF4-FFF2-40B4-BE49-F238E27FC236}">
                    <a16:creationId xmlns:a16="http://schemas.microsoft.com/office/drawing/2014/main" xmlns="" id="{CE21DA16-DB23-45C5-9970-173BE630506D}"/>
                  </a:ext>
                </a:extLst>
              </p:cNvPr>
              <p:cNvCxnSpPr/>
              <p:nvPr/>
            </p:nvCxnSpPr>
            <p:spPr>
              <a:xfrm>
                <a:off x="4954650" y="1768018"/>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xmlns="" id="{C9510DFA-D76F-4867-9998-4F887AE33443}"/>
                  </a:ext>
                </a:extLst>
              </p:cNvPr>
              <p:cNvCxnSpPr/>
              <p:nvPr/>
            </p:nvCxnSpPr>
            <p:spPr>
              <a:xfrm>
                <a:off x="4958179" y="1872769"/>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8" name="组合 242">
              <a:extLst>
                <a:ext uri="{FF2B5EF4-FFF2-40B4-BE49-F238E27FC236}">
                  <a16:creationId xmlns:a16="http://schemas.microsoft.com/office/drawing/2014/main" xmlns="" id="{0EA8A07A-9956-4B7C-9805-503B20A9E165}"/>
                </a:ext>
              </a:extLst>
            </p:cNvPr>
            <p:cNvGrpSpPr>
              <a:grpSpLocks/>
            </p:cNvGrpSpPr>
            <p:nvPr/>
          </p:nvGrpSpPr>
          <p:grpSpPr bwMode="auto">
            <a:xfrm>
              <a:off x="4156514" y="4939954"/>
              <a:ext cx="261910" cy="106340"/>
              <a:chOff x="4954650" y="1767774"/>
              <a:chExt cx="582022" cy="106340"/>
            </a:xfrm>
          </p:grpSpPr>
          <p:cxnSp>
            <p:nvCxnSpPr>
              <p:cNvPr id="190" name="直接连接符 189">
                <a:extLst>
                  <a:ext uri="{FF2B5EF4-FFF2-40B4-BE49-F238E27FC236}">
                    <a16:creationId xmlns:a16="http://schemas.microsoft.com/office/drawing/2014/main" xmlns="" id="{809D6D86-2239-4B73-83F0-DCB09F35C8A4}"/>
                  </a:ext>
                </a:extLst>
              </p:cNvPr>
              <p:cNvCxnSpPr/>
              <p:nvPr/>
            </p:nvCxnSpPr>
            <p:spPr>
              <a:xfrm>
                <a:off x="4954650" y="1767774"/>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xmlns="" id="{622D7E24-073D-4932-BD85-FB4F963DBE52}"/>
                  </a:ext>
                </a:extLst>
              </p:cNvPr>
              <p:cNvCxnSpPr/>
              <p:nvPr/>
            </p:nvCxnSpPr>
            <p:spPr>
              <a:xfrm>
                <a:off x="4958179" y="1872526"/>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9" name="组合 245">
              <a:extLst>
                <a:ext uri="{FF2B5EF4-FFF2-40B4-BE49-F238E27FC236}">
                  <a16:creationId xmlns:a16="http://schemas.microsoft.com/office/drawing/2014/main" xmlns="" id="{CCAE6E45-E6EB-46EB-8D9B-B663FB6BD8C5}"/>
                </a:ext>
              </a:extLst>
            </p:cNvPr>
            <p:cNvGrpSpPr>
              <a:grpSpLocks/>
            </p:cNvGrpSpPr>
            <p:nvPr/>
          </p:nvGrpSpPr>
          <p:grpSpPr bwMode="auto">
            <a:xfrm>
              <a:off x="4156514" y="2805256"/>
              <a:ext cx="261910" cy="106338"/>
              <a:chOff x="4954650" y="1768709"/>
              <a:chExt cx="582022" cy="106338"/>
            </a:xfrm>
          </p:grpSpPr>
          <p:cxnSp>
            <p:nvCxnSpPr>
              <p:cNvPr id="188" name="直接连接符 187">
                <a:extLst>
                  <a:ext uri="{FF2B5EF4-FFF2-40B4-BE49-F238E27FC236}">
                    <a16:creationId xmlns:a16="http://schemas.microsoft.com/office/drawing/2014/main" xmlns="" id="{0DFF251F-7802-4A50-BBBF-7E2CC904B0BA}"/>
                  </a:ext>
                </a:extLst>
              </p:cNvPr>
              <p:cNvCxnSpPr/>
              <p:nvPr/>
            </p:nvCxnSpPr>
            <p:spPr>
              <a:xfrm>
                <a:off x="4954650" y="1768709"/>
                <a:ext cx="578493"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a:extLst>
                  <a:ext uri="{FF2B5EF4-FFF2-40B4-BE49-F238E27FC236}">
                    <a16:creationId xmlns:a16="http://schemas.microsoft.com/office/drawing/2014/main" xmlns="" id="{E9530C54-4471-4701-82B2-90D96F4130C8}"/>
                  </a:ext>
                </a:extLst>
              </p:cNvPr>
              <p:cNvCxnSpPr/>
              <p:nvPr/>
            </p:nvCxnSpPr>
            <p:spPr>
              <a:xfrm>
                <a:off x="4958179" y="1873460"/>
                <a:ext cx="578493"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0" name="组合 248">
              <a:extLst>
                <a:ext uri="{FF2B5EF4-FFF2-40B4-BE49-F238E27FC236}">
                  <a16:creationId xmlns:a16="http://schemas.microsoft.com/office/drawing/2014/main" xmlns="" id="{AED7D7B4-AACB-4478-84F9-93389CA27065}"/>
                </a:ext>
              </a:extLst>
            </p:cNvPr>
            <p:cNvGrpSpPr>
              <a:grpSpLocks/>
            </p:cNvGrpSpPr>
            <p:nvPr/>
          </p:nvGrpSpPr>
          <p:grpSpPr bwMode="auto">
            <a:xfrm>
              <a:off x="4156514" y="1784727"/>
              <a:ext cx="261910" cy="106339"/>
              <a:chOff x="4954650" y="1768497"/>
              <a:chExt cx="582022" cy="106339"/>
            </a:xfrm>
          </p:grpSpPr>
          <p:cxnSp>
            <p:nvCxnSpPr>
              <p:cNvPr id="186" name="直接连接符 185">
                <a:extLst>
                  <a:ext uri="{FF2B5EF4-FFF2-40B4-BE49-F238E27FC236}">
                    <a16:creationId xmlns:a16="http://schemas.microsoft.com/office/drawing/2014/main" xmlns="" id="{DD6573B1-2D0E-4C9B-A9B3-86C7FE5298C2}"/>
                  </a:ext>
                </a:extLst>
              </p:cNvPr>
              <p:cNvCxnSpPr/>
              <p:nvPr/>
            </p:nvCxnSpPr>
            <p:spPr>
              <a:xfrm>
                <a:off x="4954650" y="1768497"/>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xmlns="" id="{5F784DDF-4C96-42E2-8F41-F00B6B1A79F1}"/>
                  </a:ext>
                </a:extLst>
              </p:cNvPr>
              <p:cNvCxnSpPr/>
              <p:nvPr/>
            </p:nvCxnSpPr>
            <p:spPr>
              <a:xfrm>
                <a:off x="4958179" y="1873248"/>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1" name="组合 251">
              <a:extLst>
                <a:ext uri="{FF2B5EF4-FFF2-40B4-BE49-F238E27FC236}">
                  <a16:creationId xmlns:a16="http://schemas.microsoft.com/office/drawing/2014/main" xmlns="" id="{F8796245-0292-480F-838A-042C91AFEA37}"/>
                </a:ext>
              </a:extLst>
            </p:cNvPr>
            <p:cNvGrpSpPr>
              <a:grpSpLocks/>
            </p:cNvGrpSpPr>
            <p:nvPr/>
          </p:nvGrpSpPr>
          <p:grpSpPr bwMode="auto">
            <a:xfrm>
              <a:off x="8023257" y="1784727"/>
              <a:ext cx="261910" cy="106339"/>
              <a:chOff x="4953739" y="1768497"/>
              <a:chExt cx="582021" cy="106339"/>
            </a:xfrm>
          </p:grpSpPr>
          <p:cxnSp>
            <p:nvCxnSpPr>
              <p:cNvPr id="184" name="直接连接符 183">
                <a:extLst>
                  <a:ext uri="{FF2B5EF4-FFF2-40B4-BE49-F238E27FC236}">
                    <a16:creationId xmlns:a16="http://schemas.microsoft.com/office/drawing/2014/main" xmlns="" id="{D30F58F2-5687-4230-872E-4281C31E634A}"/>
                  </a:ext>
                </a:extLst>
              </p:cNvPr>
              <p:cNvCxnSpPr/>
              <p:nvPr/>
            </p:nvCxnSpPr>
            <p:spPr>
              <a:xfrm>
                <a:off x="4953739" y="1768497"/>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xmlns="" id="{3F7F2873-EC14-4AFD-A09E-AEBE91E87CD1}"/>
                  </a:ext>
                </a:extLst>
              </p:cNvPr>
              <p:cNvCxnSpPr/>
              <p:nvPr/>
            </p:nvCxnSpPr>
            <p:spPr>
              <a:xfrm>
                <a:off x="4957267" y="1873248"/>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2" name="组合 254">
              <a:extLst>
                <a:ext uri="{FF2B5EF4-FFF2-40B4-BE49-F238E27FC236}">
                  <a16:creationId xmlns:a16="http://schemas.microsoft.com/office/drawing/2014/main" xmlns="" id="{368EB6AA-9BF3-40EF-9ECD-12C44887E5FB}"/>
                </a:ext>
              </a:extLst>
            </p:cNvPr>
            <p:cNvGrpSpPr>
              <a:grpSpLocks/>
            </p:cNvGrpSpPr>
            <p:nvPr/>
          </p:nvGrpSpPr>
          <p:grpSpPr bwMode="auto">
            <a:xfrm>
              <a:off x="8023257" y="2805256"/>
              <a:ext cx="261910" cy="106338"/>
              <a:chOff x="4953739" y="1768709"/>
              <a:chExt cx="582021" cy="106338"/>
            </a:xfrm>
          </p:grpSpPr>
          <p:cxnSp>
            <p:nvCxnSpPr>
              <p:cNvPr id="182" name="直接连接符 181">
                <a:extLst>
                  <a:ext uri="{FF2B5EF4-FFF2-40B4-BE49-F238E27FC236}">
                    <a16:creationId xmlns:a16="http://schemas.microsoft.com/office/drawing/2014/main" xmlns="" id="{0AA168F3-E554-41A1-9734-C37AFE386B59}"/>
                  </a:ext>
                </a:extLst>
              </p:cNvPr>
              <p:cNvCxnSpPr/>
              <p:nvPr/>
            </p:nvCxnSpPr>
            <p:spPr>
              <a:xfrm>
                <a:off x="4953739" y="1768709"/>
                <a:ext cx="578493"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xmlns="" id="{CB286A46-3701-4F5C-B43E-EDC61132A813}"/>
                  </a:ext>
                </a:extLst>
              </p:cNvPr>
              <p:cNvCxnSpPr/>
              <p:nvPr/>
            </p:nvCxnSpPr>
            <p:spPr>
              <a:xfrm>
                <a:off x="4957267" y="1873460"/>
                <a:ext cx="578493"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3" name="组合 257">
              <a:extLst>
                <a:ext uri="{FF2B5EF4-FFF2-40B4-BE49-F238E27FC236}">
                  <a16:creationId xmlns:a16="http://schemas.microsoft.com/office/drawing/2014/main" xmlns="" id="{AD2E59F0-7F70-434C-971A-28803C390DAC}"/>
                </a:ext>
              </a:extLst>
            </p:cNvPr>
            <p:cNvGrpSpPr>
              <a:grpSpLocks/>
            </p:cNvGrpSpPr>
            <p:nvPr/>
          </p:nvGrpSpPr>
          <p:grpSpPr bwMode="auto">
            <a:xfrm>
              <a:off x="8023257" y="3917838"/>
              <a:ext cx="261910" cy="106339"/>
              <a:chOff x="4953739" y="1768008"/>
              <a:chExt cx="582021" cy="106339"/>
            </a:xfrm>
          </p:grpSpPr>
          <p:cxnSp>
            <p:nvCxnSpPr>
              <p:cNvPr id="180" name="直接连接符 179">
                <a:extLst>
                  <a:ext uri="{FF2B5EF4-FFF2-40B4-BE49-F238E27FC236}">
                    <a16:creationId xmlns:a16="http://schemas.microsoft.com/office/drawing/2014/main" xmlns="" id="{EAD668B3-E399-497A-BA12-82813A89309F}"/>
                  </a:ext>
                </a:extLst>
              </p:cNvPr>
              <p:cNvCxnSpPr/>
              <p:nvPr/>
            </p:nvCxnSpPr>
            <p:spPr>
              <a:xfrm>
                <a:off x="4953739" y="1768008"/>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xmlns="" id="{1C5DADBC-EB82-47A7-8E59-91050A1B09E9}"/>
                  </a:ext>
                </a:extLst>
              </p:cNvPr>
              <p:cNvCxnSpPr/>
              <p:nvPr/>
            </p:nvCxnSpPr>
            <p:spPr>
              <a:xfrm>
                <a:off x="4957267" y="1872759"/>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4" name="组合 260">
              <a:extLst>
                <a:ext uri="{FF2B5EF4-FFF2-40B4-BE49-F238E27FC236}">
                  <a16:creationId xmlns:a16="http://schemas.microsoft.com/office/drawing/2014/main" xmlns="" id="{B1A9B3FD-BD26-4709-A265-1A331FF90ACE}"/>
                </a:ext>
              </a:extLst>
            </p:cNvPr>
            <p:cNvGrpSpPr>
              <a:grpSpLocks/>
            </p:cNvGrpSpPr>
            <p:nvPr/>
          </p:nvGrpSpPr>
          <p:grpSpPr bwMode="auto">
            <a:xfrm>
              <a:off x="8043893" y="4939954"/>
              <a:ext cx="261909" cy="106340"/>
              <a:chOff x="4953186" y="1767774"/>
              <a:chExt cx="582019" cy="106340"/>
            </a:xfrm>
          </p:grpSpPr>
          <p:cxnSp>
            <p:nvCxnSpPr>
              <p:cNvPr id="178" name="直接连接符 177">
                <a:extLst>
                  <a:ext uri="{FF2B5EF4-FFF2-40B4-BE49-F238E27FC236}">
                    <a16:creationId xmlns:a16="http://schemas.microsoft.com/office/drawing/2014/main" xmlns="" id="{63980361-6EAE-43F7-A0B9-D2FD62A8174A}"/>
                  </a:ext>
                </a:extLst>
              </p:cNvPr>
              <p:cNvCxnSpPr/>
              <p:nvPr/>
            </p:nvCxnSpPr>
            <p:spPr>
              <a:xfrm>
                <a:off x="4953186" y="1767774"/>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xmlns="" id="{347F62B3-5FFB-4D05-9E89-9A74AE0C7762}"/>
                  </a:ext>
                </a:extLst>
              </p:cNvPr>
              <p:cNvCxnSpPr/>
              <p:nvPr/>
            </p:nvCxnSpPr>
            <p:spPr>
              <a:xfrm>
                <a:off x="4956712" y="1872526"/>
                <a:ext cx="57849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5" name="组合 377">
              <a:extLst>
                <a:ext uri="{FF2B5EF4-FFF2-40B4-BE49-F238E27FC236}">
                  <a16:creationId xmlns:a16="http://schemas.microsoft.com/office/drawing/2014/main" xmlns="" id="{6983200E-E6B5-4340-93E8-400D45DEAB50}"/>
                </a:ext>
              </a:extLst>
            </p:cNvPr>
            <p:cNvGrpSpPr>
              <a:grpSpLocks/>
            </p:cNvGrpSpPr>
            <p:nvPr/>
          </p:nvGrpSpPr>
          <p:grpSpPr bwMode="auto">
            <a:xfrm>
              <a:off x="5505450" y="2628900"/>
              <a:ext cx="422275" cy="428625"/>
              <a:chOff x="7243763" y="2911475"/>
              <a:chExt cx="422275" cy="428625"/>
            </a:xfrm>
          </p:grpSpPr>
          <p:sp>
            <p:nvSpPr>
              <p:cNvPr id="176" name="Oval 118">
                <a:extLst>
                  <a:ext uri="{FF2B5EF4-FFF2-40B4-BE49-F238E27FC236}">
                    <a16:creationId xmlns:a16="http://schemas.microsoft.com/office/drawing/2014/main" xmlns="" id="{43BE68C0-0998-43A1-BBA2-C1A2B47DE217}"/>
                  </a:ext>
                </a:extLst>
              </p:cNvPr>
              <p:cNvSpPr>
                <a:spLocks noChangeAspect="1" noChangeArrowheads="1"/>
              </p:cNvSpPr>
              <p:nvPr/>
            </p:nvSpPr>
            <p:spPr bwMode="auto">
              <a:xfrm>
                <a:off x="7243763" y="2911475"/>
                <a:ext cx="422275" cy="428625"/>
              </a:xfrm>
              <a:prstGeom prst="ellipse">
                <a:avLst/>
              </a:prstGeom>
              <a:solidFill>
                <a:srgbClr val="FFFF00"/>
              </a:solidFill>
              <a:ln w="15875">
                <a:noFill/>
                <a:round/>
                <a:headEnd/>
                <a:tailEnd/>
              </a:ln>
            </p:spPr>
            <p:txBody>
              <a:bodyPr/>
              <a:lstStyle/>
              <a:p>
                <a:endParaRPr lang="zh-CN" altLang="en-US"/>
              </a:p>
            </p:txBody>
          </p:sp>
          <p:sp>
            <p:nvSpPr>
              <p:cNvPr id="177" name="Text Box 119">
                <a:extLst>
                  <a:ext uri="{FF2B5EF4-FFF2-40B4-BE49-F238E27FC236}">
                    <a16:creationId xmlns:a16="http://schemas.microsoft.com/office/drawing/2014/main" xmlns="" id="{E122DBC8-473A-4AFC-91F2-6E13F4A91C7A}"/>
                  </a:ext>
                </a:extLst>
              </p:cNvPr>
              <p:cNvSpPr txBox="1">
                <a:spLocks noChangeArrowheads="1"/>
              </p:cNvSpPr>
              <p:nvPr/>
            </p:nvSpPr>
            <p:spPr bwMode="auto">
              <a:xfrm>
                <a:off x="7372350" y="2984500"/>
                <a:ext cx="225425" cy="312738"/>
              </a:xfrm>
              <a:prstGeom prst="rect">
                <a:avLst/>
              </a:prstGeom>
              <a:noFill/>
              <a:ln w="9525">
                <a:noFill/>
                <a:miter lim="800000"/>
                <a:headEnd/>
                <a:tailEnd/>
              </a:ln>
            </p:spPr>
            <p:txBody>
              <a:bodyPr lIns="0" tIns="0" rIns="0" bIns="0"/>
              <a:lstStyle/>
              <a:p>
                <a:pPr algn="just"/>
                <a:r>
                  <a:rPr lang="en-US" altLang="zh-CN" sz="1600">
                    <a:latin typeface="Times New Roman" pitchFamily="18" charset="0"/>
                    <a:cs typeface="Times New Roman" pitchFamily="18" charset="0"/>
                  </a:rPr>
                  <a:t>Si</a:t>
                </a:r>
                <a:endParaRPr lang="zh-CN" altLang="zh-CN" sz="6000">
                  <a:latin typeface="Times New Roman" pitchFamily="18" charset="0"/>
                  <a:cs typeface="Times New Roman" pitchFamily="18" charset="0"/>
                </a:endParaRPr>
              </a:p>
            </p:txBody>
          </p:sp>
        </p:grpSp>
      </p:grpSp>
      <p:grpSp>
        <p:nvGrpSpPr>
          <p:cNvPr id="380" name="组合 40">
            <a:extLst>
              <a:ext uri="{FF2B5EF4-FFF2-40B4-BE49-F238E27FC236}">
                <a16:creationId xmlns:a16="http://schemas.microsoft.com/office/drawing/2014/main" xmlns="" id="{75589EFD-D619-4DF0-89AE-094667599D04}"/>
              </a:ext>
            </a:extLst>
          </p:cNvPr>
          <p:cNvGrpSpPr>
            <a:grpSpLocks/>
          </p:cNvGrpSpPr>
          <p:nvPr/>
        </p:nvGrpSpPr>
        <p:grpSpPr bwMode="auto">
          <a:xfrm>
            <a:off x="10445528" y="3665272"/>
            <a:ext cx="622300" cy="577850"/>
            <a:chOff x="7243763" y="2911475"/>
            <a:chExt cx="426924" cy="428625"/>
          </a:xfrm>
        </p:grpSpPr>
        <p:sp>
          <p:nvSpPr>
            <p:cNvPr id="381" name="Oval 118">
              <a:extLst>
                <a:ext uri="{FF2B5EF4-FFF2-40B4-BE49-F238E27FC236}">
                  <a16:creationId xmlns:a16="http://schemas.microsoft.com/office/drawing/2014/main" xmlns="" id="{C4316C9D-974F-4FA3-A4E6-47EB47CDDA1D}"/>
                </a:ext>
              </a:extLst>
            </p:cNvPr>
            <p:cNvSpPr>
              <a:spLocks noChangeAspect="1" noChangeArrowheads="1"/>
            </p:cNvSpPr>
            <p:nvPr/>
          </p:nvSpPr>
          <p:spPr bwMode="auto">
            <a:xfrm>
              <a:off x="7243763" y="2911475"/>
              <a:ext cx="422275" cy="428625"/>
            </a:xfrm>
            <a:prstGeom prst="ellipse">
              <a:avLst/>
            </a:prstGeom>
            <a:solidFill>
              <a:srgbClr val="FF0000"/>
            </a:solidFill>
            <a:ln w="15875">
              <a:noFill/>
              <a:round/>
              <a:headEnd/>
              <a:tailEnd/>
            </a:ln>
          </p:spPr>
          <p:txBody>
            <a:bodyPr/>
            <a:lstStyle/>
            <a:p>
              <a:endParaRPr lang="zh-CN" altLang="en-US"/>
            </a:p>
          </p:txBody>
        </p:sp>
        <p:sp>
          <p:nvSpPr>
            <p:cNvPr id="382" name="Text Box 119">
              <a:extLst>
                <a:ext uri="{FF2B5EF4-FFF2-40B4-BE49-F238E27FC236}">
                  <a16:creationId xmlns:a16="http://schemas.microsoft.com/office/drawing/2014/main" xmlns="" id="{C523FF38-50E1-4E30-B7A4-8731422EB963}"/>
                </a:ext>
              </a:extLst>
            </p:cNvPr>
            <p:cNvSpPr txBox="1">
              <a:spLocks noChangeArrowheads="1"/>
            </p:cNvSpPr>
            <p:nvPr/>
          </p:nvSpPr>
          <p:spPr bwMode="auto">
            <a:xfrm>
              <a:off x="7347170" y="2995022"/>
              <a:ext cx="323517" cy="289607"/>
            </a:xfrm>
            <a:prstGeom prst="rect">
              <a:avLst/>
            </a:prstGeom>
            <a:noFill/>
            <a:ln w="9525">
              <a:noFill/>
              <a:miter lim="800000"/>
              <a:headEnd/>
              <a:tailEnd/>
            </a:ln>
          </p:spPr>
          <p:txBody>
            <a:bodyPr lIns="0" tIns="0" rIns="0" bIns="0"/>
            <a:lstStyle/>
            <a:p>
              <a:pPr algn="just"/>
              <a:r>
                <a:rPr lang="en-US" altLang="zh-CN" sz="2000">
                  <a:latin typeface="Times New Roman" pitchFamily="18" charset="0"/>
                  <a:cs typeface="Times New Roman" pitchFamily="18" charset="0"/>
                </a:rPr>
                <a:t>As</a:t>
              </a:r>
              <a:r>
                <a:rPr lang="en-US" altLang="zh-CN" sz="2000" baseline="30000">
                  <a:latin typeface="Times New Roman" pitchFamily="18" charset="0"/>
                  <a:cs typeface="Times New Roman" pitchFamily="18" charset="0"/>
                </a:rPr>
                <a:t>+</a:t>
              </a:r>
              <a:endParaRPr lang="zh-CN" altLang="zh-CN" sz="7200">
                <a:latin typeface="Times New Roman" pitchFamily="18" charset="0"/>
                <a:cs typeface="Times New Roman" pitchFamily="18" charset="0"/>
              </a:endParaRPr>
            </a:p>
          </p:txBody>
        </p:sp>
      </p:grpSp>
      <p:sp>
        <p:nvSpPr>
          <p:cNvPr id="383" name="Oval 259">
            <a:extLst>
              <a:ext uri="{FF2B5EF4-FFF2-40B4-BE49-F238E27FC236}">
                <a16:creationId xmlns:a16="http://schemas.microsoft.com/office/drawing/2014/main" xmlns="" id="{A0E2ED34-C4B1-4EB4-8665-ED987AC52C65}"/>
              </a:ext>
            </a:extLst>
          </p:cNvPr>
          <p:cNvSpPr>
            <a:spLocks noChangeArrowheads="1"/>
          </p:cNvSpPr>
          <p:nvPr/>
        </p:nvSpPr>
        <p:spPr bwMode="auto">
          <a:xfrm flipH="1" flipV="1">
            <a:off x="10845578" y="3754172"/>
            <a:ext cx="133350" cy="133350"/>
          </a:xfrm>
          <a:prstGeom prst="ellipse">
            <a:avLst/>
          </a:prstGeom>
          <a:solidFill>
            <a:srgbClr val="0000FF"/>
          </a:solidFill>
          <a:ln w="9525">
            <a:noFill/>
            <a:round/>
            <a:headEnd/>
            <a:tailEnd/>
          </a:ln>
        </p:spPr>
        <p:txBody>
          <a:bodyPr/>
          <a:lstStyle/>
          <a:p>
            <a:endParaRPr lang="zh-CN" altLang="en-US"/>
          </a:p>
        </p:txBody>
      </p:sp>
      <p:cxnSp>
        <p:nvCxnSpPr>
          <p:cNvPr id="384" name="直接连接符 383">
            <a:extLst>
              <a:ext uri="{FF2B5EF4-FFF2-40B4-BE49-F238E27FC236}">
                <a16:creationId xmlns:a16="http://schemas.microsoft.com/office/drawing/2014/main" xmlns="" id="{6BE237C4-54D8-40ED-BEE4-B8303C8C16C1}"/>
              </a:ext>
            </a:extLst>
          </p:cNvPr>
          <p:cNvCxnSpPr/>
          <p:nvPr/>
        </p:nvCxnSpPr>
        <p:spPr>
          <a:xfrm>
            <a:off x="6303423" y="4314242"/>
            <a:ext cx="2711450" cy="158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5" name="直接连接符 384">
            <a:extLst>
              <a:ext uri="{FF2B5EF4-FFF2-40B4-BE49-F238E27FC236}">
                <a16:creationId xmlns:a16="http://schemas.microsoft.com/office/drawing/2014/main" xmlns="" id="{0D4FB34C-185A-4679-B1BC-AB4625DAC184}"/>
              </a:ext>
            </a:extLst>
          </p:cNvPr>
          <p:cNvCxnSpPr/>
          <p:nvPr/>
        </p:nvCxnSpPr>
        <p:spPr>
          <a:xfrm>
            <a:off x="6525673" y="4314242"/>
            <a:ext cx="266700" cy="1588"/>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6" name="直接连接符 385">
            <a:extLst>
              <a:ext uri="{FF2B5EF4-FFF2-40B4-BE49-F238E27FC236}">
                <a16:creationId xmlns:a16="http://schemas.microsoft.com/office/drawing/2014/main" xmlns="" id="{2B51C078-0095-442A-B7E9-853C9ED81F5E}"/>
              </a:ext>
            </a:extLst>
          </p:cNvPr>
          <p:cNvCxnSpPr/>
          <p:nvPr/>
        </p:nvCxnSpPr>
        <p:spPr>
          <a:xfrm>
            <a:off x="7592473" y="4314242"/>
            <a:ext cx="266700" cy="1588"/>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7" name="直接连接符 386">
            <a:extLst>
              <a:ext uri="{FF2B5EF4-FFF2-40B4-BE49-F238E27FC236}">
                <a16:creationId xmlns:a16="http://schemas.microsoft.com/office/drawing/2014/main" xmlns="" id="{0F1CA85D-E273-4144-9B20-9B10FB5C6DD0}"/>
              </a:ext>
            </a:extLst>
          </p:cNvPr>
          <p:cNvCxnSpPr/>
          <p:nvPr/>
        </p:nvCxnSpPr>
        <p:spPr>
          <a:xfrm>
            <a:off x="8481473" y="4314242"/>
            <a:ext cx="266700" cy="1588"/>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388" name="TextBox 380">
            <a:extLst>
              <a:ext uri="{FF2B5EF4-FFF2-40B4-BE49-F238E27FC236}">
                <a16:creationId xmlns:a16="http://schemas.microsoft.com/office/drawing/2014/main" xmlns="" id="{13C0D410-F045-4E11-BD13-12A0D7133F63}"/>
              </a:ext>
            </a:extLst>
          </p:cNvPr>
          <p:cNvSpPr txBox="1">
            <a:spLocks noChangeArrowheads="1"/>
          </p:cNvSpPr>
          <p:nvPr/>
        </p:nvSpPr>
        <p:spPr bwMode="auto">
          <a:xfrm>
            <a:off x="7459123" y="4403142"/>
            <a:ext cx="533400" cy="369888"/>
          </a:xfrm>
          <a:prstGeom prst="rect">
            <a:avLst/>
          </a:prstGeom>
          <a:noFill/>
          <a:ln w="9525">
            <a:noFill/>
            <a:miter lim="800000"/>
            <a:headEnd/>
            <a:tailEnd/>
          </a:ln>
        </p:spPr>
        <p:txBody>
          <a:bodyPr lIns="0" tIns="0" rIns="0" bIns="0">
            <a:spAutoFit/>
          </a:bodyPr>
          <a:lstStyle/>
          <a:p>
            <a:r>
              <a:rPr lang="en-US" altLang="zh-CN" sz="2400">
                <a:solidFill>
                  <a:srgbClr val="FF0000"/>
                </a:solidFill>
                <a:latin typeface="Times New Roman" pitchFamily="18" charset="0"/>
                <a:cs typeface="Times New Roman" pitchFamily="18" charset="0"/>
              </a:rPr>
              <a:t>As</a:t>
            </a:r>
            <a:r>
              <a:rPr lang="en-US" altLang="zh-CN" sz="2400" baseline="30000">
                <a:solidFill>
                  <a:srgbClr val="FF0000"/>
                </a:solidFill>
                <a:latin typeface="Times New Roman" pitchFamily="18" charset="0"/>
                <a:cs typeface="Times New Roman" pitchFamily="18" charset="0"/>
              </a:rPr>
              <a:t>+</a:t>
            </a:r>
            <a:endParaRPr lang="zh-CN" altLang="en-US" sz="2400">
              <a:solidFill>
                <a:srgbClr val="FF0000"/>
              </a:solidFill>
              <a:latin typeface="Times New Roman" pitchFamily="18" charset="0"/>
              <a:cs typeface="Times New Roman" pitchFamily="18" charset="0"/>
            </a:endParaRPr>
          </a:p>
        </p:txBody>
      </p:sp>
      <p:sp>
        <p:nvSpPr>
          <p:cNvPr id="389" name="TextBox 381">
            <a:extLst>
              <a:ext uri="{FF2B5EF4-FFF2-40B4-BE49-F238E27FC236}">
                <a16:creationId xmlns:a16="http://schemas.microsoft.com/office/drawing/2014/main" xmlns="" id="{2DDEEFF2-33DB-492B-8811-DABD440508B5}"/>
              </a:ext>
            </a:extLst>
          </p:cNvPr>
          <p:cNvSpPr txBox="1">
            <a:spLocks noChangeArrowheads="1"/>
          </p:cNvSpPr>
          <p:nvPr/>
        </p:nvSpPr>
        <p:spPr bwMode="auto">
          <a:xfrm>
            <a:off x="8481473" y="4403142"/>
            <a:ext cx="533400" cy="369888"/>
          </a:xfrm>
          <a:prstGeom prst="rect">
            <a:avLst/>
          </a:prstGeom>
          <a:noFill/>
          <a:ln w="9525">
            <a:noFill/>
            <a:miter lim="800000"/>
            <a:headEnd/>
            <a:tailEnd/>
          </a:ln>
        </p:spPr>
        <p:txBody>
          <a:bodyPr lIns="0" tIns="0" rIns="0" bIns="0">
            <a:spAutoFit/>
          </a:bodyPr>
          <a:lstStyle/>
          <a:p>
            <a:r>
              <a:rPr lang="en-US" altLang="zh-CN" sz="2400">
                <a:solidFill>
                  <a:srgbClr val="FF0000"/>
                </a:solidFill>
                <a:latin typeface="Times New Roman" pitchFamily="18" charset="0"/>
                <a:cs typeface="Times New Roman" pitchFamily="18" charset="0"/>
              </a:rPr>
              <a:t>As</a:t>
            </a:r>
            <a:r>
              <a:rPr lang="en-US" altLang="zh-CN" sz="2400" baseline="30000">
                <a:solidFill>
                  <a:srgbClr val="FF0000"/>
                </a:solidFill>
                <a:latin typeface="Times New Roman" pitchFamily="18" charset="0"/>
                <a:cs typeface="Times New Roman" pitchFamily="18" charset="0"/>
              </a:rPr>
              <a:t>+</a:t>
            </a:r>
            <a:endParaRPr lang="zh-CN" altLang="en-US" sz="2400">
              <a:solidFill>
                <a:srgbClr val="FF0000"/>
              </a:solidFill>
              <a:latin typeface="Times New Roman" pitchFamily="18" charset="0"/>
              <a:cs typeface="Times New Roman" pitchFamily="18" charset="0"/>
            </a:endParaRPr>
          </a:p>
        </p:txBody>
      </p:sp>
      <p:sp>
        <p:nvSpPr>
          <p:cNvPr id="390" name="Oval 259">
            <a:extLst>
              <a:ext uri="{FF2B5EF4-FFF2-40B4-BE49-F238E27FC236}">
                <a16:creationId xmlns:a16="http://schemas.microsoft.com/office/drawing/2014/main" xmlns="" id="{4CD3B296-BA62-44AA-BD11-FA94F0EA0B26}"/>
              </a:ext>
            </a:extLst>
          </p:cNvPr>
          <p:cNvSpPr>
            <a:spLocks noChangeArrowheads="1"/>
          </p:cNvSpPr>
          <p:nvPr/>
        </p:nvSpPr>
        <p:spPr bwMode="auto">
          <a:xfrm flipH="1" flipV="1">
            <a:off x="8571961" y="4269792"/>
            <a:ext cx="87312" cy="88900"/>
          </a:xfrm>
          <a:prstGeom prst="ellipse">
            <a:avLst/>
          </a:prstGeom>
          <a:solidFill>
            <a:srgbClr val="0000FF"/>
          </a:solidFill>
          <a:ln w="9525">
            <a:noFill/>
            <a:round/>
            <a:headEnd/>
            <a:tailEnd/>
          </a:ln>
        </p:spPr>
        <p:txBody>
          <a:bodyPr/>
          <a:lstStyle/>
          <a:p>
            <a:endParaRPr lang="zh-CN" altLang="en-US"/>
          </a:p>
        </p:txBody>
      </p:sp>
      <p:sp>
        <p:nvSpPr>
          <p:cNvPr id="391" name="Oval 259">
            <a:extLst>
              <a:ext uri="{FF2B5EF4-FFF2-40B4-BE49-F238E27FC236}">
                <a16:creationId xmlns:a16="http://schemas.microsoft.com/office/drawing/2014/main" xmlns="" id="{A589D27A-DF8C-4967-9A62-E409C4A47BF4}"/>
              </a:ext>
            </a:extLst>
          </p:cNvPr>
          <p:cNvSpPr>
            <a:spLocks noChangeArrowheads="1"/>
          </p:cNvSpPr>
          <p:nvPr/>
        </p:nvSpPr>
        <p:spPr bwMode="auto">
          <a:xfrm flipH="1" flipV="1">
            <a:off x="7681373" y="4269792"/>
            <a:ext cx="87313" cy="88900"/>
          </a:xfrm>
          <a:prstGeom prst="ellipse">
            <a:avLst/>
          </a:prstGeom>
          <a:solidFill>
            <a:srgbClr val="0000FF"/>
          </a:solidFill>
          <a:ln w="9525">
            <a:noFill/>
            <a:round/>
            <a:headEnd/>
            <a:tailEnd/>
          </a:ln>
        </p:spPr>
        <p:txBody>
          <a:bodyPr/>
          <a:lstStyle/>
          <a:p>
            <a:endParaRPr lang="zh-CN" altLang="en-US"/>
          </a:p>
        </p:txBody>
      </p:sp>
      <p:sp>
        <p:nvSpPr>
          <p:cNvPr id="392" name="Oval 259">
            <a:extLst>
              <a:ext uri="{FF2B5EF4-FFF2-40B4-BE49-F238E27FC236}">
                <a16:creationId xmlns:a16="http://schemas.microsoft.com/office/drawing/2014/main" xmlns="" id="{6E2E4192-5DD3-4E57-BC2C-F7D2C4113600}"/>
              </a:ext>
            </a:extLst>
          </p:cNvPr>
          <p:cNvSpPr>
            <a:spLocks noChangeArrowheads="1"/>
          </p:cNvSpPr>
          <p:nvPr/>
        </p:nvSpPr>
        <p:spPr bwMode="auto">
          <a:xfrm flipH="1" flipV="1">
            <a:off x="6616161" y="4269792"/>
            <a:ext cx="87312" cy="88900"/>
          </a:xfrm>
          <a:prstGeom prst="ellipse">
            <a:avLst/>
          </a:prstGeom>
          <a:solidFill>
            <a:srgbClr val="0000FF"/>
          </a:solidFill>
          <a:ln w="9525">
            <a:noFill/>
            <a:round/>
            <a:headEnd/>
            <a:tailEnd/>
          </a:ln>
        </p:spPr>
        <p:txBody>
          <a:bodyPr/>
          <a:lstStyle/>
          <a:p>
            <a:endParaRPr lang="zh-CN" altLang="en-US"/>
          </a:p>
        </p:txBody>
      </p:sp>
      <p:sp>
        <p:nvSpPr>
          <p:cNvPr id="393" name="TextBox 385">
            <a:extLst>
              <a:ext uri="{FF2B5EF4-FFF2-40B4-BE49-F238E27FC236}">
                <a16:creationId xmlns:a16="http://schemas.microsoft.com/office/drawing/2014/main" xmlns="" id="{548EA98B-E9DE-4CD2-88DE-5BD72C7B4955}"/>
              </a:ext>
            </a:extLst>
          </p:cNvPr>
          <p:cNvSpPr txBox="1">
            <a:spLocks noChangeArrowheads="1"/>
          </p:cNvSpPr>
          <p:nvPr/>
        </p:nvSpPr>
        <p:spPr bwMode="auto">
          <a:xfrm>
            <a:off x="6246422" y="6442963"/>
            <a:ext cx="2889250" cy="369888"/>
          </a:xfrm>
          <a:prstGeom prst="rect">
            <a:avLst/>
          </a:prstGeom>
          <a:solidFill>
            <a:srgbClr val="00B0F0"/>
          </a:solidFill>
          <a:ln w="9525">
            <a:noFill/>
            <a:miter lim="800000"/>
            <a:headEnd/>
            <a:tailEnd/>
          </a:ln>
        </p:spPr>
        <p:txBody>
          <a:bodyPr lIns="0" tIns="0" rIns="0" bIns="0">
            <a:spAutoFit/>
          </a:bodyPr>
          <a:lstStyle/>
          <a:p>
            <a:pPr algn="ctr"/>
            <a:r>
              <a:rPr lang="en-US" altLang="zh-CN" sz="2400">
                <a:latin typeface="Times New Roman" pitchFamily="18" charset="0"/>
                <a:cs typeface="Times New Roman" pitchFamily="18" charset="0"/>
              </a:rPr>
              <a:t>Donor energy levels</a:t>
            </a:r>
            <a:endParaRPr lang="zh-CN" altLang="en-US" sz="2400" baseline="-25000">
              <a:latin typeface="Times New Roman" pitchFamily="18" charset="0"/>
              <a:cs typeface="Times New Roman" pitchFamily="18" charset="0"/>
            </a:endParaRPr>
          </a:p>
        </p:txBody>
      </p:sp>
      <p:cxnSp>
        <p:nvCxnSpPr>
          <p:cNvPr id="394" name="直接箭头连接符 393">
            <a:extLst>
              <a:ext uri="{FF2B5EF4-FFF2-40B4-BE49-F238E27FC236}">
                <a16:creationId xmlns:a16="http://schemas.microsoft.com/office/drawing/2014/main" xmlns="" id="{3E68C066-A60C-4E3D-8EC3-10F58FDD2810}"/>
              </a:ext>
            </a:extLst>
          </p:cNvPr>
          <p:cNvCxnSpPr/>
          <p:nvPr/>
        </p:nvCxnSpPr>
        <p:spPr>
          <a:xfrm flipV="1">
            <a:off x="7992844" y="4360280"/>
            <a:ext cx="1267" cy="2077069"/>
          </a:xfrm>
          <a:prstGeom prst="straightConnector1">
            <a:avLst/>
          </a:prstGeom>
          <a:ln w="28575">
            <a:solidFill>
              <a:srgbClr val="FF0000"/>
            </a:solidFill>
            <a:tailEnd type="stealth" w="med" len="lg"/>
          </a:ln>
        </p:spPr>
        <p:style>
          <a:lnRef idx="1">
            <a:schemeClr val="accent1"/>
          </a:lnRef>
          <a:fillRef idx="0">
            <a:schemeClr val="accent1"/>
          </a:fillRef>
          <a:effectRef idx="0">
            <a:schemeClr val="accent1"/>
          </a:effectRef>
          <a:fontRef idx="minor">
            <a:schemeClr val="tx1"/>
          </a:fontRef>
        </p:style>
      </p:cxnSp>
      <p:sp>
        <p:nvSpPr>
          <p:cNvPr id="395" name="Text Box 3">
            <a:extLst>
              <a:ext uri="{FF2B5EF4-FFF2-40B4-BE49-F238E27FC236}">
                <a16:creationId xmlns:a16="http://schemas.microsoft.com/office/drawing/2014/main" xmlns="" id="{04A5589C-8D0B-44E4-AC8E-F9D003C10C07}"/>
              </a:ext>
            </a:extLst>
          </p:cNvPr>
          <p:cNvSpPr txBox="1">
            <a:spLocks noChangeArrowheads="1"/>
          </p:cNvSpPr>
          <p:nvPr/>
        </p:nvSpPr>
        <p:spPr bwMode="auto">
          <a:xfrm>
            <a:off x="665950" y="942702"/>
            <a:ext cx="1310197" cy="662554"/>
          </a:xfrm>
          <a:prstGeom prst="rect">
            <a:avLst/>
          </a:prstGeom>
          <a:noFill/>
          <a:ln w="9525">
            <a:noFill/>
            <a:miter lim="800000"/>
            <a:headEnd/>
            <a:tailEnd/>
          </a:ln>
        </p:spPr>
        <p:txBody>
          <a:bodyPr wrap="square">
            <a:spAutoFit/>
          </a:bodyPr>
          <a:lstStyle/>
          <a:p>
            <a:pPr algn="ctr" defTabSz="914400">
              <a:lnSpc>
                <a:spcPct val="150000"/>
              </a:lnSpc>
              <a:spcBef>
                <a:spcPts val="0"/>
              </a:spcBef>
            </a:pPr>
            <a:r>
              <a:rPr kumimoji="1" lang="zh-CN" altLang="en-US" sz="2800" b="1" dirty="0">
                <a:solidFill>
                  <a:srgbClr val="FF0000"/>
                </a:solidFill>
                <a:latin typeface="微软雅黑" pitchFamily="34" charset="-122"/>
                <a:ea typeface="微软雅黑" pitchFamily="34" charset="-122"/>
              </a:rPr>
              <a:t>硅晶体</a:t>
            </a:r>
          </a:p>
        </p:txBody>
      </p:sp>
      <p:sp>
        <p:nvSpPr>
          <p:cNvPr id="396" name="Text Box 3">
            <a:extLst>
              <a:ext uri="{FF2B5EF4-FFF2-40B4-BE49-F238E27FC236}">
                <a16:creationId xmlns:a16="http://schemas.microsoft.com/office/drawing/2014/main" xmlns="" id="{C470DBF0-7B18-4D7C-A7BD-EC37D5AE44FB}"/>
              </a:ext>
            </a:extLst>
          </p:cNvPr>
          <p:cNvSpPr txBox="1">
            <a:spLocks noChangeArrowheads="1"/>
          </p:cNvSpPr>
          <p:nvPr/>
        </p:nvSpPr>
        <p:spPr bwMode="auto">
          <a:xfrm>
            <a:off x="894754" y="1681822"/>
            <a:ext cx="816313" cy="553998"/>
          </a:xfrm>
          <a:prstGeom prst="rect">
            <a:avLst/>
          </a:prstGeom>
          <a:gradFill>
            <a:gsLst>
              <a:gs pos="0">
                <a:schemeClr val="accent4">
                  <a:lumMod val="67000"/>
                </a:schemeClr>
              </a:gs>
              <a:gs pos="48000">
                <a:schemeClr val="accent4">
                  <a:lumMod val="97000"/>
                  <a:lumOff val="3000"/>
                </a:schemeClr>
              </a:gs>
              <a:gs pos="100000">
                <a:schemeClr val="accent4">
                  <a:lumMod val="60000"/>
                  <a:lumOff val="40000"/>
                </a:schemeClr>
              </a:gs>
            </a:gsLst>
            <a:lin ang="16200000" scaled="1"/>
          </a:gradFill>
          <a:ln w="31750">
            <a:noFill/>
            <a:miter lim="800000"/>
            <a:headEnd/>
            <a:tailEnd/>
          </a:ln>
        </p:spPr>
        <p:txBody>
          <a:bodyPr wrap="square" lIns="0" tIns="0" rIns="0" bIns="0">
            <a:spAutoFit/>
          </a:bodyPr>
          <a:lstStyle/>
          <a:p>
            <a:pPr algn="ctr" defTabSz="914400">
              <a:lnSpc>
                <a:spcPct val="150000"/>
              </a:lnSpc>
              <a:spcBef>
                <a:spcPts val="0"/>
              </a:spcBef>
            </a:pPr>
            <a:r>
              <a:rPr kumimoji="1" lang="zh-CN" altLang="en-US" sz="2400" b="1" dirty="0">
                <a:latin typeface="微软雅黑" pitchFamily="34" charset="-122"/>
                <a:ea typeface="微软雅黑" pitchFamily="34" charset="-122"/>
              </a:rPr>
              <a:t>掺杂</a:t>
            </a:r>
          </a:p>
        </p:txBody>
      </p:sp>
      <p:sp>
        <p:nvSpPr>
          <p:cNvPr id="397" name="Text Box 3">
            <a:extLst>
              <a:ext uri="{FF2B5EF4-FFF2-40B4-BE49-F238E27FC236}">
                <a16:creationId xmlns:a16="http://schemas.microsoft.com/office/drawing/2014/main" xmlns="" id="{50832D38-CB3C-4CAE-A964-97B5E89C0113}"/>
              </a:ext>
            </a:extLst>
          </p:cNvPr>
          <p:cNvSpPr txBox="1">
            <a:spLocks noChangeArrowheads="1"/>
          </p:cNvSpPr>
          <p:nvPr/>
        </p:nvSpPr>
        <p:spPr bwMode="auto">
          <a:xfrm>
            <a:off x="2737096" y="1512863"/>
            <a:ext cx="2135993" cy="1107996"/>
          </a:xfrm>
          <a:prstGeom prst="rect">
            <a:avLst/>
          </a:prstGeom>
          <a:gradFill>
            <a:gsLst>
              <a:gs pos="0">
                <a:schemeClr val="accent4">
                  <a:lumMod val="67000"/>
                </a:schemeClr>
              </a:gs>
              <a:gs pos="48000">
                <a:schemeClr val="accent4">
                  <a:lumMod val="97000"/>
                  <a:lumOff val="3000"/>
                </a:schemeClr>
              </a:gs>
              <a:gs pos="100000">
                <a:schemeClr val="accent4">
                  <a:lumMod val="60000"/>
                  <a:lumOff val="40000"/>
                </a:schemeClr>
              </a:gs>
            </a:gsLst>
            <a:lin ang="16200000" scaled="1"/>
          </a:gradFill>
          <a:ln w="31750">
            <a:noFill/>
            <a:miter lim="800000"/>
            <a:headEnd/>
            <a:tailEnd/>
          </a:ln>
        </p:spPr>
        <p:txBody>
          <a:bodyPr wrap="square" lIns="0" tIns="0" rIns="0" bIns="0">
            <a:spAutoFit/>
          </a:bodyPr>
          <a:lstStyle/>
          <a:p>
            <a:pPr algn="ctr" defTabSz="914400">
              <a:lnSpc>
                <a:spcPct val="150000"/>
              </a:lnSpc>
              <a:spcBef>
                <a:spcPts val="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五价原子</a:t>
            </a:r>
            <a:endParaRPr kumimoji="1" lang="en-US" altLang="zh-CN" sz="2400" b="1" dirty="0">
              <a:latin typeface="Times New Roman" panose="02020603050405020304" pitchFamily="18" charset="0"/>
              <a:ea typeface="微软雅黑" pitchFamily="34" charset="-122"/>
              <a:cs typeface="Times New Roman" panose="02020603050405020304" pitchFamily="18" charset="0"/>
            </a:endParaRPr>
          </a:p>
          <a:p>
            <a:pPr algn="ctr" defTabSz="914400">
              <a:lnSpc>
                <a:spcPct val="150000"/>
              </a:lnSpc>
              <a:spcBef>
                <a:spcPts val="0"/>
              </a:spcBef>
            </a:pPr>
            <a:r>
              <a:rPr kumimoji="1" lang="zh-CN" altLang="en-US" sz="2400" b="1" dirty="0">
                <a:solidFill>
                  <a:srgbClr val="FF0000"/>
                </a:solidFill>
                <a:latin typeface="Times New Roman" panose="02020603050405020304" pitchFamily="18" charset="0"/>
                <a:ea typeface="微软雅黑" pitchFamily="34" charset="-122"/>
                <a:cs typeface="Times New Roman" panose="02020603050405020304" pitchFamily="18" charset="0"/>
              </a:rPr>
              <a:t>砷</a:t>
            </a:r>
            <a:r>
              <a:rPr kumimoji="1" lang="en-US" altLang="zh-CN" sz="2400" b="1" dirty="0">
                <a:solidFill>
                  <a:srgbClr val="FF0000"/>
                </a:solidFill>
                <a:latin typeface="Times New Roman" panose="02020603050405020304" pitchFamily="18" charset="0"/>
                <a:ea typeface="微软雅黑" pitchFamily="34" charset="-122"/>
                <a:cs typeface="Times New Roman" panose="02020603050405020304" pitchFamily="18" charset="0"/>
              </a:rPr>
              <a:t>(As)</a:t>
            </a:r>
            <a:r>
              <a:rPr kumimoji="1" lang="zh-CN" altLang="en-US" sz="2400" b="1" dirty="0">
                <a:solidFill>
                  <a:srgbClr val="FF0000"/>
                </a:solidFill>
                <a:latin typeface="Times New Roman" panose="02020603050405020304" pitchFamily="18" charset="0"/>
                <a:ea typeface="微软雅黑" pitchFamily="34" charset="-122"/>
                <a:cs typeface="Times New Roman" panose="02020603050405020304" pitchFamily="18" charset="0"/>
              </a:rPr>
              <a:t>或磷</a:t>
            </a:r>
            <a:r>
              <a:rPr kumimoji="1" lang="en-US" altLang="zh-CN" sz="2400" b="1" dirty="0">
                <a:solidFill>
                  <a:srgbClr val="FF0000"/>
                </a:solidFill>
                <a:latin typeface="Times New Roman" panose="02020603050405020304" pitchFamily="18" charset="0"/>
                <a:ea typeface="微软雅黑" pitchFamily="34" charset="-122"/>
                <a:cs typeface="Times New Roman" panose="02020603050405020304" pitchFamily="18" charset="0"/>
              </a:rPr>
              <a:t>(P)</a:t>
            </a:r>
            <a:endParaRPr kumimoji="1" lang="zh-CN" altLang="en-US" sz="2400" b="1" dirty="0">
              <a:latin typeface="Times New Roman" panose="02020603050405020304" pitchFamily="18" charset="0"/>
              <a:ea typeface="微软雅黑" pitchFamily="34" charset="-122"/>
              <a:cs typeface="Times New Roman" panose="02020603050405020304" pitchFamily="18" charset="0"/>
            </a:endParaRPr>
          </a:p>
        </p:txBody>
      </p:sp>
      <p:sp>
        <p:nvSpPr>
          <p:cNvPr id="398" name="Text Box 3">
            <a:extLst>
              <a:ext uri="{FF2B5EF4-FFF2-40B4-BE49-F238E27FC236}">
                <a16:creationId xmlns:a16="http://schemas.microsoft.com/office/drawing/2014/main" xmlns="" id="{40F9A548-ACBF-4677-8602-2A02BC50012F}"/>
              </a:ext>
            </a:extLst>
          </p:cNvPr>
          <p:cNvSpPr txBox="1">
            <a:spLocks noChangeArrowheads="1"/>
          </p:cNvSpPr>
          <p:nvPr/>
        </p:nvSpPr>
        <p:spPr bwMode="auto">
          <a:xfrm>
            <a:off x="1437731" y="2892265"/>
            <a:ext cx="3434317" cy="553998"/>
          </a:xfrm>
          <a:prstGeom prst="rect">
            <a:avLst/>
          </a:prstGeom>
          <a:gradFill>
            <a:gsLst>
              <a:gs pos="0">
                <a:schemeClr val="accent4">
                  <a:lumMod val="67000"/>
                </a:schemeClr>
              </a:gs>
              <a:gs pos="48000">
                <a:schemeClr val="accent4">
                  <a:lumMod val="97000"/>
                  <a:lumOff val="3000"/>
                </a:schemeClr>
              </a:gs>
              <a:gs pos="100000">
                <a:schemeClr val="accent4">
                  <a:lumMod val="60000"/>
                  <a:lumOff val="40000"/>
                </a:schemeClr>
              </a:gs>
            </a:gsLst>
            <a:lin ang="16200000" scaled="1"/>
          </a:gradFill>
          <a:ln w="31750">
            <a:noFill/>
            <a:miter lim="800000"/>
            <a:headEnd/>
            <a:tailEnd/>
          </a:ln>
        </p:spPr>
        <p:txBody>
          <a:bodyPr wrap="square" lIns="0" tIns="0" rIns="0" bIns="0">
            <a:spAutoFit/>
          </a:bodyPr>
          <a:lstStyle/>
          <a:p>
            <a:pPr algn="ctr" defTabSz="914400">
              <a:lnSpc>
                <a:spcPct val="150000"/>
              </a:lnSpc>
              <a:spcBef>
                <a:spcPts val="0"/>
              </a:spcBef>
            </a:pPr>
            <a:r>
              <a:rPr kumimoji="1" lang="zh-CN" altLang="en-US" sz="2400" b="1" dirty="0">
                <a:latin typeface="微软雅黑" pitchFamily="34" charset="-122"/>
                <a:ea typeface="微软雅黑" pitchFamily="34" charset="-122"/>
              </a:rPr>
              <a:t>硅原子被砷原子所替代</a:t>
            </a:r>
          </a:p>
        </p:txBody>
      </p:sp>
      <p:sp>
        <p:nvSpPr>
          <p:cNvPr id="399" name="Text Box 3">
            <a:extLst>
              <a:ext uri="{FF2B5EF4-FFF2-40B4-BE49-F238E27FC236}">
                <a16:creationId xmlns:a16="http://schemas.microsoft.com/office/drawing/2014/main" xmlns="" id="{695A9D3B-BC48-4414-870A-A0317A30D34D}"/>
              </a:ext>
            </a:extLst>
          </p:cNvPr>
          <p:cNvSpPr txBox="1">
            <a:spLocks noChangeArrowheads="1"/>
          </p:cNvSpPr>
          <p:nvPr/>
        </p:nvSpPr>
        <p:spPr bwMode="auto">
          <a:xfrm>
            <a:off x="572782" y="3682125"/>
            <a:ext cx="4751263" cy="1596719"/>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0">
            <a:noFill/>
            <a:miter lim="800000"/>
            <a:headEnd/>
            <a:tailEnd/>
          </a:ln>
        </p:spPr>
        <p:txBody>
          <a:bodyPr wrap="square" lIns="0" tIns="0" rIns="0" bIns="0">
            <a:spAutoFit/>
          </a:bodyPr>
          <a:lstStyle/>
          <a:p>
            <a:pPr algn="ctr" defTabSz="914400">
              <a:lnSpc>
                <a:spcPct val="150000"/>
              </a:lnSpc>
              <a:spcBef>
                <a:spcPts val="0"/>
              </a:spcBef>
            </a:pPr>
            <a:r>
              <a:rPr kumimoji="1" lang="zh-CN" altLang="en-US" sz="2400" b="1" dirty="0">
                <a:latin typeface="微软雅黑" pitchFamily="34" charset="-122"/>
                <a:ea typeface="微软雅黑" pitchFamily="34" charset="-122"/>
              </a:rPr>
              <a:t>对砷来说有一个电子多余，它所受到的束缚力小，很容易被砷原子释放，跃迁到导带而成为自由电子</a:t>
            </a:r>
          </a:p>
        </p:txBody>
      </p:sp>
      <p:sp>
        <p:nvSpPr>
          <p:cNvPr id="400" name="Text Box 3">
            <a:extLst>
              <a:ext uri="{FF2B5EF4-FFF2-40B4-BE49-F238E27FC236}">
                <a16:creationId xmlns:a16="http://schemas.microsoft.com/office/drawing/2014/main" xmlns="" id="{9DA8DC3D-C2A4-420F-8468-DD1C8143493E}"/>
              </a:ext>
            </a:extLst>
          </p:cNvPr>
          <p:cNvSpPr txBox="1">
            <a:spLocks noChangeArrowheads="1"/>
          </p:cNvSpPr>
          <p:nvPr/>
        </p:nvSpPr>
        <p:spPr bwMode="auto">
          <a:xfrm>
            <a:off x="346949" y="5524633"/>
            <a:ext cx="5425809" cy="1107996"/>
          </a:xfrm>
          <a:prstGeom prst="rect">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w="31750">
            <a:noFill/>
            <a:miter lim="800000"/>
            <a:headEnd/>
            <a:tailEnd/>
          </a:ln>
        </p:spPr>
        <p:txBody>
          <a:bodyPr wrap="square" lIns="0" tIns="0" rIns="0" bIns="0">
            <a:spAutoFit/>
          </a:bodyPr>
          <a:lstStyle/>
          <a:p>
            <a:pPr algn="ctr" defTabSz="914400">
              <a:lnSpc>
                <a:spcPct val="150000"/>
              </a:lnSpc>
              <a:spcBef>
                <a:spcPts val="0"/>
              </a:spcBef>
            </a:pPr>
            <a:r>
              <a:rPr kumimoji="1" lang="zh-CN" altLang="en-US" sz="2400" b="1" dirty="0">
                <a:latin typeface="微软雅黑" pitchFamily="34" charset="-122"/>
                <a:ea typeface="微软雅黑" pitchFamily="34" charset="-122"/>
              </a:rPr>
              <a:t>易释放电子的原子称为</a:t>
            </a:r>
            <a:r>
              <a:rPr kumimoji="1" lang="zh-CN" altLang="en-US" sz="2400" b="1" dirty="0">
                <a:solidFill>
                  <a:srgbClr val="FF0000"/>
                </a:solidFill>
                <a:latin typeface="微软雅黑" pitchFamily="34" charset="-122"/>
                <a:ea typeface="微软雅黑" pitchFamily="34" charset="-122"/>
              </a:rPr>
              <a:t>施主</a:t>
            </a:r>
            <a:r>
              <a:rPr kumimoji="1" lang="zh-CN" altLang="en-US" sz="2400" b="1" dirty="0">
                <a:latin typeface="微软雅黑" pitchFamily="34" charset="-122"/>
                <a:ea typeface="微软雅黑" pitchFamily="34" charset="-122"/>
              </a:rPr>
              <a:t>。</a:t>
            </a:r>
            <a:endParaRPr kumimoji="1" lang="en-US" altLang="zh-CN" sz="2400" b="1" dirty="0">
              <a:latin typeface="微软雅黑" pitchFamily="34" charset="-122"/>
              <a:ea typeface="微软雅黑" pitchFamily="34" charset="-122"/>
            </a:endParaRPr>
          </a:p>
          <a:p>
            <a:pPr algn="ctr" defTabSz="914400">
              <a:lnSpc>
                <a:spcPct val="150000"/>
              </a:lnSpc>
              <a:spcBef>
                <a:spcPts val="0"/>
              </a:spcBef>
            </a:pPr>
            <a:r>
              <a:rPr kumimoji="1" lang="zh-CN" altLang="en-US" sz="2400" b="1" dirty="0">
                <a:latin typeface="微软雅黑" pitchFamily="34" charset="-122"/>
                <a:ea typeface="微软雅黑" pitchFamily="34" charset="-122"/>
              </a:rPr>
              <a:t>施主束缚电子的能量状态称为</a:t>
            </a:r>
            <a:r>
              <a:rPr kumimoji="1" lang="zh-CN" altLang="en-US" sz="2400" b="1" dirty="0">
                <a:solidFill>
                  <a:srgbClr val="FF0000"/>
                </a:solidFill>
                <a:latin typeface="微软雅黑" pitchFamily="34" charset="-122"/>
                <a:ea typeface="微软雅黑" pitchFamily="34" charset="-122"/>
              </a:rPr>
              <a:t>施主能级</a:t>
            </a:r>
            <a:r>
              <a:rPr kumimoji="1" lang="zh-CN" altLang="en-US" sz="2400" b="1" dirty="0">
                <a:latin typeface="微软雅黑" pitchFamily="34" charset="-122"/>
                <a:ea typeface="微软雅黑" pitchFamily="34" charset="-122"/>
              </a:rPr>
              <a:t>。</a:t>
            </a:r>
          </a:p>
        </p:txBody>
      </p:sp>
      <p:sp>
        <p:nvSpPr>
          <p:cNvPr id="401" name="Text Box 3">
            <a:extLst>
              <a:ext uri="{FF2B5EF4-FFF2-40B4-BE49-F238E27FC236}">
                <a16:creationId xmlns:a16="http://schemas.microsoft.com/office/drawing/2014/main" xmlns="" id="{65557047-616F-4E3D-9818-D286AD56FE0B}"/>
              </a:ext>
            </a:extLst>
          </p:cNvPr>
          <p:cNvSpPr txBox="1">
            <a:spLocks noChangeArrowheads="1"/>
          </p:cNvSpPr>
          <p:nvPr/>
        </p:nvSpPr>
        <p:spPr bwMode="auto">
          <a:xfrm>
            <a:off x="4193317" y="6866186"/>
            <a:ext cx="7476437" cy="553998"/>
          </a:xfrm>
          <a:prstGeom prst="rect">
            <a:avLst/>
          </a:prstGeom>
          <a:solidFill>
            <a:srgbClr val="FFFF00"/>
          </a:solidFill>
          <a:ln w="31750">
            <a:noFill/>
            <a:miter lim="800000"/>
            <a:headEnd/>
            <a:tailEnd/>
          </a:ln>
        </p:spPr>
        <p:txBody>
          <a:bodyPr wrap="square" lIns="0" tIns="0" rIns="0" bIns="0">
            <a:spAutoFit/>
          </a:bodyPr>
          <a:lstStyle/>
          <a:p>
            <a:pPr algn="ctr" defTabSz="914400">
              <a:lnSpc>
                <a:spcPct val="150000"/>
              </a:lnSpc>
              <a:spcBef>
                <a:spcPts val="0"/>
              </a:spcBef>
            </a:pPr>
            <a:r>
              <a:rPr kumimoji="1" lang="en-US" altLang="zh-CN" sz="2400" b="1" dirty="0">
                <a:latin typeface="微软雅黑" pitchFamily="34" charset="-122"/>
                <a:ea typeface="微软雅黑" pitchFamily="34" charset="-122"/>
              </a:rPr>
              <a:t>N</a:t>
            </a:r>
            <a:r>
              <a:rPr kumimoji="1" lang="zh-CN" altLang="en-US" sz="2400" b="1" dirty="0">
                <a:latin typeface="微软雅黑" pitchFamily="34" charset="-122"/>
                <a:ea typeface="微软雅黑" pitchFamily="34" charset="-122"/>
              </a:rPr>
              <a:t>型半导体自由电子的浓度高于自由空穴的浓度</a:t>
            </a:r>
          </a:p>
        </p:txBody>
      </p:sp>
    </p:spTree>
    <p:extLst>
      <p:ext uri="{BB962C8B-B14F-4D97-AF65-F5344CB8AC3E}">
        <p14:creationId xmlns:p14="http://schemas.microsoft.com/office/powerpoint/2010/main" val="620313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7"/>
                                        </p:tgtEl>
                                        <p:attrNameLst>
                                          <p:attrName>style.visibility</p:attrName>
                                        </p:attrNameLst>
                                      </p:cBhvr>
                                      <p:to>
                                        <p:strVal val="visible"/>
                                      </p:to>
                                    </p:set>
                                    <p:animEffect transition="in" filter="box(in)">
                                      <p:cBhvr>
                                        <p:cTn id="12" dur="500"/>
                                        <p:tgtEl>
                                          <p:spTgt spid="11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80"/>
                                        </p:tgtEl>
                                        <p:attrNameLst>
                                          <p:attrName>style.visibility</p:attrName>
                                        </p:attrNameLst>
                                      </p:cBhvr>
                                      <p:to>
                                        <p:strVal val="visible"/>
                                      </p:to>
                                    </p:set>
                                    <p:animEffect transition="in" filter="box(in)">
                                      <p:cBhvr>
                                        <p:cTn id="17" dur="500"/>
                                        <p:tgtEl>
                                          <p:spTgt spid="380"/>
                                        </p:tgtEl>
                                      </p:cBhvr>
                                    </p:animEffect>
                                  </p:childTnLst>
                                </p:cTn>
                              </p:par>
                              <p:par>
                                <p:cTn id="18" presetID="4" presetClass="entr" presetSubtype="16" fill="hold" grpId="1" nodeType="withEffect">
                                  <p:stCondLst>
                                    <p:cond delay="0"/>
                                  </p:stCondLst>
                                  <p:childTnLst>
                                    <p:set>
                                      <p:cBhvr>
                                        <p:cTn id="19" dur="1" fill="hold">
                                          <p:stCondLst>
                                            <p:cond delay="0"/>
                                          </p:stCondLst>
                                        </p:cTn>
                                        <p:tgtEl>
                                          <p:spTgt spid="383"/>
                                        </p:tgtEl>
                                        <p:attrNameLst>
                                          <p:attrName>style.visibility</p:attrName>
                                        </p:attrNameLst>
                                      </p:cBhvr>
                                      <p:to>
                                        <p:strVal val="visible"/>
                                      </p:to>
                                    </p:set>
                                    <p:animEffect transition="in" filter="box(in)">
                                      <p:cBhvr>
                                        <p:cTn id="20" dur="500"/>
                                        <p:tgtEl>
                                          <p:spTgt spid="383"/>
                                        </p:tgtEl>
                                      </p:cBhvr>
                                    </p:animEffec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0.00469 -0.0118 C 0.00573 -0.02914 0.01632 -0.04649 0.03159 -0.05505 C 0.04687 -0.0636 0.06961 -0.07147 0.0875 -0.0636 C 0.10538 -0.05574 0.12934 -0.04094 0.13941 -0.00833 C 0.14948 0.02428 0.15104 0.08811 0.14843 0.13182 C 0.14583 0.17553 0.14427 0.22548 0.12378 0.25462 C 0.10329 0.28376 0.05833 0.30573 0.02517 0.30666 C -0.00799 0.30758 -0.0415 0.28376 -0.07483 0.25994 " pathEditMode="relative" ptsTypes="aaaaaaaA">
                                      <p:cBhvr>
                                        <p:cTn id="24" dur="3000" fill="hold"/>
                                        <p:tgtEl>
                                          <p:spTgt spid="383"/>
                                        </p:tgtEl>
                                        <p:attrNameLst>
                                          <p:attrName>ppt_x</p:attrName>
                                          <p:attrName>ppt_y</p:attrName>
                                        </p:attrNameLst>
                                      </p:cBhvr>
                                    </p:animMotion>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111"/>
                                        </p:tgtEl>
                                        <p:attrNameLst>
                                          <p:attrName>style.visibility</p:attrName>
                                        </p:attrNameLst>
                                      </p:cBhvr>
                                      <p:to>
                                        <p:strVal val="visible"/>
                                      </p:to>
                                    </p:set>
                                    <p:animEffect transition="in" filter="box(in)">
                                      <p:cBhvr>
                                        <p:cTn id="29" dur="500"/>
                                        <p:tgtEl>
                                          <p:spTgt spid="111"/>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116"/>
                                        </p:tgtEl>
                                        <p:attrNameLst>
                                          <p:attrName>style.visibility</p:attrName>
                                        </p:attrNameLst>
                                      </p:cBhvr>
                                      <p:to>
                                        <p:strVal val="visible"/>
                                      </p:to>
                                    </p:set>
                                    <p:animEffect transition="in" filter="box(in)">
                                      <p:cBhvr>
                                        <p:cTn id="32" dur="500"/>
                                        <p:tgtEl>
                                          <p:spTgt spid="11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ox(in)">
                                      <p:cBhvr>
                                        <p:cTn id="37" dur="500"/>
                                        <p:tgtEl>
                                          <p:spTgt spid="12"/>
                                        </p:tgtEl>
                                      </p:cBhvr>
                                    </p:animEffect>
                                  </p:childTnLst>
                                </p:cTn>
                              </p:par>
                              <p:par>
                                <p:cTn id="38" presetID="4" presetClass="entr" presetSubtype="16"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ox(in)">
                                      <p:cBhvr>
                                        <p:cTn id="40" dur="500"/>
                                        <p:tgtEl>
                                          <p:spTgt spid="15"/>
                                        </p:tgtEl>
                                      </p:cBhvr>
                                    </p:animEffect>
                                  </p:childTnLst>
                                </p:cTn>
                              </p:par>
                              <p:par>
                                <p:cTn id="41" presetID="4" presetClass="entr" presetSubtype="16"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box(in)">
                                      <p:cBhvr>
                                        <p:cTn id="43" dur="500"/>
                                        <p:tgtEl>
                                          <p:spTgt spid="31"/>
                                        </p:tgtEl>
                                      </p:cBhvr>
                                    </p:animEffect>
                                  </p:childTnLst>
                                </p:cTn>
                              </p:par>
                              <p:par>
                                <p:cTn id="44" presetID="4" presetClass="entr" presetSubtype="16"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box(in)">
                                      <p:cBhvr>
                                        <p:cTn id="46" dur="500"/>
                                        <p:tgtEl>
                                          <p:spTgt spid="46"/>
                                        </p:tgtEl>
                                      </p:cBhvr>
                                    </p:animEffect>
                                  </p:childTnLst>
                                </p:cTn>
                              </p:par>
                              <p:par>
                                <p:cTn id="47" presetID="4" presetClass="entr" presetSubtype="16" fill="hold"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box(in)">
                                      <p:cBhvr>
                                        <p:cTn id="49" dur="500"/>
                                        <p:tgtEl>
                                          <p:spTgt spid="59"/>
                                        </p:tgtEl>
                                      </p:cBhvr>
                                    </p:animEffect>
                                  </p:childTnLst>
                                </p:cTn>
                              </p:par>
                              <p:par>
                                <p:cTn id="50" presetID="4" presetClass="entr" presetSubtype="16" fill="hold" nodeType="with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box(in)">
                                      <p:cBhvr>
                                        <p:cTn id="52" dur="500"/>
                                        <p:tgtEl>
                                          <p:spTgt spid="72"/>
                                        </p:tgtEl>
                                      </p:cBhvr>
                                    </p:animEffect>
                                  </p:childTnLst>
                                </p:cTn>
                              </p:par>
                              <p:par>
                                <p:cTn id="53" presetID="4" presetClass="entr" presetSubtype="16" fill="hold" nodeType="withEffect">
                                  <p:stCondLst>
                                    <p:cond delay="0"/>
                                  </p:stCondLst>
                                  <p:childTnLst>
                                    <p:set>
                                      <p:cBhvr>
                                        <p:cTn id="54" dur="1" fill="hold">
                                          <p:stCondLst>
                                            <p:cond delay="0"/>
                                          </p:stCondLst>
                                        </p:cTn>
                                        <p:tgtEl>
                                          <p:spTgt spid="85"/>
                                        </p:tgtEl>
                                        <p:attrNameLst>
                                          <p:attrName>style.visibility</p:attrName>
                                        </p:attrNameLst>
                                      </p:cBhvr>
                                      <p:to>
                                        <p:strVal val="visible"/>
                                      </p:to>
                                    </p:set>
                                    <p:animEffect transition="in" filter="box(in)">
                                      <p:cBhvr>
                                        <p:cTn id="55" dur="500"/>
                                        <p:tgtEl>
                                          <p:spTgt spid="85"/>
                                        </p:tgtEl>
                                      </p:cBhvr>
                                    </p:animEffect>
                                  </p:childTnLst>
                                </p:cTn>
                              </p:par>
                              <p:par>
                                <p:cTn id="56" presetID="4" presetClass="entr" presetSubtype="16" fill="hold" nodeType="withEffect">
                                  <p:stCondLst>
                                    <p:cond delay="0"/>
                                  </p:stCondLst>
                                  <p:childTnLst>
                                    <p:set>
                                      <p:cBhvr>
                                        <p:cTn id="57" dur="1" fill="hold">
                                          <p:stCondLst>
                                            <p:cond delay="0"/>
                                          </p:stCondLst>
                                        </p:cTn>
                                        <p:tgtEl>
                                          <p:spTgt spid="98"/>
                                        </p:tgtEl>
                                        <p:attrNameLst>
                                          <p:attrName>style.visibility</p:attrName>
                                        </p:attrNameLst>
                                      </p:cBhvr>
                                      <p:to>
                                        <p:strVal val="visible"/>
                                      </p:to>
                                    </p:set>
                                    <p:animEffect transition="in" filter="box(in)">
                                      <p:cBhvr>
                                        <p:cTn id="58" dur="500"/>
                                        <p:tgtEl>
                                          <p:spTgt spid="98"/>
                                        </p:tgtEl>
                                      </p:cBhvr>
                                    </p:animEffect>
                                  </p:childTnLst>
                                </p:cTn>
                              </p:par>
                              <p:par>
                                <p:cTn id="59" presetID="4" presetClass="entr" presetSubtype="16" fill="hold" grpId="0" nodeType="withEffect">
                                  <p:stCondLst>
                                    <p:cond delay="0"/>
                                  </p:stCondLst>
                                  <p:childTnLst>
                                    <p:set>
                                      <p:cBhvr>
                                        <p:cTn id="60" dur="1" fill="hold">
                                          <p:stCondLst>
                                            <p:cond delay="0"/>
                                          </p:stCondLst>
                                        </p:cTn>
                                        <p:tgtEl>
                                          <p:spTgt spid="114"/>
                                        </p:tgtEl>
                                        <p:attrNameLst>
                                          <p:attrName>style.visibility</p:attrName>
                                        </p:attrNameLst>
                                      </p:cBhvr>
                                      <p:to>
                                        <p:strVal val="visible"/>
                                      </p:to>
                                    </p:set>
                                    <p:animEffect transition="in" filter="box(in)">
                                      <p:cBhvr>
                                        <p:cTn id="61" dur="500"/>
                                        <p:tgtEl>
                                          <p:spTgt spid="114"/>
                                        </p:tgtEl>
                                      </p:cBhvr>
                                    </p:animEffect>
                                  </p:childTnLst>
                                </p:cTn>
                              </p:par>
                              <p:par>
                                <p:cTn id="62" presetID="4" presetClass="entr" presetSubtype="16" fill="hold" grpId="0" nodeType="withEffect">
                                  <p:stCondLst>
                                    <p:cond delay="0"/>
                                  </p:stCondLst>
                                  <p:childTnLst>
                                    <p:set>
                                      <p:cBhvr>
                                        <p:cTn id="63" dur="1" fill="hold">
                                          <p:stCondLst>
                                            <p:cond delay="0"/>
                                          </p:stCondLst>
                                        </p:cTn>
                                        <p:tgtEl>
                                          <p:spTgt spid="115"/>
                                        </p:tgtEl>
                                        <p:attrNameLst>
                                          <p:attrName>style.visibility</p:attrName>
                                        </p:attrNameLst>
                                      </p:cBhvr>
                                      <p:to>
                                        <p:strVal val="visible"/>
                                      </p:to>
                                    </p:set>
                                    <p:animEffect transition="in" filter="box(in)">
                                      <p:cBhvr>
                                        <p:cTn id="64" dur="500"/>
                                        <p:tgtEl>
                                          <p:spTgt spid="115"/>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16"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box(in)">
                                      <p:cBhvr>
                                        <p:cTn id="69" dur="500"/>
                                        <p:tgtEl>
                                          <p:spTgt spid="14"/>
                                        </p:tgtEl>
                                      </p:cBhvr>
                                    </p:animEffect>
                                  </p:childTnLst>
                                </p:cTn>
                              </p:par>
                              <p:par>
                                <p:cTn id="70" presetID="4" presetClass="entr" presetSubtype="16" fill="hold" grpId="0" nodeType="withEffect">
                                  <p:stCondLst>
                                    <p:cond delay="0"/>
                                  </p:stCondLst>
                                  <p:childTnLst>
                                    <p:set>
                                      <p:cBhvr>
                                        <p:cTn id="71" dur="1" fill="hold">
                                          <p:stCondLst>
                                            <p:cond delay="0"/>
                                          </p:stCondLst>
                                        </p:cTn>
                                        <p:tgtEl>
                                          <p:spTgt spid="113"/>
                                        </p:tgtEl>
                                        <p:attrNameLst>
                                          <p:attrName>style.visibility</p:attrName>
                                        </p:attrNameLst>
                                      </p:cBhvr>
                                      <p:to>
                                        <p:strVal val="visible"/>
                                      </p:to>
                                    </p:set>
                                    <p:animEffect transition="in" filter="box(in)">
                                      <p:cBhvr>
                                        <p:cTn id="72" dur="500"/>
                                        <p:tgtEl>
                                          <p:spTgt spid="113"/>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112"/>
                                        </p:tgtEl>
                                        <p:attrNameLst>
                                          <p:attrName>style.visibility</p:attrName>
                                        </p:attrNameLst>
                                      </p:cBhvr>
                                      <p:to>
                                        <p:strVal val="visible"/>
                                      </p:to>
                                    </p:set>
                                    <p:animEffect transition="in" filter="box(in)">
                                      <p:cBhvr>
                                        <p:cTn id="77" dur="500"/>
                                        <p:tgtEl>
                                          <p:spTgt spid="112"/>
                                        </p:tgtEl>
                                      </p:cBhvr>
                                    </p:animEffect>
                                  </p:childTnLst>
                                </p:cTn>
                              </p:par>
                              <p:par>
                                <p:cTn id="78" presetID="4" presetClass="entr" presetSubtype="16" fill="hold" nodeType="withEffect">
                                  <p:stCondLst>
                                    <p:cond delay="0"/>
                                  </p:stCondLst>
                                  <p:childTnLst>
                                    <p:set>
                                      <p:cBhvr>
                                        <p:cTn id="79" dur="1" fill="hold">
                                          <p:stCondLst>
                                            <p:cond delay="0"/>
                                          </p:stCondLst>
                                        </p:cTn>
                                        <p:tgtEl>
                                          <p:spTgt spid="384"/>
                                        </p:tgtEl>
                                        <p:attrNameLst>
                                          <p:attrName>style.visibility</p:attrName>
                                        </p:attrNameLst>
                                      </p:cBhvr>
                                      <p:to>
                                        <p:strVal val="visible"/>
                                      </p:to>
                                    </p:set>
                                    <p:animEffect transition="in" filter="box(in)">
                                      <p:cBhvr>
                                        <p:cTn id="80" dur="500"/>
                                        <p:tgtEl>
                                          <p:spTgt spid="384"/>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box(in)">
                                      <p:cBhvr>
                                        <p:cTn id="85" dur="500"/>
                                        <p:tgtEl>
                                          <p:spTgt spid="10"/>
                                        </p:tgtEl>
                                      </p:cBhvr>
                                    </p:animEffect>
                                  </p:childTnLst>
                                </p:cTn>
                              </p:par>
                              <p:par>
                                <p:cTn id="86" presetID="4" presetClass="entr" presetSubtype="16" fill="hold" nodeType="withEffect">
                                  <p:stCondLst>
                                    <p:cond delay="0"/>
                                  </p:stCondLst>
                                  <p:childTnLst>
                                    <p:set>
                                      <p:cBhvr>
                                        <p:cTn id="87" dur="1" fill="hold">
                                          <p:stCondLst>
                                            <p:cond delay="0"/>
                                          </p:stCondLst>
                                        </p:cTn>
                                        <p:tgtEl>
                                          <p:spTgt spid="385"/>
                                        </p:tgtEl>
                                        <p:attrNameLst>
                                          <p:attrName>style.visibility</p:attrName>
                                        </p:attrNameLst>
                                      </p:cBhvr>
                                      <p:to>
                                        <p:strVal val="visible"/>
                                      </p:to>
                                    </p:set>
                                    <p:animEffect transition="in" filter="box(in)">
                                      <p:cBhvr>
                                        <p:cTn id="88" dur="500"/>
                                        <p:tgtEl>
                                          <p:spTgt spid="385"/>
                                        </p:tgtEl>
                                      </p:cBhvr>
                                    </p:animEffect>
                                  </p:childTnLst>
                                </p:cTn>
                              </p:par>
                              <p:par>
                                <p:cTn id="89" presetID="4" presetClass="entr" presetSubtype="16" fill="hold" nodeType="withEffect">
                                  <p:stCondLst>
                                    <p:cond delay="0"/>
                                  </p:stCondLst>
                                  <p:childTnLst>
                                    <p:set>
                                      <p:cBhvr>
                                        <p:cTn id="90" dur="1" fill="hold">
                                          <p:stCondLst>
                                            <p:cond delay="0"/>
                                          </p:stCondLst>
                                        </p:cTn>
                                        <p:tgtEl>
                                          <p:spTgt spid="386"/>
                                        </p:tgtEl>
                                        <p:attrNameLst>
                                          <p:attrName>style.visibility</p:attrName>
                                        </p:attrNameLst>
                                      </p:cBhvr>
                                      <p:to>
                                        <p:strVal val="visible"/>
                                      </p:to>
                                    </p:set>
                                    <p:animEffect transition="in" filter="box(in)">
                                      <p:cBhvr>
                                        <p:cTn id="91" dur="500"/>
                                        <p:tgtEl>
                                          <p:spTgt spid="386"/>
                                        </p:tgtEl>
                                      </p:cBhvr>
                                    </p:animEffect>
                                  </p:childTnLst>
                                </p:cTn>
                              </p:par>
                              <p:par>
                                <p:cTn id="92" presetID="4" presetClass="entr" presetSubtype="16" fill="hold" nodeType="withEffect">
                                  <p:stCondLst>
                                    <p:cond delay="0"/>
                                  </p:stCondLst>
                                  <p:childTnLst>
                                    <p:set>
                                      <p:cBhvr>
                                        <p:cTn id="93" dur="1" fill="hold">
                                          <p:stCondLst>
                                            <p:cond delay="0"/>
                                          </p:stCondLst>
                                        </p:cTn>
                                        <p:tgtEl>
                                          <p:spTgt spid="387"/>
                                        </p:tgtEl>
                                        <p:attrNameLst>
                                          <p:attrName>style.visibility</p:attrName>
                                        </p:attrNameLst>
                                      </p:cBhvr>
                                      <p:to>
                                        <p:strVal val="visible"/>
                                      </p:to>
                                    </p:set>
                                    <p:animEffect transition="in" filter="box(in)">
                                      <p:cBhvr>
                                        <p:cTn id="94" dur="500"/>
                                        <p:tgtEl>
                                          <p:spTgt spid="387"/>
                                        </p:tgtEl>
                                      </p:cBhvr>
                                    </p:animEffect>
                                  </p:childTnLst>
                                </p:cTn>
                              </p:par>
                              <p:par>
                                <p:cTn id="95" presetID="4" presetClass="entr" presetSubtype="16" fill="hold" grpId="0" nodeType="withEffect">
                                  <p:stCondLst>
                                    <p:cond delay="0"/>
                                  </p:stCondLst>
                                  <p:childTnLst>
                                    <p:set>
                                      <p:cBhvr>
                                        <p:cTn id="96" dur="1" fill="hold">
                                          <p:stCondLst>
                                            <p:cond delay="0"/>
                                          </p:stCondLst>
                                        </p:cTn>
                                        <p:tgtEl>
                                          <p:spTgt spid="388"/>
                                        </p:tgtEl>
                                        <p:attrNameLst>
                                          <p:attrName>style.visibility</p:attrName>
                                        </p:attrNameLst>
                                      </p:cBhvr>
                                      <p:to>
                                        <p:strVal val="visible"/>
                                      </p:to>
                                    </p:set>
                                    <p:animEffect transition="in" filter="box(in)">
                                      <p:cBhvr>
                                        <p:cTn id="97" dur="500"/>
                                        <p:tgtEl>
                                          <p:spTgt spid="388"/>
                                        </p:tgtEl>
                                      </p:cBhvr>
                                    </p:animEffect>
                                  </p:childTnLst>
                                </p:cTn>
                              </p:par>
                              <p:par>
                                <p:cTn id="98" presetID="4" presetClass="entr" presetSubtype="16" fill="hold" grpId="0" nodeType="withEffect">
                                  <p:stCondLst>
                                    <p:cond delay="0"/>
                                  </p:stCondLst>
                                  <p:childTnLst>
                                    <p:set>
                                      <p:cBhvr>
                                        <p:cTn id="99" dur="1" fill="hold">
                                          <p:stCondLst>
                                            <p:cond delay="0"/>
                                          </p:stCondLst>
                                        </p:cTn>
                                        <p:tgtEl>
                                          <p:spTgt spid="389"/>
                                        </p:tgtEl>
                                        <p:attrNameLst>
                                          <p:attrName>style.visibility</p:attrName>
                                        </p:attrNameLst>
                                      </p:cBhvr>
                                      <p:to>
                                        <p:strVal val="visible"/>
                                      </p:to>
                                    </p:set>
                                    <p:animEffect transition="in" filter="box(in)">
                                      <p:cBhvr>
                                        <p:cTn id="100" dur="500"/>
                                        <p:tgtEl>
                                          <p:spTgt spid="389"/>
                                        </p:tgtEl>
                                      </p:cBhvr>
                                    </p:animEffect>
                                  </p:childTnLst>
                                </p:cTn>
                              </p:par>
                              <p:par>
                                <p:cTn id="101" presetID="4" presetClass="entr" presetSubtype="16" fill="hold" grpId="0" nodeType="withEffect">
                                  <p:stCondLst>
                                    <p:cond delay="0"/>
                                  </p:stCondLst>
                                  <p:childTnLst>
                                    <p:set>
                                      <p:cBhvr>
                                        <p:cTn id="102" dur="1" fill="hold">
                                          <p:stCondLst>
                                            <p:cond delay="0"/>
                                          </p:stCondLst>
                                        </p:cTn>
                                        <p:tgtEl>
                                          <p:spTgt spid="390"/>
                                        </p:tgtEl>
                                        <p:attrNameLst>
                                          <p:attrName>style.visibility</p:attrName>
                                        </p:attrNameLst>
                                      </p:cBhvr>
                                      <p:to>
                                        <p:strVal val="visible"/>
                                      </p:to>
                                    </p:set>
                                    <p:animEffect transition="in" filter="box(in)">
                                      <p:cBhvr>
                                        <p:cTn id="103" dur="500"/>
                                        <p:tgtEl>
                                          <p:spTgt spid="390"/>
                                        </p:tgtEl>
                                      </p:cBhvr>
                                    </p:animEffect>
                                  </p:childTnLst>
                                </p:cTn>
                              </p:par>
                              <p:par>
                                <p:cTn id="104" presetID="4" presetClass="entr" presetSubtype="16" fill="hold" grpId="0" nodeType="withEffect">
                                  <p:stCondLst>
                                    <p:cond delay="0"/>
                                  </p:stCondLst>
                                  <p:childTnLst>
                                    <p:set>
                                      <p:cBhvr>
                                        <p:cTn id="105" dur="1" fill="hold">
                                          <p:stCondLst>
                                            <p:cond delay="0"/>
                                          </p:stCondLst>
                                        </p:cTn>
                                        <p:tgtEl>
                                          <p:spTgt spid="391"/>
                                        </p:tgtEl>
                                        <p:attrNameLst>
                                          <p:attrName>style.visibility</p:attrName>
                                        </p:attrNameLst>
                                      </p:cBhvr>
                                      <p:to>
                                        <p:strVal val="visible"/>
                                      </p:to>
                                    </p:set>
                                    <p:animEffect transition="in" filter="box(in)">
                                      <p:cBhvr>
                                        <p:cTn id="106" dur="500"/>
                                        <p:tgtEl>
                                          <p:spTgt spid="391"/>
                                        </p:tgtEl>
                                      </p:cBhvr>
                                    </p:animEffect>
                                  </p:childTnLst>
                                </p:cTn>
                              </p:par>
                              <p:par>
                                <p:cTn id="107" presetID="4" presetClass="entr" presetSubtype="16" fill="hold" grpId="0" nodeType="withEffect">
                                  <p:stCondLst>
                                    <p:cond delay="0"/>
                                  </p:stCondLst>
                                  <p:childTnLst>
                                    <p:set>
                                      <p:cBhvr>
                                        <p:cTn id="108" dur="1" fill="hold">
                                          <p:stCondLst>
                                            <p:cond delay="0"/>
                                          </p:stCondLst>
                                        </p:cTn>
                                        <p:tgtEl>
                                          <p:spTgt spid="392"/>
                                        </p:tgtEl>
                                        <p:attrNameLst>
                                          <p:attrName>style.visibility</p:attrName>
                                        </p:attrNameLst>
                                      </p:cBhvr>
                                      <p:to>
                                        <p:strVal val="visible"/>
                                      </p:to>
                                    </p:set>
                                    <p:animEffect transition="in" filter="box(in)">
                                      <p:cBhvr>
                                        <p:cTn id="109" dur="500"/>
                                        <p:tgtEl>
                                          <p:spTgt spid="392"/>
                                        </p:tgtEl>
                                      </p:cBhvr>
                                    </p:animEffect>
                                  </p:childTnLst>
                                </p:cTn>
                              </p:par>
                            </p:childTnLst>
                          </p:cTn>
                        </p:par>
                      </p:childTnLst>
                    </p:cTn>
                  </p:par>
                  <p:par>
                    <p:cTn id="110" fill="hold">
                      <p:stCondLst>
                        <p:cond delay="indefinite"/>
                      </p:stCondLst>
                      <p:childTnLst>
                        <p:par>
                          <p:cTn id="111" fill="hold">
                            <p:stCondLst>
                              <p:cond delay="0"/>
                            </p:stCondLst>
                            <p:childTnLst>
                              <p:par>
                                <p:cTn id="112" presetID="0" presetClass="path" presetSubtype="0" accel="50000" decel="50000" fill="hold" grpId="1" nodeType="clickEffect">
                                  <p:stCondLst>
                                    <p:cond delay="0"/>
                                  </p:stCondLst>
                                  <p:childTnLst>
                                    <p:animMotion origin="layout" path="M 0 0 L 0 -0.08533 " pathEditMode="relative" ptsTypes="AA">
                                      <p:cBhvr>
                                        <p:cTn id="113" dur="2000" fill="hold"/>
                                        <p:tgtEl>
                                          <p:spTgt spid="392"/>
                                        </p:tgtEl>
                                        <p:attrNameLst>
                                          <p:attrName>ppt_x</p:attrName>
                                          <p:attrName>ppt_y</p:attrName>
                                        </p:attrNameLst>
                                      </p:cBhvr>
                                    </p:animMotion>
                                  </p:childTnLst>
                                </p:cTn>
                              </p:par>
                            </p:childTnLst>
                          </p:cTn>
                        </p:par>
                        <p:par>
                          <p:cTn id="114" fill="hold">
                            <p:stCondLst>
                              <p:cond delay="2000"/>
                            </p:stCondLst>
                            <p:childTnLst>
                              <p:par>
                                <p:cTn id="115" presetID="0" presetClass="path" presetSubtype="0" accel="50000" decel="50000" fill="hold" grpId="1" nodeType="afterEffect">
                                  <p:stCondLst>
                                    <p:cond delay="0"/>
                                  </p:stCondLst>
                                  <p:childTnLst>
                                    <p:animMotion origin="layout" path="M 0 0 L 0 -0.09852 " pathEditMode="relative" ptsTypes="AA">
                                      <p:cBhvr>
                                        <p:cTn id="116" dur="2000" fill="hold"/>
                                        <p:tgtEl>
                                          <p:spTgt spid="391"/>
                                        </p:tgtEl>
                                        <p:attrNameLst>
                                          <p:attrName>ppt_x</p:attrName>
                                          <p:attrName>ppt_y</p:attrName>
                                        </p:attrNameLst>
                                      </p:cBhvr>
                                    </p:animMotion>
                                  </p:childTnLst>
                                </p:cTn>
                              </p:par>
                            </p:childTnLst>
                          </p:cTn>
                        </p:par>
                        <p:par>
                          <p:cTn id="117" fill="hold">
                            <p:stCondLst>
                              <p:cond delay="4000"/>
                            </p:stCondLst>
                            <p:childTnLst>
                              <p:par>
                                <p:cTn id="118" presetID="0" presetClass="path" presetSubtype="0" accel="50000" decel="50000" fill="hold" grpId="1" nodeType="afterEffect">
                                  <p:stCondLst>
                                    <p:cond delay="0"/>
                                  </p:stCondLst>
                                  <p:childTnLst>
                                    <p:animMotion origin="layout" path="M 0 0 L 0 -0.0592 " pathEditMode="relative" ptsTypes="AA">
                                      <p:cBhvr>
                                        <p:cTn id="119" dur="2000" fill="hold"/>
                                        <p:tgtEl>
                                          <p:spTgt spid="390"/>
                                        </p:tgtEl>
                                        <p:attrNameLst>
                                          <p:attrName>ppt_x</p:attrName>
                                          <p:attrName>ppt_y</p:attrName>
                                        </p:attrNameLst>
                                      </p:cBhvr>
                                    </p:animMotion>
                                  </p:childTnLst>
                                </p:cTn>
                              </p:par>
                            </p:childTnLst>
                          </p:cTn>
                        </p:par>
                      </p:childTnLst>
                    </p:cTn>
                  </p:par>
                  <p:par>
                    <p:cTn id="120" fill="hold">
                      <p:stCondLst>
                        <p:cond delay="indefinite"/>
                      </p:stCondLst>
                      <p:childTnLst>
                        <p:par>
                          <p:cTn id="121" fill="hold">
                            <p:stCondLst>
                              <p:cond delay="0"/>
                            </p:stCondLst>
                            <p:childTnLst>
                              <p:par>
                                <p:cTn id="122" presetID="4" presetClass="entr" presetSubtype="16" fill="hold" nodeType="clickEffect">
                                  <p:stCondLst>
                                    <p:cond delay="0"/>
                                  </p:stCondLst>
                                  <p:childTnLst>
                                    <p:set>
                                      <p:cBhvr>
                                        <p:cTn id="123" dur="1" fill="hold">
                                          <p:stCondLst>
                                            <p:cond delay="0"/>
                                          </p:stCondLst>
                                        </p:cTn>
                                        <p:tgtEl>
                                          <p:spTgt spid="394"/>
                                        </p:tgtEl>
                                        <p:attrNameLst>
                                          <p:attrName>style.visibility</p:attrName>
                                        </p:attrNameLst>
                                      </p:cBhvr>
                                      <p:to>
                                        <p:strVal val="visible"/>
                                      </p:to>
                                    </p:set>
                                    <p:animEffect transition="in" filter="box(in)">
                                      <p:cBhvr>
                                        <p:cTn id="124" dur="500"/>
                                        <p:tgtEl>
                                          <p:spTgt spid="394"/>
                                        </p:tgtEl>
                                      </p:cBhvr>
                                    </p:animEffect>
                                  </p:childTnLst>
                                </p:cTn>
                              </p:par>
                              <p:par>
                                <p:cTn id="125" presetID="4" presetClass="entr" presetSubtype="16" fill="hold" grpId="0" nodeType="withEffect">
                                  <p:stCondLst>
                                    <p:cond delay="0"/>
                                  </p:stCondLst>
                                  <p:childTnLst>
                                    <p:set>
                                      <p:cBhvr>
                                        <p:cTn id="126" dur="1" fill="hold">
                                          <p:stCondLst>
                                            <p:cond delay="0"/>
                                          </p:stCondLst>
                                        </p:cTn>
                                        <p:tgtEl>
                                          <p:spTgt spid="393"/>
                                        </p:tgtEl>
                                        <p:attrNameLst>
                                          <p:attrName>style.visibility</p:attrName>
                                        </p:attrNameLst>
                                      </p:cBhvr>
                                      <p:to>
                                        <p:strVal val="visible"/>
                                      </p:to>
                                    </p:set>
                                    <p:animEffect transition="in" filter="box(in)">
                                      <p:cBhvr>
                                        <p:cTn id="127" dur="500"/>
                                        <p:tgtEl>
                                          <p:spTgt spid="393"/>
                                        </p:tgtEl>
                                      </p:cBhvr>
                                    </p:animEffec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395"/>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396"/>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397"/>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0"/>
                                          </p:stCondLst>
                                        </p:cTn>
                                        <p:tgtEl>
                                          <p:spTgt spid="398"/>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fill="hold" grpId="0" nodeType="clickEffect">
                                  <p:stCondLst>
                                    <p:cond delay="0"/>
                                  </p:stCondLst>
                                  <p:childTnLst>
                                    <p:set>
                                      <p:cBhvr>
                                        <p:cTn id="147" dur="1" fill="hold">
                                          <p:stCondLst>
                                            <p:cond delay="0"/>
                                          </p:stCondLst>
                                        </p:cTn>
                                        <p:tgtEl>
                                          <p:spTgt spid="399"/>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400"/>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0"/>
                                          </p:stCondLst>
                                        </p:cTn>
                                        <p:tgtEl>
                                          <p:spTgt spid="4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animBg="1"/>
      <p:bldP spid="14" grpId="0" animBg="1"/>
      <p:bldP spid="112" grpId="0"/>
      <p:bldP spid="113" grpId="0"/>
      <p:bldP spid="114" grpId="0"/>
      <p:bldP spid="115" grpId="0"/>
      <p:bldP spid="116" grpId="0"/>
      <p:bldP spid="383" grpId="0" animBg="1"/>
      <p:bldP spid="383" grpId="1" animBg="1"/>
      <p:bldP spid="388" grpId="0"/>
      <p:bldP spid="389" grpId="0"/>
      <p:bldP spid="390" grpId="0" animBg="1"/>
      <p:bldP spid="390" grpId="1" animBg="1"/>
      <p:bldP spid="391" grpId="0" animBg="1"/>
      <p:bldP spid="391" grpId="1" animBg="1"/>
      <p:bldP spid="392" grpId="0" animBg="1"/>
      <p:bldP spid="392" grpId="1" animBg="1"/>
      <p:bldP spid="393" grpId="0" animBg="1"/>
      <p:bldP spid="395" grpId="0"/>
      <p:bldP spid="396" grpId="0" animBg="1"/>
      <p:bldP spid="397" grpId="0" animBg="1"/>
      <p:bldP spid="398" grpId="0" animBg="1"/>
      <p:bldP spid="399" grpId="0" animBg="1"/>
      <p:bldP spid="400" grpId="0" animBg="1"/>
      <p:bldP spid="40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晶体的能带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9" name="TextBox 1">
            <a:extLst>
              <a:ext uri="{FF2B5EF4-FFF2-40B4-BE49-F238E27FC236}">
                <a16:creationId xmlns:a16="http://schemas.microsoft.com/office/drawing/2014/main" xmlns="" id="{ECC9C6EE-4570-402D-96B6-230E06D72F96}"/>
              </a:ext>
            </a:extLst>
          </p:cNvPr>
          <p:cNvSpPr txBox="1">
            <a:spLocks noChangeArrowheads="1"/>
          </p:cNvSpPr>
          <p:nvPr/>
        </p:nvSpPr>
        <p:spPr bwMode="auto">
          <a:xfrm>
            <a:off x="1230568" y="4213891"/>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defTabSz="914400" eaLnBrk="1" hangingPunct="1"/>
            <a:r>
              <a:rPr lang="en-US" altLang="zh-CN" sz="2400">
                <a:solidFill>
                  <a:srgbClr val="FF0000"/>
                </a:solidFill>
                <a:latin typeface="Times New Roman" panose="02020603050405020304" pitchFamily="18" charset="0"/>
                <a:cs typeface="Times New Roman" panose="02020603050405020304" pitchFamily="18" charset="0"/>
              </a:rPr>
              <a:t>B</a:t>
            </a:r>
            <a:r>
              <a:rPr lang="en-US" altLang="zh-CN" sz="2400" baseline="30000">
                <a:solidFill>
                  <a:srgbClr val="FF0000"/>
                </a:solidFill>
                <a:latin typeface="Times New Roman" panose="02020603050405020304" pitchFamily="18" charset="0"/>
                <a:cs typeface="Times New Roman" panose="02020603050405020304" pitchFamily="18" charset="0"/>
              </a:rPr>
              <a:t>-</a:t>
            </a:r>
            <a:endParaRPr lang="zh-CN" altLang="en-US" sz="2400">
              <a:solidFill>
                <a:srgbClr val="FF0000"/>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xmlns="" id="{97E7B269-D766-450E-A761-CD3C7E4C6114}"/>
              </a:ext>
            </a:extLst>
          </p:cNvPr>
          <p:cNvSpPr/>
          <p:nvPr/>
        </p:nvSpPr>
        <p:spPr>
          <a:xfrm>
            <a:off x="1032131" y="4925091"/>
            <a:ext cx="2711450" cy="1111250"/>
          </a:xfrm>
          <a:prstGeom prst="rect">
            <a:avLst/>
          </a:prstGeom>
          <a:solidFill>
            <a:sysClr val="window" lastClr="FFFFFF"/>
          </a:solidFill>
          <a:ln w="3175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2" name="矩形 11">
            <a:extLst>
              <a:ext uri="{FF2B5EF4-FFF2-40B4-BE49-F238E27FC236}">
                <a16:creationId xmlns:a16="http://schemas.microsoft.com/office/drawing/2014/main" xmlns="" id="{BC7B3524-91AD-4F2A-9C87-C97484068C4B}"/>
              </a:ext>
            </a:extLst>
          </p:cNvPr>
          <p:cNvSpPr/>
          <p:nvPr/>
        </p:nvSpPr>
        <p:spPr>
          <a:xfrm>
            <a:off x="1027368" y="2658141"/>
            <a:ext cx="2711450" cy="1111250"/>
          </a:xfrm>
          <a:prstGeom prst="rect">
            <a:avLst/>
          </a:prstGeom>
          <a:solidFill>
            <a:srgbClr val="F79646">
              <a:lumMod val="60000"/>
              <a:lumOff val="40000"/>
            </a:srgbClr>
          </a:solidFill>
          <a:ln w="25400" cap="flat" cmpd="sng" algn="ctr">
            <a:solidFill>
              <a:srgbClr val="FF00FF"/>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4" name="Oval 259">
            <a:extLst>
              <a:ext uri="{FF2B5EF4-FFF2-40B4-BE49-F238E27FC236}">
                <a16:creationId xmlns:a16="http://schemas.microsoft.com/office/drawing/2014/main" xmlns="" id="{85A34F1A-58B3-46FE-8AB6-0C5EABAC9399}"/>
              </a:ext>
            </a:extLst>
          </p:cNvPr>
          <p:cNvSpPr>
            <a:spLocks noChangeArrowheads="1"/>
          </p:cNvSpPr>
          <p:nvPr/>
        </p:nvSpPr>
        <p:spPr bwMode="auto">
          <a:xfrm rot="5400000" flipH="1" flipV="1">
            <a:off x="1122618" y="5031454"/>
            <a:ext cx="85725"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5" name="Oval 259">
            <a:extLst>
              <a:ext uri="{FF2B5EF4-FFF2-40B4-BE49-F238E27FC236}">
                <a16:creationId xmlns:a16="http://schemas.microsoft.com/office/drawing/2014/main" xmlns="" id="{513EE4E3-08B3-4B24-A6D0-BF93ECF8AA01}"/>
              </a:ext>
            </a:extLst>
          </p:cNvPr>
          <p:cNvSpPr>
            <a:spLocks noChangeArrowheads="1"/>
          </p:cNvSpPr>
          <p:nvPr/>
        </p:nvSpPr>
        <p:spPr bwMode="auto">
          <a:xfrm rot="5400000" flipH="1" flipV="1">
            <a:off x="1339312" y="5030660"/>
            <a:ext cx="87312"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6" name="Oval 259">
            <a:extLst>
              <a:ext uri="{FF2B5EF4-FFF2-40B4-BE49-F238E27FC236}">
                <a16:creationId xmlns:a16="http://schemas.microsoft.com/office/drawing/2014/main" xmlns="" id="{3C5517EB-3532-46A4-A780-A729154A79FD}"/>
              </a:ext>
            </a:extLst>
          </p:cNvPr>
          <p:cNvSpPr>
            <a:spLocks noChangeArrowheads="1"/>
          </p:cNvSpPr>
          <p:nvPr/>
        </p:nvSpPr>
        <p:spPr bwMode="auto">
          <a:xfrm rot="5400000" flipH="1" flipV="1">
            <a:off x="1566324" y="5032248"/>
            <a:ext cx="87313"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7" name="Oval 259">
            <a:extLst>
              <a:ext uri="{FF2B5EF4-FFF2-40B4-BE49-F238E27FC236}">
                <a16:creationId xmlns:a16="http://schemas.microsoft.com/office/drawing/2014/main" xmlns="" id="{D21B779C-F778-48FD-96AC-F9F3B71082A2}"/>
              </a:ext>
            </a:extLst>
          </p:cNvPr>
          <p:cNvSpPr>
            <a:spLocks noChangeArrowheads="1"/>
          </p:cNvSpPr>
          <p:nvPr/>
        </p:nvSpPr>
        <p:spPr bwMode="auto">
          <a:xfrm rot="5400000" flipH="1" flipV="1">
            <a:off x="1788575" y="5030660"/>
            <a:ext cx="87312"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8" name="Oval 259">
            <a:extLst>
              <a:ext uri="{FF2B5EF4-FFF2-40B4-BE49-F238E27FC236}">
                <a16:creationId xmlns:a16="http://schemas.microsoft.com/office/drawing/2014/main" xmlns="" id="{67BB9CB1-F71E-40EF-A68D-1D2353C51F8B}"/>
              </a:ext>
            </a:extLst>
          </p:cNvPr>
          <p:cNvSpPr>
            <a:spLocks noChangeArrowheads="1"/>
          </p:cNvSpPr>
          <p:nvPr/>
        </p:nvSpPr>
        <p:spPr bwMode="auto">
          <a:xfrm rot="5400000" flipH="1" flipV="1">
            <a:off x="2014793" y="5028279"/>
            <a:ext cx="85725"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9" name="Oval 259">
            <a:extLst>
              <a:ext uri="{FF2B5EF4-FFF2-40B4-BE49-F238E27FC236}">
                <a16:creationId xmlns:a16="http://schemas.microsoft.com/office/drawing/2014/main" xmlns="" id="{56FA299F-5E5C-46A5-957C-80F80AEC1446}"/>
              </a:ext>
            </a:extLst>
          </p:cNvPr>
          <p:cNvSpPr>
            <a:spLocks noChangeArrowheads="1"/>
          </p:cNvSpPr>
          <p:nvPr/>
        </p:nvSpPr>
        <p:spPr bwMode="auto">
          <a:xfrm rot="5400000" flipH="1" flipV="1">
            <a:off x="2233074" y="5032248"/>
            <a:ext cx="87313"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21" name="Oval 259">
            <a:extLst>
              <a:ext uri="{FF2B5EF4-FFF2-40B4-BE49-F238E27FC236}">
                <a16:creationId xmlns:a16="http://schemas.microsoft.com/office/drawing/2014/main" xmlns="" id="{5F9E3754-36B8-467D-A07A-3AFDE0E383EB}"/>
              </a:ext>
            </a:extLst>
          </p:cNvPr>
          <p:cNvSpPr>
            <a:spLocks noChangeArrowheads="1"/>
          </p:cNvSpPr>
          <p:nvPr/>
        </p:nvSpPr>
        <p:spPr bwMode="auto">
          <a:xfrm rot="5400000" flipH="1" flipV="1">
            <a:off x="2455324" y="5032248"/>
            <a:ext cx="87313"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22" name="Oval 259">
            <a:extLst>
              <a:ext uri="{FF2B5EF4-FFF2-40B4-BE49-F238E27FC236}">
                <a16:creationId xmlns:a16="http://schemas.microsoft.com/office/drawing/2014/main" xmlns="" id="{448D955A-44FC-4894-BE2E-5554C20345E0}"/>
              </a:ext>
            </a:extLst>
          </p:cNvPr>
          <p:cNvSpPr>
            <a:spLocks noChangeArrowheads="1"/>
          </p:cNvSpPr>
          <p:nvPr/>
        </p:nvSpPr>
        <p:spPr bwMode="auto">
          <a:xfrm rot="5400000" flipH="1" flipV="1">
            <a:off x="2677574" y="5035423"/>
            <a:ext cx="87313"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23" name="Oval 259">
            <a:extLst>
              <a:ext uri="{FF2B5EF4-FFF2-40B4-BE49-F238E27FC236}">
                <a16:creationId xmlns:a16="http://schemas.microsoft.com/office/drawing/2014/main" xmlns="" id="{63F95F22-736A-402D-BC93-38C20BE703A3}"/>
              </a:ext>
            </a:extLst>
          </p:cNvPr>
          <p:cNvSpPr>
            <a:spLocks noChangeArrowheads="1"/>
          </p:cNvSpPr>
          <p:nvPr/>
        </p:nvSpPr>
        <p:spPr bwMode="auto">
          <a:xfrm rot="5400000" flipH="1" flipV="1">
            <a:off x="2899824" y="5038598"/>
            <a:ext cx="87313"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24" name="Oval 259">
            <a:extLst>
              <a:ext uri="{FF2B5EF4-FFF2-40B4-BE49-F238E27FC236}">
                <a16:creationId xmlns:a16="http://schemas.microsoft.com/office/drawing/2014/main" xmlns="" id="{6B7B24ED-CF5E-4AE9-A7C4-F009C56749A3}"/>
              </a:ext>
            </a:extLst>
          </p:cNvPr>
          <p:cNvSpPr>
            <a:spLocks noChangeArrowheads="1"/>
          </p:cNvSpPr>
          <p:nvPr/>
        </p:nvSpPr>
        <p:spPr bwMode="auto">
          <a:xfrm rot="5400000" flipH="1" flipV="1">
            <a:off x="3122074" y="5038598"/>
            <a:ext cx="87313"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27" name="Oval 259">
            <a:extLst>
              <a:ext uri="{FF2B5EF4-FFF2-40B4-BE49-F238E27FC236}">
                <a16:creationId xmlns:a16="http://schemas.microsoft.com/office/drawing/2014/main" xmlns="" id="{1509605D-C01A-4963-875C-F3FB220871C4}"/>
              </a:ext>
            </a:extLst>
          </p:cNvPr>
          <p:cNvSpPr>
            <a:spLocks noChangeArrowheads="1"/>
          </p:cNvSpPr>
          <p:nvPr/>
        </p:nvSpPr>
        <p:spPr bwMode="auto">
          <a:xfrm rot="5400000" flipH="1" flipV="1">
            <a:off x="3344324" y="5038598"/>
            <a:ext cx="87313"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28" name="Oval 259">
            <a:extLst>
              <a:ext uri="{FF2B5EF4-FFF2-40B4-BE49-F238E27FC236}">
                <a16:creationId xmlns:a16="http://schemas.microsoft.com/office/drawing/2014/main" xmlns="" id="{8CEAFB83-B986-42D3-A691-60F93D056C1F}"/>
              </a:ext>
            </a:extLst>
          </p:cNvPr>
          <p:cNvSpPr>
            <a:spLocks noChangeArrowheads="1"/>
          </p:cNvSpPr>
          <p:nvPr/>
        </p:nvSpPr>
        <p:spPr bwMode="auto">
          <a:xfrm rot="5400000" flipH="1" flipV="1">
            <a:off x="3522124" y="5038598"/>
            <a:ext cx="87313" cy="88900"/>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nvGrpSpPr>
          <p:cNvPr id="29" name="组合 17">
            <a:extLst>
              <a:ext uri="{FF2B5EF4-FFF2-40B4-BE49-F238E27FC236}">
                <a16:creationId xmlns:a16="http://schemas.microsoft.com/office/drawing/2014/main" xmlns="" id="{54140B70-E641-4AC0-87A8-1AC8947C7246}"/>
              </a:ext>
            </a:extLst>
          </p:cNvPr>
          <p:cNvGrpSpPr>
            <a:grpSpLocks/>
          </p:cNvGrpSpPr>
          <p:nvPr/>
        </p:nvGrpSpPr>
        <p:grpSpPr bwMode="auto">
          <a:xfrm>
            <a:off x="1121031" y="5147341"/>
            <a:ext cx="2489200" cy="96838"/>
            <a:chOff x="349251" y="4200310"/>
            <a:chExt cx="2489204" cy="96678"/>
          </a:xfrm>
        </p:grpSpPr>
        <p:sp>
          <p:nvSpPr>
            <p:cNvPr id="30" name="Oval 259">
              <a:extLst>
                <a:ext uri="{FF2B5EF4-FFF2-40B4-BE49-F238E27FC236}">
                  <a16:creationId xmlns:a16="http://schemas.microsoft.com/office/drawing/2014/main" xmlns="" id="{15B768F8-B359-4C8E-B84A-D3448810996F}"/>
                </a:ext>
              </a:extLst>
            </p:cNvPr>
            <p:cNvSpPr>
              <a:spLocks noChangeArrowheads="1"/>
            </p:cNvSpPr>
            <p:nvPr/>
          </p:nvSpPr>
          <p:spPr bwMode="auto">
            <a:xfrm rot="5400000" flipH="1" flipV="1">
              <a:off x="350362" y="4202331"/>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1" name="Oval 259">
              <a:extLst>
                <a:ext uri="{FF2B5EF4-FFF2-40B4-BE49-F238E27FC236}">
                  <a16:creationId xmlns:a16="http://schemas.microsoft.com/office/drawing/2014/main" xmlns="" id="{64065499-5EC5-42D7-B783-1363D7AA2292}"/>
                </a:ext>
              </a:extLst>
            </p:cNvPr>
            <p:cNvSpPr>
              <a:spLocks noChangeArrowheads="1"/>
            </p:cNvSpPr>
            <p:nvPr/>
          </p:nvSpPr>
          <p:spPr bwMode="auto">
            <a:xfrm rot="5400000" flipH="1" flipV="1">
              <a:off x="568152" y="4201267"/>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2" name="Oval 259">
              <a:extLst>
                <a:ext uri="{FF2B5EF4-FFF2-40B4-BE49-F238E27FC236}">
                  <a16:creationId xmlns:a16="http://schemas.microsoft.com/office/drawing/2014/main" xmlns="" id="{B5B45D8C-0F02-430B-8574-77FD281ACE63}"/>
                </a:ext>
              </a:extLst>
            </p:cNvPr>
            <p:cNvSpPr>
              <a:spLocks noChangeArrowheads="1"/>
            </p:cNvSpPr>
            <p:nvPr/>
          </p:nvSpPr>
          <p:spPr bwMode="auto">
            <a:xfrm rot="5400000" flipH="1" flipV="1">
              <a:off x="794862" y="420318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4" name="Oval 259">
              <a:extLst>
                <a:ext uri="{FF2B5EF4-FFF2-40B4-BE49-F238E27FC236}">
                  <a16:creationId xmlns:a16="http://schemas.microsoft.com/office/drawing/2014/main" xmlns="" id="{1DC93045-927E-45E0-AD7C-C6EEC635B12D}"/>
                </a:ext>
              </a:extLst>
            </p:cNvPr>
            <p:cNvSpPr>
              <a:spLocks noChangeArrowheads="1"/>
            </p:cNvSpPr>
            <p:nvPr/>
          </p:nvSpPr>
          <p:spPr bwMode="auto">
            <a:xfrm rot="5400000" flipH="1" flipV="1">
              <a:off x="1017112" y="4201228"/>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5" name="Oval 259">
              <a:extLst>
                <a:ext uri="{FF2B5EF4-FFF2-40B4-BE49-F238E27FC236}">
                  <a16:creationId xmlns:a16="http://schemas.microsoft.com/office/drawing/2014/main" xmlns="" id="{9B2A3949-96CD-4DC3-A621-3E80B7004C95}"/>
                </a:ext>
              </a:extLst>
            </p:cNvPr>
            <p:cNvSpPr>
              <a:spLocks noChangeArrowheads="1"/>
            </p:cNvSpPr>
            <p:nvPr/>
          </p:nvSpPr>
          <p:spPr bwMode="auto">
            <a:xfrm rot="5400000" flipH="1" flipV="1">
              <a:off x="1243822" y="4199199"/>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6" name="Oval 259">
              <a:extLst>
                <a:ext uri="{FF2B5EF4-FFF2-40B4-BE49-F238E27FC236}">
                  <a16:creationId xmlns:a16="http://schemas.microsoft.com/office/drawing/2014/main" xmlns="" id="{13B99FC7-507B-4829-87C1-5223DA733417}"/>
                </a:ext>
              </a:extLst>
            </p:cNvPr>
            <p:cNvSpPr>
              <a:spLocks noChangeArrowheads="1"/>
            </p:cNvSpPr>
            <p:nvPr/>
          </p:nvSpPr>
          <p:spPr bwMode="auto">
            <a:xfrm rot="5400000" flipH="1" flipV="1">
              <a:off x="146161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7" name="Oval 259">
              <a:extLst>
                <a:ext uri="{FF2B5EF4-FFF2-40B4-BE49-F238E27FC236}">
                  <a16:creationId xmlns:a16="http://schemas.microsoft.com/office/drawing/2014/main" xmlns="" id="{B54C5F07-751E-4FB4-96A4-08FBC0E8D022}"/>
                </a:ext>
              </a:extLst>
            </p:cNvPr>
            <p:cNvSpPr>
              <a:spLocks noChangeArrowheads="1"/>
            </p:cNvSpPr>
            <p:nvPr/>
          </p:nvSpPr>
          <p:spPr bwMode="auto">
            <a:xfrm rot="5400000" flipH="1" flipV="1">
              <a:off x="168386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8" name="Oval 259">
              <a:extLst>
                <a:ext uri="{FF2B5EF4-FFF2-40B4-BE49-F238E27FC236}">
                  <a16:creationId xmlns:a16="http://schemas.microsoft.com/office/drawing/2014/main" xmlns="" id="{5AFEFD1B-646D-47E9-B5D8-6622B5D31D1F}"/>
                </a:ext>
              </a:extLst>
            </p:cNvPr>
            <p:cNvSpPr>
              <a:spLocks noChangeArrowheads="1"/>
            </p:cNvSpPr>
            <p:nvPr/>
          </p:nvSpPr>
          <p:spPr bwMode="auto">
            <a:xfrm rot="5400000" flipH="1" flipV="1">
              <a:off x="1906112" y="4206064"/>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9" name="Oval 259">
              <a:extLst>
                <a:ext uri="{FF2B5EF4-FFF2-40B4-BE49-F238E27FC236}">
                  <a16:creationId xmlns:a16="http://schemas.microsoft.com/office/drawing/2014/main" xmlns="" id="{97577FA9-4BA7-4FE9-97E9-860B0F0D00FE}"/>
                </a:ext>
              </a:extLst>
            </p:cNvPr>
            <p:cNvSpPr>
              <a:spLocks noChangeArrowheads="1"/>
            </p:cNvSpPr>
            <p:nvPr/>
          </p:nvSpPr>
          <p:spPr bwMode="auto">
            <a:xfrm rot="5400000" flipH="1" flipV="1">
              <a:off x="21283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41" name="Oval 259">
              <a:extLst>
                <a:ext uri="{FF2B5EF4-FFF2-40B4-BE49-F238E27FC236}">
                  <a16:creationId xmlns:a16="http://schemas.microsoft.com/office/drawing/2014/main" xmlns="" id="{AE429C6F-0DD1-4A3F-B712-6F9DD58320B7}"/>
                </a:ext>
              </a:extLst>
            </p:cNvPr>
            <p:cNvSpPr>
              <a:spLocks noChangeArrowheads="1"/>
            </p:cNvSpPr>
            <p:nvPr/>
          </p:nvSpPr>
          <p:spPr bwMode="auto">
            <a:xfrm rot="5400000" flipH="1" flipV="1">
              <a:off x="235061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42" name="Oval 259">
              <a:extLst>
                <a:ext uri="{FF2B5EF4-FFF2-40B4-BE49-F238E27FC236}">
                  <a16:creationId xmlns:a16="http://schemas.microsoft.com/office/drawing/2014/main" xmlns="" id="{27C0BE8B-4AD8-4749-B942-B58E4F0C732D}"/>
                </a:ext>
              </a:extLst>
            </p:cNvPr>
            <p:cNvSpPr>
              <a:spLocks noChangeArrowheads="1"/>
            </p:cNvSpPr>
            <p:nvPr/>
          </p:nvSpPr>
          <p:spPr bwMode="auto">
            <a:xfrm rot="5400000" flipH="1" flipV="1">
              <a:off x="25728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43" name="Oval 259">
              <a:extLst>
                <a:ext uri="{FF2B5EF4-FFF2-40B4-BE49-F238E27FC236}">
                  <a16:creationId xmlns:a16="http://schemas.microsoft.com/office/drawing/2014/main" xmlns="" id="{54DE4405-0FA2-4732-B350-2AA857717D93}"/>
                </a:ext>
              </a:extLst>
            </p:cNvPr>
            <p:cNvSpPr>
              <a:spLocks noChangeArrowheads="1"/>
            </p:cNvSpPr>
            <p:nvPr/>
          </p:nvSpPr>
          <p:spPr bwMode="auto">
            <a:xfrm rot="5400000" flipH="1" flipV="1">
              <a:off x="27506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44" name="组合 30">
            <a:extLst>
              <a:ext uri="{FF2B5EF4-FFF2-40B4-BE49-F238E27FC236}">
                <a16:creationId xmlns:a16="http://schemas.microsoft.com/office/drawing/2014/main" xmlns="" id="{ADCC4CFB-1A6B-4729-8B27-EC892547584C}"/>
              </a:ext>
            </a:extLst>
          </p:cNvPr>
          <p:cNvGrpSpPr>
            <a:grpSpLocks/>
          </p:cNvGrpSpPr>
          <p:nvPr/>
        </p:nvGrpSpPr>
        <p:grpSpPr bwMode="auto">
          <a:xfrm>
            <a:off x="1121031" y="5272754"/>
            <a:ext cx="2489200" cy="96837"/>
            <a:chOff x="349251" y="4200310"/>
            <a:chExt cx="2489204" cy="96678"/>
          </a:xfrm>
        </p:grpSpPr>
        <p:sp>
          <p:nvSpPr>
            <p:cNvPr id="45" name="Oval 259">
              <a:extLst>
                <a:ext uri="{FF2B5EF4-FFF2-40B4-BE49-F238E27FC236}">
                  <a16:creationId xmlns:a16="http://schemas.microsoft.com/office/drawing/2014/main" xmlns="" id="{7A90BE7C-BD54-4524-BC12-5D76EF9C9538}"/>
                </a:ext>
              </a:extLst>
            </p:cNvPr>
            <p:cNvSpPr>
              <a:spLocks noChangeArrowheads="1"/>
            </p:cNvSpPr>
            <p:nvPr/>
          </p:nvSpPr>
          <p:spPr bwMode="auto">
            <a:xfrm rot="5400000" flipH="1" flipV="1">
              <a:off x="350362" y="4202331"/>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46" name="Oval 259">
              <a:extLst>
                <a:ext uri="{FF2B5EF4-FFF2-40B4-BE49-F238E27FC236}">
                  <a16:creationId xmlns:a16="http://schemas.microsoft.com/office/drawing/2014/main" xmlns="" id="{38535A25-8BF0-49DE-AD29-41FB4368A8E8}"/>
                </a:ext>
              </a:extLst>
            </p:cNvPr>
            <p:cNvSpPr>
              <a:spLocks noChangeArrowheads="1"/>
            </p:cNvSpPr>
            <p:nvPr/>
          </p:nvSpPr>
          <p:spPr bwMode="auto">
            <a:xfrm rot="5400000" flipH="1" flipV="1">
              <a:off x="568152" y="4201267"/>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47" name="Oval 259">
              <a:extLst>
                <a:ext uri="{FF2B5EF4-FFF2-40B4-BE49-F238E27FC236}">
                  <a16:creationId xmlns:a16="http://schemas.microsoft.com/office/drawing/2014/main" xmlns="" id="{15688779-0BFD-417D-8D1A-08E5FE68564A}"/>
                </a:ext>
              </a:extLst>
            </p:cNvPr>
            <p:cNvSpPr>
              <a:spLocks noChangeArrowheads="1"/>
            </p:cNvSpPr>
            <p:nvPr/>
          </p:nvSpPr>
          <p:spPr bwMode="auto">
            <a:xfrm rot="5400000" flipH="1" flipV="1">
              <a:off x="794862" y="420318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48" name="Oval 259">
              <a:extLst>
                <a:ext uri="{FF2B5EF4-FFF2-40B4-BE49-F238E27FC236}">
                  <a16:creationId xmlns:a16="http://schemas.microsoft.com/office/drawing/2014/main" xmlns="" id="{2FB0C750-A396-4AB8-97BD-D9C6B1DE97BE}"/>
                </a:ext>
              </a:extLst>
            </p:cNvPr>
            <p:cNvSpPr>
              <a:spLocks noChangeArrowheads="1"/>
            </p:cNvSpPr>
            <p:nvPr/>
          </p:nvSpPr>
          <p:spPr bwMode="auto">
            <a:xfrm rot="5400000" flipH="1" flipV="1">
              <a:off x="1017112" y="4201228"/>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49" name="Oval 259">
              <a:extLst>
                <a:ext uri="{FF2B5EF4-FFF2-40B4-BE49-F238E27FC236}">
                  <a16:creationId xmlns:a16="http://schemas.microsoft.com/office/drawing/2014/main" xmlns="" id="{BB3DE2E3-3E4B-4080-9A06-1F2B5B9EBA89}"/>
                </a:ext>
              </a:extLst>
            </p:cNvPr>
            <p:cNvSpPr>
              <a:spLocks noChangeArrowheads="1"/>
            </p:cNvSpPr>
            <p:nvPr/>
          </p:nvSpPr>
          <p:spPr bwMode="auto">
            <a:xfrm rot="5400000" flipH="1" flipV="1">
              <a:off x="1243822" y="4199199"/>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50" name="Oval 259">
              <a:extLst>
                <a:ext uri="{FF2B5EF4-FFF2-40B4-BE49-F238E27FC236}">
                  <a16:creationId xmlns:a16="http://schemas.microsoft.com/office/drawing/2014/main" xmlns="" id="{3D50CC9D-BEFE-4391-943D-116E1E5852F9}"/>
                </a:ext>
              </a:extLst>
            </p:cNvPr>
            <p:cNvSpPr>
              <a:spLocks noChangeArrowheads="1"/>
            </p:cNvSpPr>
            <p:nvPr/>
          </p:nvSpPr>
          <p:spPr bwMode="auto">
            <a:xfrm rot="5400000" flipH="1" flipV="1">
              <a:off x="146161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51" name="Oval 259">
              <a:extLst>
                <a:ext uri="{FF2B5EF4-FFF2-40B4-BE49-F238E27FC236}">
                  <a16:creationId xmlns:a16="http://schemas.microsoft.com/office/drawing/2014/main" xmlns="" id="{86D40FDF-46E5-4164-978F-70F15D0C5FBD}"/>
                </a:ext>
              </a:extLst>
            </p:cNvPr>
            <p:cNvSpPr>
              <a:spLocks noChangeArrowheads="1"/>
            </p:cNvSpPr>
            <p:nvPr/>
          </p:nvSpPr>
          <p:spPr bwMode="auto">
            <a:xfrm rot="5400000" flipH="1" flipV="1">
              <a:off x="168386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52" name="Oval 259">
              <a:extLst>
                <a:ext uri="{FF2B5EF4-FFF2-40B4-BE49-F238E27FC236}">
                  <a16:creationId xmlns:a16="http://schemas.microsoft.com/office/drawing/2014/main" xmlns="" id="{EC28BD8C-8226-4D88-BB03-FE4C10F3EA8E}"/>
                </a:ext>
              </a:extLst>
            </p:cNvPr>
            <p:cNvSpPr>
              <a:spLocks noChangeArrowheads="1"/>
            </p:cNvSpPr>
            <p:nvPr/>
          </p:nvSpPr>
          <p:spPr bwMode="auto">
            <a:xfrm rot="5400000" flipH="1" flipV="1">
              <a:off x="1906112" y="4206064"/>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53" name="Oval 259">
              <a:extLst>
                <a:ext uri="{FF2B5EF4-FFF2-40B4-BE49-F238E27FC236}">
                  <a16:creationId xmlns:a16="http://schemas.microsoft.com/office/drawing/2014/main" xmlns="" id="{05927A4E-D178-4322-B5B8-F98D1BDB61FF}"/>
                </a:ext>
              </a:extLst>
            </p:cNvPr>
            <p:cNvSpPr>
              <a:spLocks noChangeArrowheads="1"/>
            </p:cNvSpPr>
            <p:nvPr/>
          </p:nvSpPr>
          <p:spPr bwMode="auto">
            <a:xfrm rot="5400000" flipH="1" flipV="1">
              <a:off x="21283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54" name="Oval 259">
              <a:extLst>
                <a:ext uri="{FF2B5EF4-FFF2-40B4-BE49-F238E27FC236}">
                  <a16:creationId xmlns:a16="http://schemas.microsoft.com/office/drawing/2014/main" xmlns="" id="{C1196755-5544-47A0-B81D-4E1894A281D0}"/>
                </a:ext>
              </a:extLst>
            </p:cNvPr>
            <p:cNvSpPr>
              <a:spLocks noChangeArrowheads="1"/>
            </p:cNvSpPr>
            <p:nvPr/>
          </p:nvSpPr>
          <p:spPr bwMode="auto">
            <a:xfrm rot="5400000" flipH="1" flipV="1">
              <a:off x="235061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55" name="Oval 259">
              <a:extLst>
                <a:ext uri="{FF2B5EF4-FFF2-40B4-BE49-F238E27FC236}">
                  <a16:creationId xmlns:a16="http://schemas.microsoft.com/office/drawing/2014/main" xmlns="" id="{12232EB6-8236-410B-9E77-8681E315C9FA}"/>
                </a:ext>
              </a:extLst>
            </p:cNvPr>
            <p:cNvSpPr>
              <a:spLocks noChangeArrowheads="1"/>
            </p:cNvSpPr>
            <p:nvPr/>
          </p:nvSpPr>
          <p:spPr bwMode="auto">
            <a:xfrm rot="5400000" flipH="1" flipV="1">
              <a:off x="25728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56" name="Oval 259">
              <a:extLst>
                <a:ext uri="{FF2B5EF4-FFF2-40B4-BE49-F238E27FC236}">
                  <a16:creationId xmlns:a16="http://schemas.microsoft.com/office/drawing/2014/main" xmlns="" id="{BA299B54-0728-4EED-AEF6-1BEF412856ED}"/>
                </a:ext>
              </a:extLst>
            </p:cNvPr>
            <p:cNvSpPr>
              <a:spLocks noChangeArrowheads="1"/>
            </p:cNvSpPr>
            <p:nvPr/>
          </p:nvSpPr>
          <p:spPr bwMode="auto">
            <a:xfrm rot="5400000" flipH="1" flipV="1">
              <a:off x="27506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57" name="组合 43">
            <a:extLst>
              <a:ext uri="{FF2B5EF4-FFF2-40B4-BE49-F238E27FC236}">
                <a16:creationId xmlns:a16="http://schemas.microsoft.com/office/drawing/2014/main" xmlns="" id="{B4873A74-7281-42D9-BC89-9D6A701CA509}"/>
              </a:ext>
            </a:extLst>
          </p:cNvPr>
          <p:cNvGrpSpPr>
            <a:grpSpLocks/>
          </p:cNvGrpSpPr>
          <p:nvPr/>
        </p:nvGrpSpPr>
        <p:grpSpPr bwMode="auto">
          <a:xfrm>
            <a:off x="1121031" y="5406104"/>
            <a:ext cx="2489200" cy="96837"/>
            <a:chOff x="349251" y="4200310"/>
            <a:chExt cx="2489204" cy="96678"/>
          </a:xfrm>
        </p:grpSpPr>
        <p:sp>
          <p:nvSpPr>
            <p:cNvPr id="58" name="Oval 259">
              <a:extLst>
                <a:ext uri="{FF2B5EF4-FFF2-40B4-BE49-F238E27FC236}">
                  <a16:creationId xmlns:a16="http://schemas.microsoft.com/office/drawing/2014/main" xmlns="" id="{700D4F8F-8815-4228-B8A5-40B54172F1F8}"/>
                </a:ext>
              </a:extLst>
            </p:cNvPr>
            <p:cNvSpPr>
              <a:spLocks noChangeArrowheads="1"/>
            </p:cNvSpPr>
            <p:nvPr/>
          </p:nvSpPr>
          <p:spPr bwMode="auto">
            <a:xfrm rot="5400000" flipH="1" flipV="1">
              <a:off x="350362" y="4202331"/>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59" name="Oval 259">
              <a:extLst>
                <a:ext uri="{FF2B5EF4-FFF2-40B4-BE49-F238E27FC236}">
                  <a16:creationId xmlns:a16="http://schemas.microsoft.com/office/drawing/2014/main" xmlns="" id="{4A8F5A13-A15F-4CFE-9A69-7B196E98B802}"/>
                </a:ext>
              </a:extLst>
            </p:cNvPr>
            <p:cNvSpPr>
              <a:spLocks noChangeArrowheads="1"/>
            </p:cNvSpPr>
            <p:nvPr/>
          </p:nvSpPr>
          <p:spPr bwMode="auto">
            <a:xfrm rot="5400000" flipH="1" flipV="1">
              <a:off x="568152" y="4201267"/>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0" name="Oval 259">
              <a:extLst>
                <a:ext uri="{FF2B5EF4-FFF2-40B4-BE49-F238E27FC236}">
                  <a16:creationId xmlns:a16="http://schemas.microsoft.com/office/drawing/2014/main" xmlns="" id="{9BD48377-EAF8-44F6-9A10-E646175B2843}"/>
                </a:ext>
              </a:extLst>
            </p:cNvPr>
            <p:cNvSpPr>
              <a:spLocks noChangeArrowheads="1"/>
            </p:cNvSpPr>
            <p:nvPr/>
          </p:nvSpPr>
          <p:spPr bwMode="auto">
            <a:xfrm rot="5400000" flipH="1" flipV="1">
              <a:off x="794862" y="420318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1" name="Oval 259">
              <a:extLst>
                <a:ext uri="{FF2B5EF4-FFF2-40B4-BE49-F238E27FC236}">
                  <a16:creationId xmlns:a16="http://schemas.microsoft.com/office/drawing/2014/main" xmlns="" id="{3876ACFC-BB9E-41A3-9AFB-DF36B7BE221B}"/>
                </a:ext>
              </a:extLst>
            </p:cNvPr>
            <p:cNvSpPr>
              <a:spLocks noChangeArrowheads="1"/>
            </p:cNvSpPr>
            <p:nvPr/>
          </p:nvSpPr>
          <p:spPr bwMode="auto">
            <a:xfrm rot="5400000" flipH="1" flipV="1">
              <a:off x="1017112" y="4201228"/>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2" name="Oval 259">
              <a:extLst>
                <a:ext uri="{FF2B5EF4-FFF2-40B4-BE49-F238E27FC236}">
                  <a16:creationId xmlns:a16="http://schemas.microsoft.com/office/drawing/2014/main" xmlns="" id="{4D42260B-4D34-4698-AF90-733C04F78FA4}"/>
                </a:ext>
              </a:extLst>
            </p:cNvPr>
            <p:cNvSpPr>
              <a:spLocks noChangeArrowheads="1"/>
            </p:cNvSpPr>
            <p:nvPr/>
          </p:nvSpPr>
          <p:spPr bwMode="auto">
            <a:xfrm rot="5400000" flipH="1" flipV="1">
              <a:off x="1243822" y="4199199"/>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3" name="Oval 259">
              <a:extLst>
                <a:ext uri="{FF2B5EF4-FFF2-40B4-BE49-F238E27FC236}">
                  <a16:creationId xmlns:a16="http://schemas.microsoft.com/office/drawing/2014/main" xmlns="" id="{2702EB2F-E7E8-42CF-9B56-55DB8A2C5B3D}"/>
                </a:ext>
              </a:extLst>
            </p:cNvPr>
            <p:cNvSpPr>
              <a:spLocks noChangeArrowheads="1"/>
            </p:cNvSpPr>
            <p:nvPr/>
          </p:nvSpPr>
          <p:spPr bwMode="auto">
            <a:xfrm rot="5400000" flipH="1" flipV="1">
              <a:off x="146161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4" name="Oval 259">
              <a:extLst>
                <a:ext uri="{FF2B5EF4-FFF2-40B4-BE49-F238E27FC236}">
                  <a16:creationId xmlns:a16="http://schemas.microsoft.com/office/drawing/2014/main" xmlns="" id="{0F267D3A-EC0E-4D13-BE95-B34E594FAB1A}"/>
                </a:ext>
              </a:extLst>
            </p:cNvPr>
            <p:cNvSpPr>
              <a:spLocks noChangeArrowheads="1"/>
            </p:cNvSpPr>
            <p:nvPr/>
          </p:nvSpPr>
          <p:spPr bwMode="auto">
            <a:xfrm rot="5400000" flipH="1" flipV="1">
              <a:off x="168386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5" name="Oval 259">
              <a:extLst>
                <a:ext uri="{FF2B5EF4-FFF2-40B4-BE49-F238E27FC236}">
                  <a16:creationId xmlns:a16="http://schemas.microsoft.com/office/drawing/2014/main" xmlns="" id="{ED01D483-F41B-43A8-9456-BD62BE0AB212}"/>
                </a:ext>
              </a:extLst>
            </p:cNvPr>
            <p:cNvSpPr>
              <a:spLocks noChangeArrowheads="1"/>
            </p:cNvSpPr>
            <p:nvPr/>
          </p:nvSpPr>
          <p:spPr bwMode="auto">
            <a:xfrm rot="5400000" flipH="1" flipV="1">
              <a:off x="1906112" y="4206064"/>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6" name="Oval 259">
              <a:extLst>
                <a:ext uri="{FF2B5EF4-FFF2-40B4-BE49-F238E27FC236}">
                  <a16:creationId xmlns:a16="http://schemas.microsoft.com/office/drawing/2014/main" xmlns="" id="{23C6D4B9-F8A1-4F42-AAFF-AAFD4336DADF}"/>
                </a:ext>
              </a:extLst>
            </p:cNvPr>
            <p:cNvSpPr>
              <a:spLocks noChangeArrowheads="1"/>
            </p:cNvSpPr>
            <p:nvPr/>
          </p:nvSpPr>
          <p:spPr bwMode="auto">
            <a:xfrm rot="5400000" flipH="1" flipV="1">
              <a:off x="21283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7" name="Oval 259">
              <a:extLst>
                <a:ext uri="{FF2B5EF4-FFF2-40B4-BE49-F238E27FC236}">
                  <a16:creationId xmlns:a16="http://schemas.microsoft.com/office/drawing/2014/main" xmlns="" id="{28305C1F-2D3D-41C2-883E-A8A034BDF10E}"/>
                </a:ext>
              </a:extLst>
            </p:cNvPr>
            <p:cNvSpPr>
              <a:spLocks noChangeArrowheads="1"/>
            </p:cNvSpPr>
            <p:nvPr/>
          </p:nvSpPr>
          <p:spPr bwMode="auto">
            <a:xfrm rot="5400000" flipH="1" flipV="1">
              <a:off x="235061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8" name="Oval 259">
              <a:extLst>
                <a:ext uri="{FF2B5EF4-FFF2-40B4-BE49-F238E27FC236}">
                  <a16:creationId xmlns:a16="http://schemas.microsoft.com/office/drawing/2014/main" xmlns="" id="{930E000E-6502-42A5-9EFB-CA35A71BDFA3}"/>
                </a:ext>
              </a:extLst>
            </p:cNvPr>
            <p:cNvSpPr>
              <a:spLocks noChangeArrowheads="1"/>
            </p:cNvSpPr>
            <p:nvPr/>
          </p:nvSpPr>
          <p:spPr bwMode="auto">
            <a:xfrm rot="5400000" flipH="1" flipV="1">
              <a:off x="25728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69" name="Oval 259">
              <a:extLst>
                <a:ext uri="{FF2B5EF4-FFF2-40B4-BE49-F238E27FC236}">
                  <a16:creationId xmlns:a16="http://schemas.microsoft.com/office/drawing/2014/main" xmlns="" id="{3C567EC6-315C-467C-B79E-3FA0014F8857}"/>
                </a:ext>
              </a:extLst>
            </p:cNvPr>
            <p:cNvSpPr>
              <a:spLocks noChangeArrowheads="1"/>
            </p:cNvSpPr>
            <p:nvPr/>
          </p:nvSpPr>
          <p:spPr bwMode="auto">
            <a:xfrm rot="5400000" flipH="1" flipV="1">
              <a:off x="27506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70" name="组合 56">
            <a:extLst>
              <a:ext uri="{FF2B5EF4-FFF2-40B4-BE49-F238E27FC236}">
                <a16:creationId xmlns:a16="http://schemas.microsoft.com/office/drawing/2014/main" xmlns="" id="{7B554E13-1379-4392-80B1-F427B5BAB8AD}"/>
              </a:ext>
            </a:extLst>
          </p:cNvPr>
          <p:cNvGrpSpPr>
            <a:grpSpLocks/>
          </p:cNvGrpSpPr>
          <p:nvPr/>
        </p:nvGrpSpPr>
        <p:grpSpPr bwMode="auto">
          <a:xfrm>
            <a:off x="1121031" y="5539454"/>
            <a:ext cx="2489200" cy="96837"/>
            <a:chOff x="349251" y="4200310"/>
            <a:chExt cx="2489204" cy="96678"/>
          </a:xfrm>
        </p:grpSpPr>
        <p:sp>
          <p:nvSpPr>
            <p:cNvPr id="71" name="Oval 259">
              <a:extLst>
                <a:ext uri="{FF2B5EF4-FFF2-40B4-BE49-F238E27FC236}">
                  <a16:creationId xmlns:a16="http://schemas.microsoft.com/office/drawing/2014/main" xmlns="" id="{CEDC228E-F39F-48C8-8ABB-2831B74678AE}"/>
                </a:ext>
              </a:extLst>
            </p:cNvPr>
            <p:cNvSpPr>
              <a:spLocks noChangeArrowheads="1"/>
            </p:cNvSpPr>
            <p:nvPr/>
          </p:nvSpPr>
          <p:spPr bwMode="auto">
            <a:xfrm rot="5400000" flipH="1" flipV="1">
              <a:off x="350362" y="4202331"/>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72" name="Oval 259">
              <a:extLst>
                <a:ext uri="{FF2B5EF4-FFF2-40B4-BE49-F238E27FC236}">
                  <a16:creationId xmlns:a16="http://schemas.microsoft.com/office/drawing/2014/main" xmlns="" id="{5A3B3728-7A49-4A38-AB20-66EB3AEB67F8}"/>
                </a:ext>
              </a:extLst>
            </p:cNvPr>
            <p:cNvSpPr>
              <a:spLocks noChangeArrowheads="1"/>
            </p:cNvSpPr>
            <p:nvPr/>
          </p:nvSpPr>
          <p:spPr bwMode="auto">
            <a:xfrm rot="5400000" flipH="1" flipV="1">
              <a:off x="568152" y="4201267"/>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73" name="Oval 259">
              <a:extLst>
                <a:ext uri="{FF2B5EF4-FFF2-40B4-BE49-F238E27FC236}">
                  <a16:creationId xmlns:a16="http://schemas.microsoft.com/office/drawing/2014/main" xmlns="" id="{BAA3C196-A6B7-4B5F-8816-AB3C05759EA2}"/>
                </a:ext>
              </a:extLst>
            </p:cNvPr>
            <p:cNvSpPr>
              <a:spLocks noChangeArrowheads="1"/>
            </p:cNvSpPr>
            <p:nvPr/>
          </p:nvSpPr>
          <p:spPr bwMode="auto">
            <a:xfrm rot="5400000" flipH="1" flipV="1">
              <a:off x="794862" y="420318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74" name="Oval 259">
              <a:extLst>
                <a:ext uri="{FF2B5EF4-FFF2-40B4-BE49-F238E27FC236}">
                  <a16:creationId xmlns:a16="http://schemas.microsoft.com/office/drawing/2014/main" xmlns="" id="{13DF44DA-E561-4557-8ACC-0E57F8818A11}"/>
                </a:ext>
              </a:extLst>
            </p:cNvPr>
            <p:cNvSpPr>
              <a:spLocks noChangeArrowheads="1"/>
            </p:cNvSpPr>
            <p:nvPr/>
          </p:nvSpPr>
          <p:spPr bwMode="auto">
            <a:xfrm rot="5400000" flipH="1" flipV="1">
              <a:off x="1017112" y="4201228"/>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75" name="Oval 259">
              <a:extLst>
                <a:ext uri="{FF2B5EF4-FFF2-40B4-BE49-F238E27FC236}">
                  <a16:creationId xmlns:a16="http://schemas.microsoft.com/office/drawing/2014/main" xmlns="" id="{7D77E4CE-E5BE-4979-BD89-627E71F0BFEF}"/>
                </a:ext>
              </a:extLst>
            </p:cNvPr>
            <p:cNvSpPr>
              <a:spLocks noChangeArrowheads="1"/>
            </p:cNvSpPr>
            <p:nvPr/>
          </p:nvSpPr>
          <p:spPr bwMode="auto">
            <a:xfrm rot="5400000" flipH="1" flipV="1">
              <a:off x="1243822" y="4199199"/>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76" name="Oval 259">
              <a:extLst>
                <a:ext uri="{FF2B5EF4-FFF2-40B4-BE49-F238E27FC236}">
                  <a16:creationId xmlns:a16="http://schemas.microsoft.com/office/drawing/2014/main" xmlns="" id="{758C6E9F-3A96-44EC-9DBA-42EDFBDDE160}"/>
                </a:ext>
              </a:extLst>
            </p:cNvPr>
            <p:cNvSpPr>
              <a:spLocks noChangeArrowheads="1"/>
            </p:cNvSpPr>
            <p:nvPr/>
          </p:nvSpPr>
          <p:spPr bwMode="auto">
            <a:xfrm rot="5400000" flipH="1" flipV="1">
              <a:off x="146161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77" name="Oval 259">
              <a:extLst>
                <a:ext uri="{FF2B5EF4-FFF2-40B4-BE49-F238E27FC236}">
                  <a16:creationId xmlns:a16="http://schemas.microsoft.com/office/drawing/2014/main" xmlns="" id="{144E4A58-8732-46E4-8B3F-894DC6815547}"/>
                </a:ext>
              </a:extLst>
            </p:cNvPr>
            <p:cNvSpPr>
              <a:spLocks noChangeArrowheads="1"/>
            </p:cNvSpPr>
            <p:nvPr/>
          </p:nvSpPr>
          <p:spPr bwMode="auto">
            <a:xfrm rot="5400000" flipH="1" flipV="1">
              <a:off x="168386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78" name="Oval 259">
              <a:extLst>
                <a:ext uri="{FF2B5EF4-FFF2-40B4-BE49-F238E27FC236}">
                  <a16:creationId xmlns:a16="http://schemas.microsoft.com/office/drawing/2014/main" xmlns="" id="{B930A29E-77D0-4CE1-A2CC-5F1D76812AC1}"/>
                </a:ext>
              </a:extLst>
            </p:cNvPr>
            <p:cNvSpPr>
              <a:spLocks noChangeArrowheads="1"/>
            </p:cNvSpPr>
            <p:nvPr/>
          </p:nvSpPr>
          <p:spPr bwMode="auto">
            <a:xfrm rot="5400000" flipH="1" flipV="1">
              <a:off x="1906112" y="4206064"/>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79" name="Oval 259">
              <a:extLst>
                <a:ext uri="{FF2B5EF4-FFF2-40B4-BE49-F238E27FC236}">
                  <a16:creationId xmlns:a16="http://schemas.microsoft.com/office/drawing/2014/main" xmlns="" id="{8BD2FEF1-16C4-44A2-98A6-1235F7D016F0}"/>
                </a:ext>
              </a:extLst>
            </p:cNvPr>
            <p:cNvSpPr>
              <a:spLocks noChangeArrowheads="1"/>
            </p:cNvSpPr>
            <p:nvPr/>
          </p:nvSpPr>
          <p:spPr bwMode="auto">
            <a:xfrm rot="5400000" flipH="1" flipV="1">
              <a:off x="21283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80" name="Oval 259">
              <a:extLst>
                <a:ext uri="{FF2B5EF4-FFF2-40B4-BE49-F238E27FC236}">
                  <a16:creationId xmlns:a16="http://schemas.microsoft.com/office/drawing/2014/main" xmlns="" id="{9511263D-B6BC-451A-B7EB-00DE622E8C1B}"/>
                </a:ext>
              </a:extLst>
            </p:cNvPr>
            <p:cNvSpPr>
              <a:spLocks noChangeArrowheads="1"/>
            </p:cNvSpPr>
            <p:nvPr/>
          </p:nvSpPr>
          <p:spPr bwMode="auto">
            <a:xfrm rot="5400000" flipH="1" flipV="1">
              <a:off x="235061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81" name="Oval 259">
              <a:extLst>
                <a:ext uri="{FF2B5EF4-FFF2-40B4-BE49-F238E27FC236}">
                  <a16:creationId xmlns:a16="http://schemas.microsoft.com/office/drawing/2014/main" xmlns="" id="{D89786D9-8381-4535-9D77-EA3F86F96B50}"/>
                </a:ext>
              </a:extLst>
            </p:cNvPr>
            <p:cNvSpPr>
              <a:spLocks noChangeArrowheads="1"/>
            </p:cNvSpPr>
            <p:nvPr/>
          </p:nvSpPr>
          <p:spPr bwMode="auto">
            <a:xfrm rot="5400000" flipH="1" flipV="1">
              <a:off x="25728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82" name="Oval 259">
              <a:extLst>
                <a:ext uri="{FF2B5EF4-FFF2-40B4-BE49-F238E27FC236}">
                  <a16:creationId xmlns:a16="http://schemas.microsoft.com/office/drawing/2014/main" xmlns="" id="{00386F27-E53F-4433-8006-01A0107B62E9}"/>
                </a:ext>
              </a:extLst>
            </p:cNvPr>
            <p:cNvSpPr>
              <a:spLocks noChangeArrowheads="1"/>
            </p:cNvSpPr>
            <p:nvPr/>
          </p:nvSpPr>
          <p:spPr bwMode="auto">
            <a:xfrm rot="5400000" flipH="1" flipV="1">
              <a:off x="27506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83" name="组合 69">
            <a:extLst>
              <a:ext uri="{FF2B5EF4-FFF2-40B4-BE49-F238E27FC236}">
                <a16:creationId xmlns:a16="http://schemas.microsoft.com/office/drawing/2014/main" xmlns="" id="{97C5AB54-E1B4-4F1A-889C-2247637F0F4C}"/>
              </a:ext>
            </a:extLst>
          </p:cNvPr>
          <p:cNvGrpSpPr>
            <a:grpSpLocks/>
          </p:cNvGrpSpPr>
          <p:nvPr/>
        </p:nvGrpSpPr>
        <p:grpSpPr bwMode="auto">
          <a:xfrm>
            <a:off x="1121031" y="5680741"/>
            <a:ext cx="2489200" cy="96838"/>
            <a:chOff x="349251" y="4200310"/>
            <a:chExt cx="2489204" cy="96678"/>
          </a:xfrm>
        </p:grpSpPr>
        <p:sp>
          <p:nvSpPr>
            <p:cNvPr id="84" name="Oval 259">
              <a:extLst>
                <a:ext uri="{FF2B5EF4-FFF2-40B4-BE49-F238E27FC236}">
                  <a16:creationId xmlns:a16="http://schemas.microsoft.com/office/drawing/2014/main" xmlns="" id="{832A267A-9337-4B82-9186-1533283920C3}"/>
                </a:ext>
              </a:extLst>
            </p:cNvPr>
            <p:cNvSpPr>
              <a:spLocks noChangeArrowheads="1"/>
            </p:cNvSpPr>
            <p:nvPr/>
          </p:nvSpPr>
          <p:spPr bwMode="auto">
            <a:xfrm rot="5400000" flipH="1" flipV="1">
              <a:off x="350362" y="4202331"/>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85" name="Oval 259">
              <a:extLst>
                <a:ext uri="{FF2B5EF4-FFF2-40B4-BE49-F238E27FC236}">
                  <a16:creationId xmlns:a16="http://schemas.microsoft.com/office/drawing/2014/main" xmlns="" id="{C49D1A46-9C8B-490E-A23D-1D73525CBC3E}"/>
                </a:ext>
              </a:extLst>
            </p:cNvPr>
            <p:cNvSpPr>
              <a:spLocks noChangeArrowheads="1"/>
            </p:cNvSpPr>
            <p:nvPr/>
          </p:nvSpPr>
          <p:spPr bwMode="auto">
            <a:xfrm rot="5400000" flipH="1" flipV="1">
              <a:off x="568152" y="4201267"/>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86" name="Oval 259">
              <a:extLst>
                <a:ext uri="{FF2B5EF4-FFF2-40B4-BE49-F238E27FC236}">
                  <a16:creationId xmlns:a16="http://schemas.microsoft.com/office/drawing/2014/main" xmlns="" id="{2111F3DF-E9FF-49B0-8CD0-9FA899A875EC}"/>
                </a:ext>
              </a:extLst>
            </p:cNvPr>
            <p:cNvSpPr>
              <a:spLocks noChangeArrowheads="1"/>
            </p:cNvSpPr>
            <p:nvPr/>
          </p:nvSpPr>
          <p:spPr bwMode="auto">
            <a:xfrm rot="5400000" flipH="1" flipV="1">
              <a:off x="794862" y="420318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87" name="Oval 259">
              <a:extLst>
                <a:ext uri="{FF2B5EF4-FFF2-40B4-BE49-F238E27FC236}">
                  <a16:creationId xmlns:a16="http://schemas.microsoft.com/office/drawing/2014/main" xmlns="" id="{F28421E2-E51A-42CA-A8F2-E2B823EC1E1B}"/>
                </a:ext>
              </a:extLst>
            </p:cNvPr>
            <p:cNvSpPr>
              <a:spLocks noChangeArrowheads="1"/>
            </p:cNvSpPr>
            <p:nvPr/>
          </p:nvSpPr>
          <p:spPr bwMode="auto">
            <a:xfrm rot="5400000" flipH="1" flipV="1">
              <a:off x="1017112" y="4201228"/>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88" name="Oval 259">
              <a:extLst>
                <a:ext uri="{FF2B5EF4-FFF2-40B4-BE49-F238E27FC236}">
                  <a16:creationId xmlns:a16="http://schemas.microsoft.com/office/drawing/2014/main" xmlns="" id="{A1D30EAB-BFE1-4B7D-9F3A-C4ADC6474E7E}"/>
                </a:ext>
              </a:extLst>
            </p:cNvPr>
            <p:cNvSpPr>
              <a:spLocks noChangeArrowheads="1"/>
            </p:cNvSpPr>
            <p:nvPr/>
          </p:nvSpPr>
          <p:spPr bwMode="auto">
            <a:xfrm rot="5400000" flipH="1" flipV="1">
              <a:off x="1243822" y="4199199"/>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89" name="Oval 259">
              <a:extLst>
                <a:ext uri="{FF2B5EF4-FFF2-40B4-BE49-F238E27FC236}">
                  <a16:creationId xmlns:a16="http://schemas.microsoft.com/office/drawing/2014/main" xmlns="" id="{B163F9A8-3AD1-4724-ACA7-ADB8E379F676}"/>
                </a:ext>
              </a:extLst>
            </p:cNvPr>
            <p:cNvSpPr>
              <a:spLocks noChangeArrowheads="1"/>
            </p:cNvSpPr>
            <p:nvPr/>
          </p:nvSpPr>
          <p:spPr bwMode="auto">
            <a:xfrm rot="5400000" flipH="1" flipV="1">
              <a:off x="146161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90" name="Oval 259">
              <a:extLst>
                <a:ext uri="{FF2B5EF4-FFF2-40B4-BE49-F238E27FC236}">
                  <a16:creationId xmlns:a16="http://schemas.microsoft.com/office/drawing/2014/main" xmlns="" id="{1B717317-7D65-4483-809A-48E8C4402036}"/>
                </a:ext>
              </a:extLst>
            </p:cNvPr>
            <p:cNvSpPr>
              <a:spLocks noChangeArrowheads="1"/>
            </p:cNvSpPr>
            <p:nvPr/>
          </p:nvSpPr>
          <p:spPr bwMode="auto">
            <a:xfrm rot="5400000" flipH="1" flipV="1">
              <a:off x="168386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91" name="Oval 259">
              <a:extLst>
                <a:ext uri="{FF2B5EF4-FFF2-40B4-BE49-F238E27FC236}">
                  <a16:creationId xmlns:a16="http://schemas.microsoft.com/office/drawing/2014/main" xmlns="" id="{2738C884-8845-4344-A8F9-CA9B8FF16893}"/>
                </a:ext>
              </a:extLst>
            </p:cNvPr>
            <p:cNvSpPr>
              <a:spLocks noChangeArrowheads="1"/>
            </p:cNvSpPr>
            <p:nvPr/>
          </p:nvSpPr>
          <p:spPr bwMode="auto">
            <a:xfrm rot="5400000" flipH="1" flipV="1">
              <a:off x="1906112" y="4206064"/>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92" name="Oval 259">
              <a:extLst>
                <a:ext uri="{FF2B5EF4-FFF2-40B4-BE49-F238E27FC236}">
                  <a16:creationId xmlns:a16="http://schemas.microsoft.com/office/drawing/2014/main" xmlns="" id="{E5FFC322-E5A4-48EF-A8E3-29A356F4D7ED}"/>
                </a:ext>
              </a:extLst>
            </p:cNvPr>
            <p:cNvSpPr>
              <a:spLocks noChangeArrowheads="1"/>
            </p:cNvSpPr>
            <p:nvPr/>
          </p:nvSpPr>
          <p:spPr bwMode="auto">
            <a:xfrm rot="5400000" flipH="1" flipV="1">
              <a:off x="21283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93" name="Oval 259">
              <a:extLst>
                <a:ext uri="{FF2B5EF4-FFF2-40B4-BE49-F238E27FC236}">
                  <a16:creationId xmlns:a16="http://schemas.microsoft.com/office/drawing/2014/main" xmlns="" id="{F1EB0732-45F4-4AF2-B3C9-F4D5A441927C}"/>
                </a:ext>
              </a:extLst>
            </p:cNvPr>
            <p:cNvSpPr>
              <a:spLocks noChangeArrowheads="1"/>
            </p:cNvSpPr>
            <p:nvPr/>
          </p:nvSpPr>
          <p:spPr bwMode="auto">
            <a:xfrm rot="5400000" flipH="1" flipV="1">
              <a:off x="235061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94" name="Oval 259">
              <a:extLst>
                <a:ext uri="{FF2B5EF4-FFF2-40B4-BE49-F238E27FC236}">
                  <a16:creationId xmlns:a16="http://schemas.microsoft.com/office/drawing/2014/main" xmlns="" id="{80EACB77-4F30-4AF7-A48F-9085AB7190B0}"/>
                </a:ext>
              </a:extLst>
            </p:cNvPr>
            <p:cNvSpPr>
              <a:spLocks noChangeArrowheads="1"/>
            </p:cNvSpPr>
            <p:nvPr/>
          </p:nvSpPr>
          <p:spPr bwMode="auto">
            <a:xfrm rot="5400000" flipH="1" flipV="1">
              <a:off x="25728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95" name="Oval 259">
              <a:extLst>
                <a:ext uri="{FF2B5EF4-FFF2-40B4-BE49-F238E27FC236}">
                  <a16:creationId xmlns:a16="http://schemas.microsoft.com/office/drawing/2014/main" xmlns="" id="{DD157C82-B5D6-4BD7-9515-1F0B1283A36E}"/>
                </a:ext>
              </a:extLst>
            </p:cNvPr>
            <p:cNvSpPr>
              <a:spLocks noChangeArrowheads="1"/>
            </p:cNvSpPr>
            <p:nvPr/>
          </p:nvSpPr>
          <p:spPr bwMode="auto">
            <a:xfrm rot="5400000" flipH="1" flipV="1">
              <a:off x="27506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96" name="组合 82">
            <a:extLst>
              <a:ext uri="{FF2B5EF4-FFF2-40B4-BE49-F238E27FC236}">
                <a16:creationId xmlns:a16="http://schemas.microsoft.com/office/drawing/2014/main" xmlns="" id="{336C18A2-EA2E-4A90-AC6B-1CCC4D7E96EF}"/>
              </a:ext>
            </a:extLst>
          </p:cNvPr>
          <p:cNvGrpSpPr>
            <a:grpSpLocks/>
          </p:cNvGrpSpPr>
          <p:nvPr/>
        </p:nvGrpSpPr>
        <p:grpSpPr bwMode="auto">
          <a:xfrm>
            <a:off x="1121031" y="5850604"/>
            <a:ext cx="2489200" cy="96837"/>
            <a:chOff x="349251" y="4200310"/>
            <a:chExt cx="2489204" cy="96678"/>
          </a:xfrm>
        </p:grpSpPr>
        <p:sp>
          <p:nvSpPr>
            <p:cNvPr id="97" name="Oval 259">
              <a:extLst>
                <a:ext uri="{FF2B5EF4-FFF2-40B4-BE49-F238E27FC236}">
                  <a16:creationId xmlns:a16="http://schemas.microsoft.com/office/drawing/2014/main" xmlns="" id="{649EF8A3-C103-40C9-804E-51B66ECBBE45}"/>
                </a:ext>
              </a:extLst>
            </p:cNvPr>
            <p:cNvSpPr>
              <a:spLocks noChangeArrowheads="1"/>
            </p:cNvSpPr>
            <p:nvPr/>
          </p:nvSpPr>
          <p:spPr bwMode="auto">
            <a:xfrm rot="5400000" flipH="1" flipV="1">
              <a:off x="350362" y="4202331"/>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98" name="Oval 259">
              <a:extLst>
                <a:ext uri="{FF2B5EF4-FFF2-40B4-BE49-F238E27FC236}">
                  <a16:creationId xmlns:a16="http://schemas.microsoft.com/office/drawing/2014/main" xmlns="" id="{7676223A-DAAA-4192-8594-F59F742655FC}"/>
                </a:ext>
              </a:extLst>
            </p:cNvPr>
            <p:cNvSpPr>
              <a:spLocks noChangeArrowheads="1"/>
            </p:cNvSpPr>
            <p:nvPr/>
          </p:nvSpPr>
          <p:spPr bwMode="auto">
            <a:xfrm rot="5400000" flipH="1" flipV="1">
              <a:off x="568152" y="4201267"/>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99" name="Oval 259">
              <a:extLst>
                <a:ext uri="{FF2B5EF4-FFF2-40B4-BE49-F238E27FC236}">
                  <a16:creationId xmlns:a16="http://schemas.microsoft.com/office/drawing/2014/main" xmlns="" id="{B5BFC64E-CC37-4F9F-AE7A-007AFA11F394}"/>
                </a:ext>
              </a:extLst>
            </p:cNvPr>
            <p:cNvSpPr>
              <a:spLocks noChangeArrowheads="1"/>
            </p:cNvSpPr>
            <p:nvPr/>
          </p:nvSpPr>
          <p:spPr bwMode="auto">
            <a:xfrm rot="5400000" flipH="1" flipV="1">
              <a:off x="794862" y="420318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00" name="Oval 259">
              <a:extLst>
                <a:ext uri="{FF2B5EF4-FFF2-40B4-BE49-F238E27FC236}">
                  <a16:creationId xmlns:a16="http://schemas.microsoft.com/office/drawing/2014/main" xmlns="" id="{61BA9BEC-3AC1-4904-95D3-792FE1D3F2EF}"/>
                </a:ext>
              </a:extLst>
            </p:cNvPr>
            <p:cNvSpPr>
              <a:spLocks noChangeArrowheads="1"/>
            </p:cNvSpPr>
            <p:nvPr/>
          </p:nvSpPr>
          <p:spPr bwMode="auto">
            <a:xfrm rot="5400000" flipH="1" flipV="1">
              <a:off x="1017112" y="4201228"/>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01" name="Oval 259">
              <a:extLst>
                <a:ext uri="{FF2B5EF4-FFF2-40B4-BE49-F238E27FC236}">
                  <a16:creationId xmlns:a16="http://schemas.microsoft.com/office/drawing/2014/main" xmlns="" id="{DD518356-AC25-4ABF-B206-9FAB03E83C91}"/>
                </a:ext>
              </a:extLst>
            </p:cNvPr>
            <p:cNvSpPr>
              <a:spLocks noChangeArrowheads="1"/>
            </p:cNvSpPr>
            <p:nvPr/>
          </p:nvSpPr>
          <p:spPr bwMode="auto">
            <a:xfrm rot="5400000" flipH="1" flipV="1">
              <a:off x="1243822" y="4199199"/>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02" name="Oval 259">
              <a:extLst>
                <a:ext uri="{FF2B5EF4-FFF2-40B4-BE49-F238E27FC236}">
                  <a16:creationId xmlns:a16="http://schemas.microsoft.com/office/drawing/2014/main" xmlns="" id="{915AE701-97AA-4ACD-90E8-657AE8A770D7}"/>
                </a:ext>
              </a:extLst>
            </p:cNvPr>
            <p:cNvSpPr>
              <a:spLocks noChangeArrowheads="1"/>
            </p:cNvSpPr>
            <p:nvPr/>
          </p:nvSpPr>
          <p:spPr bwMode="auto">
            <a:xfrm rot="5400000" flipH="1" flipV="1">
              <a:off x="146161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03" name="Oval 259">
              <a:extLst>
                <a:ext uri="{FF2B5EF4-FFF2-40B4-BE49-F238E27FC236}">
                  <a16:creationId xmlns:a16="http://schemas.microsoft.com/office/drawing/2014/main" xmlns="" id="{693EBC7F-292E-4A53-A302-81F8EE843154}"/>
                </a:ext>
              </a:extLst>
            </p:cNvPr>
            <p:cNvSpPr>
              <a:spLocks noChangeArrowheads="1"/>
            </p:cNvSpPr>
            <p:nvPr/>
          </p:nvSpPr>
          <p:spPr bwMode="auto">
            <a:xfrm rot="5400000" flipH="1" flipV="1">
              <a:off x="1683862" y="4202932"/>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04" name="Oval 259">
              <a:extLst>
                <a:ext uri="{FF2B5EF4-FFF2-40B4-BE49-F238E27FC236}">
                  <a16:creationId xmlns:a16="http://schemas.microsoft.com/office/drawing/2014/main" xmlns="" id="{90EE5639-8F19-45DF-A2D0-1FC52879BF31}"/>
                </a:ext>
              </a:extLst>
            </p:cNvPr>
            <p:cNvSpPr>
              <a:spLocks noChangeArrowheads="1"/>
            </p:cNvSpPr>
            <p:nvPr/>
          </p:nvSpPr>
          <p:spPr bwMode="auto">
            <a:xfrm rot="5400000" flipH="1" flipV="1">
              <a:off x="1906112" y="4206064"/>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05" name="Oval 259">
              <a:extLst>
                <a:ext uri="{FF2B5EF4-FFF2-40B4-BE49-F238E27FC236}">
                  <a16:creationId xmlns:a16="http://schemas.microsoft.com/office/drawing/2014/main" xmlns="" id="{B3652A50-E265-4770-81A6-7894BB14A10F}"/>
                </a:ext>
              </a:extLst>
            </p:cNvPr>
            <p:cNvSpPr>
              <a:spLocks noChangeArrowheads="1"/>
            </p:cNvSpPr>
            <p:nvPr/>
          </p:nvSpPr>
          <p:spPr bwMode="auto">
            <a:xfrm rot="5400000" flipH="1" flipV="1">
              <a:off x="21283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06" name="Oval 259">
              <a:extLst>
                <a:ext uri="{FF2B5EF4-FFF2-40B4-BE49-F238E27FC236}">
                  <a16:creationId xmlns:a16="http://schemas.microsoft.com/office/drawing/2014/main" xmlns="" id="{5262D860-462C-4136-9A9D-5E4349034BE5}"/>
                </a:ext>
              </a:extLst>
            </p:cNvPr>
            <p:cNvSpPr>
              <a:spLocks noChangeArrowheads="1"/>
            </p:cNvSpPr>
            <p:nvPr/>
          </p:nvSpPr>
          <p:spPr bwMode="auto">
            <a:xfrm rot="5400000" flipH="1" flipV="1">
              <a:off x="235061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07" name="Oval 259">
              <a:extLst>
                <a:ext uri="{FF2B5EF4-FFF2-40B4-BE49-F238E27FC236}">
                  <a16:creationId xmlns:a16="http://schemas.microsoft.com/office/drawing/2014/main" xmlns="" id="{6406F11E-DA80-47D2-8AE9-2D383BC77A3C}"/>
                </a:ext>
              </a:extLst>
            </p:cNvPr>
            <p:cNvSpPr>
              <a:spLocks noChangeArrowheads="1"/>
            </p:cNvSpPr>
            <p:nvPr/>
          </p:nvSpPr>
          <p:spPr bwMode="auto">
            <a:xfrm rot="5400000" flipH="1" flipV="1">
              <a:off x="25728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08" name="Oval 259">
              <a:extLst>
                <a:ext uri="{FF2B5EF4-FFF2-40B4-BE49-F238E27FC236}">
                  <a16:creationId xmlns:a16="http://schemas.microsoft.com/office/drawing/2014/main" xmlns="" id="{98EAE933-D1A3-4852-AB5F-1EB712DC75C7}"/>
                </a:ext>
              </a:extLst>
            </p:cNvPr>
            <p:cNvSpPr>
              <a:spLocks noChangeArrowheads="1"/>
            </p:cNvSpPr>
            <p:nvPr/>
          </p:nvSpPr>
          <p:spPr bwMode="auto">
            <a:xfrm rot="5400000" flipH="1" flipV="1">
              <a:off x="2750662" y="4209196"/>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cxnSp>
        <p:nvCxnSpPr>
          <p:cNvPr id="109" name="直接箭头连接符 108">
            <a:extLst>
              <a:ext uri="{FF2B5EF4-FFF2-40B4-BE49-F238E27FC236}">
                <a16:creationId xmlns:a16="http://schemas.microsoft.com/office/drawing/2014/main" xmlns="" id="{A1C6345B-78C8-45E2-AC69-09A0E0E50EEA}"/>
              </a:ext>
            </a:extLst>
          </p:cNvPr>
          <p:cNvCxnSpPr/>
          <p:nvPr/>
        </p:nvCxnSpPr>
        <p:spPr>
          <a:xfrm rot="5400000" flipH="1" flipV="1">
            <a:off x="-939544" y="4063079"/>
            <a:ext cx="3956050" cy="0"/>
          </a:xfrm>
          <a:prstGeom prst="straightConnector1">
            <a:avLst/>
          </a:prstGeom>
          <a:noFill/>
          <a:ln w="38100" cap="flat" cmpd="sng" algn="ctr">
            <a:solidFill>
              <a:sysClr val="windowText" lastClr="000000"/>
            </a:solidFill>
            <a:prstDash val="solid"/>
            <a:tailEnd type="stealth" w="med" len="lg"/>
          </a:ln>
          <a:effectLst/>
        </p:spPr>
      </p:cxnSp>
      <p:sp>
        <p:nvSpPr>
          <p:cNvPr id="110" name="TextBox 96">
            <a:extLst>
              <a:ext uri="{FF2B5EF4-FFF2-40B4-BE49-F238E27FC236}">
                <a16:creationId xmlns:a16="http://schemas.microsoft.com/office/drawing/2014/main" xmlns="" id="{D2B34414-B2B1-4E24-A244-E4E7031E28DC}"/>
              </a:ext>
            </a:extLst>
          </p:cNvPr>
          <p:cNvSpPr txBox="1">
            <a:spLocks noChangeArrowheads="1"/>
          </p:cNvSpPr>
          <p:nvPr/>
        </p:nvSpPr>
        <p:spPr bwMode="auto">
          <a:xfrm>
            <a:off x="474918" y="4436141"/>
            <a:ext cx="444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defTabSz="914400" eaLnBrk="1" hangingPunct="1"/>
            <a:r>
              <a:rPr lang="en-US" altLang="zh-CN" sz="2400">
                <a:solidFill>
                  <a:prstClr val="black"/>
                </a:solidFill>
                <a:latin typeface="Times New Roman" panose="02020603050405020304" pitchFamily="18" charset="0"/>
                <a:cs typeface="Times New Roman" panose="02020603050405020304" pitchFamily="18" charset="0"/>
              </a:rPr>
              <a:t>E</a:t>
            </a:r>
            <a:r>
              <a:rPr lang="en-US" altLang="zh-CN" sz="2400" baseline="-25000">
                <a:solidFill>
                  <a:prstClr val="black"/>
                </a:solidFill>
                <a:latin typeface="Times New Roman" panose="02020603050405020304" pitchFamily="18" charset="0"/>
                <a:cs typeface="Times New Roman" panose="02020603050405020304" pitchFamily="18" charset="0"/>
              </a:rPr>
              <a:t>a</a:t>
            </a:r>
            <a:endParaRPr lang="zh-CN" altLang="en-US" sz="2400" baseline="-25000">
              <a:solidFill>
                <a:prstClr val="black"/>
              </a:solidFill>
              <a:latin typeface="Times New Roman" panose="02020603050405020304" pitchFamily="18" charset="0"/>
              <a:cs typeface="Times New Roman" panose="02020603050405020304" pitchFamily="18" charset="0"/>
            </a:endParaRPr>
          </a:p>
        </p:txBody>
      </p:sp>
      <p:sp>
        <p:nvSpPr>
          <p:cNvPr id="111" name="TextBox 97">
            <a:extLst>
              <a:ext uri="{FF2B5EF4-FFF2-40B4-BE49-F238E27FC236}">
                <a16:creationId xmlns:a16="http://schemas.microsoft.com/office/drawing/2014/main" xmlns="" id="{6978BC23-D787-44CB-A976-31B7FAB9E732}"/>
              </a:ext>
            </a:extLst>
          </p:cNvPr>
          <p:cNvSpPr txBox="1">
            <a:spLocks noChangeArrowheads="1"/>
          </p:cNvSpPr>
          <p:nvPr/>
        </p:nvSpPr>
        <p:spPr bwMode="auto">
          <a:xfrm>
            <a:off x="474918" y="3324891"/>
            <a:ext cx="400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defTabSz="914400" eaLnBrk="1" hangingPunct="1"/>
            <a:r>
              <a:rPr lang="en-US" altLang="zh-CN" sz="2400">
                <a:solidFill>
                  <a:prstClr val="black"/>
                </a:solidFill>
                <a:latin typeface="Times New Roman" panose="02020603050405020304" pitchFamily="18" charset="0"/>
                <a:cs typeface="Times New Roman" panose="02020603050405020304" pitchFamily="18" charset="0"/>
              </a:rPr>
              <a:t>E</a:t>
            </a:r>
            <a:r>
              <a:rPr lang="en-US" altLang="zh-CN" sz="2400" baseline="-25000">
                <a:solidFill>
                  <a:prstClr val="black"/>
                </a:solidFill>
                <a:latin typeface="Times New Roman" panose="02020603050405020304" pitchFamily="18" charset="0"/>
                <a:cs typeface="Times New Roman" panose="02020603050405020304" pitchFamily="18" charset="0"/>
              </a:rPr>
              <a:t>c</a:t>
            </a:r>
            <a:endParaRPr lang="zh-CN" altLang="en-US" sz="2400" baseline="-25000">
              <a:solidFill>
                <a:prstClr val="black"/>
              </a:solidFill>
              <a:latin typeface="Times New Roman" panose="02020603050405020304" pitchFamily="18" charset="0"/>
              <a:cs typeface="Times New Roman" panose="02020603050405020304" pitchFamily="18" charset="0"/>
            </a:endParaRPr>
          </a:p>
        </p:txBody>
      </p:sp>
      <p:sp>
        <p:nvSpPr>
          <p:cNvPr id="112" name="TextBox 98">
            <a:extLst>
              <a:ext uri="{FF2B5EF4-FFF2-40B4-BE49-F238E27FC236}">
                <a16:creationId xmlns:a16="http://schemas.microsoft.com/office/drawing/2014/main" xmlns="" id="{20830E45-9201-43DE-A7D5-9CAB8B46BAAC}"/>
              </a:ext>
            </a:extLst>
          </p:cNvPr>
          <p:cNvSpPr txBox="1">
            <a:spLocks noChangeArrowheads="1"/>
          </p:cNvSpPr>
          <p:nvPr/>
        </p:nvSpPr>
        <p:spPr bwMode="auto">
          <a:xfrm>
            <a:off x="519368" y="4866354"/>
            <a:ext cx="400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defTabSz="914400" eaLnBrk="1" hangingPunct="1"/>
            <a:r>
              <a:rPr lang="en-US" altLang="zh-CN" sz="2400">
                <a:solidFill>
                  <a:prstClr val="black"/>
                </a:solidFill>
                <a:latin typeface="Times New Roman" panose="02020603050405020304" pitchFamily="18" charset="0"/>
                <a:cs typeface="Times New Roman" panose="02020603050405020304" pitchFamily="18" charset="0"/>
              </a:rPr>
              <a:t>E</a:t>
            </a:r>
            <a:r>
              <a:rPr lang="en-US" altLang="zh-CN" sz="2400" baseline="-25000">
                <a:solidFill>
                  <a:prstClr val="black"/>
                </a:solidFill>
                <a:latin typeface="Times New Roman" panose="02020603050405020304" pitchFamily="18" charset="0"/>
                <a:cs typeface="Times New Roman" panose="02020603050405020304" pitchFamily="18" charset="0"/>
              </a:rPr>
              <a:t>v</a:t>
            </a:r>
            <a:endParaRPr lang="zh-CN" altLang="en-US" sz="2400" baseline="-25000">
              <a:solidFill>
                <a:prstClr val="black"/>
              </a:solidFill>
              <a:latin typeface="Times New Roman" panose="02020603050405020304" pitchFamily="18" charset="0"/>
              <a:cs typeface="Times New Roman" panose="02020603050405020304" pitchFamily="18" charset="0"/>
            </a:endParaRPr>
          </a:p>
        </p:txBody>
      </p:sp>
      <p:sp>
        <p:nvSpPr>
          <p:cNvPr id="113" name="TextBox 100">
            <a:extLst>
              <a:ext uri="{FF2B5EF4-FFF2-40B4-BE49-F238E27FC236}">
                <a16:creationId xmlns:a16="http://schemas.microsoft.com/office/drawing/2014/main" xmlns="" id="{877DCFC5-A74F-4C99-A313-AA671286E54C}"/>
              </a:ext>
            </a:extLst>
          </p:cNvPr>
          <p:cNvSpPr txBox="1">
            <a:spLocks noChangeArrowheads="1"/>
          </p:cNvSpPr>
          <p:nvPr/>
        </p:nvSpPr>
        <p:spPr bwMode="auto">
          <a:xfrm>
            <a:off x="608268" y="2124741"/>
            <a:ext cx="400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defTabSz="914400" eaLnBrk="1" hangingPunct="1"/>
            <a:r>
              <a:rPr lang="en-US" altLang="zh-CN" sz="2400">
                <a:solidFill>
                  <a:prstClr val="black"/>
                </a:solidFill>
                <a:latin typeface="Times New Roman" panose="02020603050405020304" pitchFamily="18" charset="0"/>
                <a:cs typeface="Times New Roman" panose="02020603050405020304" pitchFamily="18" charset="0"/>
              </a:rPr>
              <a:t>E</a:t>
            </a:r>
            <a:endParaRPr lang="zh-CN" altLang="en-US" sz="2400" baseline="-25000">
              <a:solidFill>
                <a:prstClr val="black"/>
              </a:solidFill>
              <a:latin typeface="Times New Roman" panose="02020603050405020304" pitchFamily="18" charset="0"/>
              <a:cs typeface="Times New Roman" panose="02020603050405020304" pitchFamily="18" charset="0"/>
            </a:endParaRPr>
          </a:p>
        </p:txBody>
      </p:sp>
      <p:grpSp>
        <p:nvGrpSpPr>
          <p:cNvPr id="114" name="组合 102">
            <a:extLst>
              <a:ext uri="{FF2B5EF4-FFF2-40B4-BE49-F238E27FC236}">
                <a16:creationId xmlns:a16="http://schemas.microsoft.com/office/drawing/2014/main" xmlns="" id="{4C6BB839-66D2-440E-BCD6-5A82197FD2DF}"/>
              </a:ext>
            </a:extLst>
          </p:cNvPr>
          <p:cNvGrpSpPr>
            <a:grpSpLocks/>
          </p:cNvGrpSpPr>
          <p:nvPr/>
        </p:nvGrpSpPr>
        <p:grpSpPr bwMode="auto">
          <a:xfrm>
            <a:off x="3880865" y="2657040"/>
            <a:ext cx="4149725" cy="4095750"/>
            <a:chOff x="4156515" y="1381594"/>
            <a:chExt cx="4149285" cy="4094812"/>
          </a:xfrm>
        </p:grpSpPr>
        <p:grpSp>
          <p:nvGrpSpPr>
            <p:cNvPr id="115" name="组合 1">
              <a:extLst>
                <a:ext uri="{FF2B5EF4-FFF2-40B4-BE49-F238E27FC236}">
                  <a16:creationId xmlns:a16="http://schemas.microsoft.com/office/drawing/2014/main" xmlns="" id="{D2C2C737-A432-46E9-8852-F04F9F46A094}"/>
                </a:ext>
              </a:extLst>
            </p:cNvPr>
            <p:cNvGrpSpPr>
              <a:grpSpLocks/>
            </p:cNvGrpSpPr>
            <p:nvPr/>
          </p:nvGrpSpPr>
          <p:grpSpPr bwMode="auto">
            <a:xfrm>
              <a:off x="7608796" y="4806950"/>
              <a:ext cx="422275" cy="428625"/>
              <a:chOff x="7243763" y="2911475"/>
              <a:chExt cx="422275" cy="428625"/>
            </a:xfrm>
          </p:grpSpPr>
          <p:sp>
            <p:nvSpPr>
              <p:cNvPr id="375" name="Oval 118">
                <a:extLst>
                  <a:ext uri="{FF2B5EF4-FFF2-40B4-BE49-F238E27FC236}">
                    <a16:creationId xmlns:a16="http://schemas.microsoft.com/office/drawing/2014/main" xmlns="" id="{C59AE595-8A04-4866-A988-7911740D341A}"/>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76" name="Text Box 119">
                <a:extLst>
                  <a:ext uri="{FF2B5EF4-FFF2-40B4-BE49-F238E27FC236}">
                    <a16:creationId xmlns:a16="http://schemas.microsoft.com/office/drawing/2014/main" xmlns="" id="{506F6827-2B96-4545-B70B-8908E7E20BB9}"/>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16" name="组合 4">
              <a:extLst>
                <a:ext uri="{FF2B5EF4-FFF2-40B4-BE49-F238E27FC236}">
                  <a16:creationId xmlns:a16="http://schemas.microsoft.com/office/drawing/2014/main" xmlns="" id="{469CE36C-CA9D-4848-9A5D-D96481FE1500}"/>
                </a:ext>
              </a:extLst>
            </p:cNvPr>
            <p:cNvGrpSpPr>
              <a:grpSpLocks/>
            </p:cNvGrpSpPr>
            <p:nvPr/>
          </p:nvGrpSpPr>
          <p:grpSpPr bwMode="auto">
            <a:xfrm>
              <a:off x="5490015" y="1613958"/>
              <a:ext cx="422275" cy="428625"/>
              <a:chOff x="7243763" y="2911475"/>
              <a:chExt cx="422275" cy="428625"/>
            </a:xfrm>
          </p:grpSpPr>
          <p:sp>
            <p:nvSpPr>
              <p:cNvPr id="373" name="Oval 118">
                <a:extLst>
                  <a:ext uri="{FF2B5EF4-FFF2-40B4-BE49-F238E27FC236}">
                    <a16:creationId xmlns:a16="http://schemas.microsoft.com/office/drawing/2014/main" xmlns="" id="{E3F1DE7B-DCC6-4364-8363-B3E52F5BDD64}"/>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74" name="Text Box 119">
                <a:extLst>
                  <a:ext uri="{FF2B5EF4-FFF2-40B4-BE49-F238E27FC236}">
                    <a16:creationId xmlns:a16="http://schemas.microsoft.com/office/drawing/2014/main" xmlns="" id="{5E1127C2-C683-4180-8CD3-CCAC774A3637}"/>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17" name="组合 7">
              <a:extLst>
                <a:ext uri="{FF2B5EF4-FFF2-40B4-BE49-F238E27FC236}">
                  <a16:creationId xmlns:a16="http://schemas.microsoft.com/office/drawing/2014/main" xmlns="" id="{570D18D8-DEB4-4F4F-BC97-87E2D4113D27}"/>
                </a:ext>
              </a:extLst>
            </p:cNvPr>
            <p:cNvGrpSpPr>
              <a:grpSpLocks/>
            </p:cNvGrpSpPr>
            <p:nvPr/>
          </p:nvGrpSpPr>
          <p:grpSpPr bwMode="auto">
            <a:xfrm>
              <a:off x="7579165" y="1606550"/>
              <a:ext cx="422275" cy="428625"/>
              <a:chOff x="7243763" y="2911475"/>
              <a:chExt cx="422275" cy="428625"/>
            </a:xfrm>
          </p:grpSpPr>
          <p:sp>
            <p:nvSpPr>
              <p:cNvPr id="371" name="Oval 118">
                <a:extLst>
                  <a:ext uri="{FF2B5EF4-FFF2-40B4-BE49-F238E27FC236}">
                    <a16:creationId xmlns:a16="http://schemas.microsoft.com/office/drawing/2014/main" xmlns="" id="{56436368-3B92-4EBD-AC71-A69C33CE7985}"/>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72" name="Text Box 119">
                <a:extLst>
                  <a:ext uri="{FF2B5EF4-FFF2-40B4-BE49-F238E27FC236}">
                    <a16:creationId xmlns:a16="http://schemas.microsoft.com/office/drawing/2014/main" xmlns="" id="{C4A4781A-06F0-42C0-95D1-7643734BBFBA}"/>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18" name="组合 10">
              <a:extLst>
                <a:ext uri="{FF2B5EF4-FFF2-40B4-BE49-F238E27FC236}">
                  <a16:creationId xmlns:a16="http://schemas.microsoft.com/office/drawing/2014/main" xmlns="" id="{D34C2683-54B4-41DB-8E8B-629092FEAC59}"/>
                </a:ext>
              </a:extLst>
            </p:cNvPr>
            <p:cNvGrpSpPr>
              <a:grpSpLocks/>
            </p:cNvGrpSpPr>
            <p:nvPr/>
          </p:nvGrpSpPr>
          <p:grpSpPr bwMode="auto">
            <a:xfrm>
              <a:off x="7579165" y="3740150"/>
              <a:ext cx="422275" cy="428625"/>
              <a:chOff x="7243763" y="2911475"/>
              <a:chExt cx="422275" cy="428625"/>
            </a:xfrm>
          </p:grpSpPr>
          <p:sp>
            <p:nvSpPr>
              <p:cNvPr id="369" name="Oval 118">
                <a:extLst>
                  <a:ext uri="{FF2B5EF4-FFF2-40B4-BE49-F238E27FC236}">
                    <a16:creationId xmlns:a16="http://schemas.microsoft.com/office/drawing/2014/main" xmlns="" id="{906F5446-AE7B-4FBC-9DC8-7FCA3DE6665C}"/>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70" name="Text Box 119">
                <a:extLst>
                  <a:ext uri="{FF2B5EF4-FFF2-40B4-BE49-F238E27FC236}">
                    <a16:creationId xmlns:a16="http://schemas.microsoft.com/office/drawing/2014/main" xmlns="" id="{5E98627B-47F0-413D-AF34-72B903E87DD0}"/>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19" name="组合 13">
              <a:extLst>
                <a:ext uri="{FF2B5EF4-FFF2-40B4-BE49-F238E27FC236}">
                  <a16:creationId xmlns:a16="http://schemas.microsoft.com/office/drawing/2014/main" xmlns="" id="{03CB6039-FC43-418D-B336-910F892886BF}"/>
                </a:ext>
              </a:extLst>
            </p:cNvPr>
            <p:cNvGrpSpPr>
              <a:grpSpLocks/>
            </p:cNvGrpSpPr>
            <p:nvPr/>
          </p:nvGrpSpPr>
          <p:grpSpPr bwMode="auto">
            <a:xfrm>
              <a:off x="6534590" y="3740150"/>
              <a:ext cx="422275" cy="428625"/>
              <a:chOff x="7243763" y="2911475"/>
              <a:chExt cx="422275" cy="428625"/>
            </a:xfrm>
          </p:grpSpPr>
          <p:sp>
            <p:nvSpPr>
              <p:cNvPr id="367" name="Oval 118">
                <a:extLst>
                  <a:ext uri="{FF2B5EF4-FFF2-40B4-BE49-F238E27FC236}">
                    <a16:creationId xmlns:a16="http://schemas.microsoft.com/office/drawing/2014/main" xmlns="" id="{167F2335-A6FB-4B1A-8B04-00595AEA7C1D}"/>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68" name="Text Box 119">
                <a:extLst>
                  <a:ext uri="{FF2B5EF4-FFF2-40B4-BE49-F238E27FC236}">
                    <a16:creationId xmlns:a16="http://schemas.microsoft.com/office/drawing/2014/main" xmlns="" id="{40A4C1A6-A6B7-45F2-8071-E61FEC8D1194}"/>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0" name="组合 16">
              <a:extLst>
                <a:ext uri="{FF2B5EF4-FFF2-40B4-BE49-F238E27FC236}">
                  <a16:creationId xmlns:a16="http://schemas.microsoft.com/office/drawing/2014/main" xmlns="" id="{59170F9B-C3B2-4D26-BE10-FDC7614CDA2C}"/>
                </a:ext>
              </a:extLst>
            </p:cNvPr>
            <p:cNvGrpSpPr>
              <a:grpSpLocks/>
            </p:cNvGrpSpPr>
            <p:nvPr/>
          </p:nvGrpSpPr>
          <p:grpSpPr bwMode="auto">
            <a:xfrm>
              <a:off x="4445440" y="3725331"/>
              <a:ext cx="422275" cy="428625"/>
              <a:chOff x="7243763" y="2911475"/>
              <a:chExt cx="422275" cy="428625"/>
            </a:xfrm>
          </p:grpSpPr>
          <p:sp>
            <p:nvSpPr>
              <p:cNvPr id="365" name="Oval 118">
                <a:extLst>
                  <a:ext uri="{FF2B5EF4-FFF2-40B4-BE49-F238E27FC236}">
                    <a16:creationId xmlns:a16="http://schemas.microsoft.com/office/drawing/2014/main" xmlns="" id="{4B98DE61-446F-406D-BE17-E9A243950D64}"/>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66" name="Text Box 119">
                <a:extLst>
                  <a:ext uri="{FF2B5EF4-FFF2-40B4-BE49-F238E27FC236}">
                    <a16:creationId xmlns:a16="http://schemas.microsoft.com/office/drawing/2014/main" xmlns="" id="{A5573F45-AC82-43DA-8C30-E7C9E3C02361}"/>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1" name="组合 19">
              <a:extLst>
                <a:ext uri="{FF2B5EF4-FFF2-40B4-BE49-F238E27FC236}">
                  <a16:creationId xmlns:a16="http://schemas.microsoft.com/office/drawing/2014/main" xmlns="" id="{D5E0C2EE-873F-43E0-910C-73652743D836}"/>
                </a:ext>
              </a:extLst>
            </p:cNvPr>
            <p:cNvGrpSpPr>
              <a:grpSpLocks/>
            </p:cNvGrpSpPr>
            <p:nvPr/>
          </p:nvGrpSpPr>
          <p:grpSpPr bwMode="auto">
            <a:xfrm>
              <a:off x="4445440" y="4788957"/>
              <a:ext cx="422275" cy="428625"/>
              <a:chOff x="7243763" y="2911475"/>
              <a:chExt cx="422275" cy="428625"/>
            </a:xfrm>
          </p:grpSpPr>
          <p:sp>
            <p:nvSpPr>
              <p:cNvPr id="363" name="Oval 118">
                <a:extLst>
                  <a:ext uri="{FF2B5EF4-FFF2-40B4-BE49-F238E27FC236}">
                    <a16:creationId xmlns:a16="http://schemas.microsoft.com/office/drawing/2014/main" xmlns="" id="{2659E534-C8AD-4217-8D06-5AF9C81A3FD6}"/>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64" name="Text Box 119">
                <a:extLst>
                  <a:ext uri="{FF2B5EF4-FFF2-40B4-BE49-F238E27FC236}">
                    <a16:creationId xmlns:a16="http://schemas.microsoft.com/office/drawing/2014/main" xmlns="" id="{C2ECAE34-26C4-4245-AEBE-253C20A52B81}"/>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2" name="组合 22">
              <a:extLst>
                <a:ext uri="{FF2B5EF4-FFF2-40B4-BE49-F238E27FC236}">
                  <a16:creationId xmlns:a16="http://schemas.microsoft.com/office/drawing/2014/main" xmlns="" id="{05D70E56-7C71-410B-B4BF-6C136D858890}"/>
                </a:ext>
              </a:extLst>
            </p:cNvPr>
            <p:cNvGrpSpPr>
              <a:grpSpLocks/>
            </p:cNvGrpSpPr>
            <p:nvPr/>
          </p:nvGrpSpPr>
          <p:grpSpPr bwMode="auto">
            <a:xfrm>
              <a:off x="4445440" y="1620310"/>
              <a:ext cx="422275" cy="428625"/>
              <a:chOff x="7243763" y="2911475"/>
              <a:chExt cx="422275" cy="428625"/>
            </a:xfrm>
          </p:grpSpPr>
          <p:sp>
            <p:nvSpPr>
              <p:cNvPr id="361" name="Oval 118">
                <a:extLst>
                  <a:ext uri="{FF2B5EF4-FFF2-40B4-BE49-F238E27FC236}">
                    <a16:creationId xmlns:a16="http://schemas.microsoft.com/office/drawing/2014/main" xmlns="" id="{608C0079-D768-46C3-B096-E7DA7E7CE018}"/>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62" name="Text Box 119">
                <a:extLst>
                  <a:ext uri="{FF2B5EF4-FFF2-40B4-BE49-F238E27FC236}">
                    <a16:creationId xmlns:a16="http://schemas.microsoft.com/office/drawing/2014/main" xmlns="" id="{7AAFEFD4-2144-4381-ABD7-2D506DC89820}"/>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3" name="组合 25">
              <a:extLst>
                <a:ext uri="{FF2B5EF4-FFF2-40B4-BE49-F238E27FC236}">
                  <a16:creationId xmlns:a16="http://schemas.microsoft.com/office/drawing/2014/main" xmlns="" id="{791499F3-1C31-48C3-8AAA-ABA289CC1E43}"/>
                </a:ext>
              </a:extLst>
            </p:cNvPr>
            <p:cNvGrpSpPr>
              <a:grpSpLocks/>
            </p:cNvGrpSpPr>
            <p:nvPr/>
          </p:nvGrpSpPr>
          <p:grpSpPr bwMode="auto">
            <a:xfrm>
              <a:off x="5534465" y="4800598"/>
              <a:ext cx="422275" cy="428625"/>
              <a:chOff x="7243763" y="2911475"/>
              <a:chExt cx="422275" cy="428625"/>
            </a:xfrm>
          </p:grpSpPr>
          <p:sp>
            <p:nvSpPr>
              <p:cNvPr id="359" name="Oval 118">
                <a:extLst>
                  <a:ext uri="{FF2B5EF4-FFF2-40B4-BE49-F238E27FC236}">
                    <a16:creationId xmlns:a16="http://schemas.microsoft.com/office/drawing/2014/main" xmlns="" id="{01D5E86A-F56E-4183-A57B-57DBFA81DCBC}"/>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60" name="Text Box 119">
                <a:extLst>
                  <a:ext uri="{FF2B5EF4-FFF2-40B4-BE49-F238E27FC236}">
                    <a16:creationId xmlns:a16="http://schemas.microsoft.com/office/drawing/2014/main" xmlns="" id="{271DAEBB-C622-4FDA-99CD-A50A714DEAF3}"/>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4" name="组合 28">
              <a:extLst>
                <a:ext uri="{FF2B5EF4-FFF2-40B4-BE49-F238E27FC236}">
                  <a16:creationId xmlns:a16="http://schemas.microsoft.com/office/drawing/2014/main" xmlns="" id="{F541FBD2-7173-4D2A-BC57-E79DFCD232E5}"/>
                </a:ext>
              </a:extLst>
            </p:cNvPr>
            <p:cNvGrpSpPr>
              <a:grpSpLocks/>
            </p:cNvGrpSpPr>
            <p:nvPr/>
          </p:nvGrpSpPr>
          <p:grpSpPr bwMode="auto">
            <a:xfrm>
              <a:off x="6560188" y="4798483"/>
              <a:ext cx="422275" cy="428625"/>
              <a:chOff x="7243763" y="2911475"/>
              <a:chExt cx="422275" cy="428625"/>
            </a:xfrm>
          </p:grpSpPr>
          <p:sp>
            <p:nvSpPr>
              <p:cNvPr id="357" name="Oval 118">
                <a:extLst>
                  <a:ext uri="{FF2B5EF4-FFF2-40B4-BE49-F238E27FC236}">
                    <a16:creationId xmlns:a16="http://schemas.microsoft.com/office/drawing/2014/main" xmlns="" id="{8DCEE74D-2556-4709-BD8E-CB549054F99E}"/>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58" name="Text Box 119">
                <a:extLst>
                  <a:ext uri="{FF2B5EF4-FFF2-40B4-BE49-F238E27FC236}">
                    <a16:creationId xmlns:a16="http://schemas.microsoft.com/office/drawing/2014/main" xmlns="" id="{232CE1FF-908A-4E79-93A5-3D06998129C0}"/>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5" name="组合 31">
              <a:extLst>
                <a:ext uri="{FF2B5EF4-FFF2-40B4-BE49-F238E27FC236}">
                  <a16:creationId xmlns:a16="http://schemas.microsoft.com/office/drawing/2014/main" xmlns="" id="{6ABEA6F6-B345-4687-AC5B-E086FE80EBE0}"/>
                </a:ext>
              </a:extLst>
            </p:cNvPr>
            <p:cNvGrpSpPr>
              <a:grpSpLocks/>
            </p:cNvGrpSpPr>
            <p:nvPr/>
          </p:nvGrpSpPr>
          <p:grpSpPr bwMode="auto">
            <a:xfrm>
              <a:off x="6512365" y="1606550"/>
              <a:ext cx="422275" cy="428625"/>
              <a:chOff x="7243763" y="2911475"/>
              <a:chExt cx="422275" cy="428625"/>
            </a:xfrm>
          </p:grpSpPr>
          <p:sp>
            <p:nvSpPr>
              <p:cNvPr id="355" name="Oval 118">
                <a:extLst>
                  <a:ext uri="{FF2B5EF4-FFF2-40B4-BE49-F238E27FC236}">
                    <a16:creationId xmlns:a16="http://schemas.microsoft.com/office/drawing/2014/main" xmlns="" id="{FBCE04CF-D591-4BDC-891D-559B7E2B04CB}"/>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56" name="Text Box 119">
                <a:extLst>
                  <a:ext uri="{FF2B5EF4-FFF2-40B4-BE49-F238E27FC236}">
                    <a16:creationId xmlns:a16="http://schemas.microsoft.com/office/drawing/2014/main" xmlns="" id="{D306D4FC-25CD-4A0A-A7CB-E6EA34CB88AD}"/>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6" name="组合 34">
              <a:extLst>
                <a:ext uri="{FF2B5EF4-FFF2-40B4-BE49-F238E27FC236}">
                  <a16:creationId xmlns:a16="http://schemas.microsoft.com/office/drawing/2014/main" xmlns="" id="{995A298B-9D2C-402B-B90E-086660F50AAA}"/>
                </a:ext>
              </a:extLst>
            </p:cNvPr>
            <p:cNvGrpSpPr>
              <a:grpSpLocks/>
            </p:cNvGrpSpPr>
            <p:nvPr/>
          </p:nvGrpSpPr>
          <p:grpSpPr bwMode="auto">
            <a:xfrm>
              <a:off x="7596099" y="2626867"/>
              <a:ext cx="422275" cy="428625"/>
              <a:chOff x="7243763" y="2911475"/>
              <a:chExt cx="422275" cy="428625"/>
            </a:xfrm>
          </p:grpSpPr>
          <p:sp>
            <p:nvSpPr>
              <p:cNvPr id="353" name="Oval 118">
                <a:extLst>
                  <a:ext uri="{FF2B5EF4-FFF2-40B4-BE49-F238E27FC236}">
                    <a16:creationId xmlns:a16="http://schemas.microsoft.com/office/drawing/2014/main" xmlns="" id="{BD234729-11C4-4C7E-A8EF-BDC816387E0D}"/>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54" name="Text Box 119">
                <a:extLst>
                  <a:ext uri="{FF2B5EF4-FFF2-40B4-BE49-F238E27FC236}">
                    <a16:creationId xmlns:a16="http://schemas.microsoft.com/office/drawing/2014/main" xmlns="" id="{6C11F5C5-1241-4691-ADD2-92C624DEF272}"/>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7" name="组合 37">
              <a:extLst>
                <a:ext uri="{FF2B5EF4-FFF2-40B4-BE49-F238E27FC236}">
                  <a16:creationId xmlns:a16="http://schemas.microsoft.com/office/drawing/2014/main" xmlns="" id="{FE5BB615-E13A-4AF7-A152-92B7D10E6146}"/>
                </a:ext>
              </a:extLst>
            </p:cNvPr>
            <p:cNvGrpSpPr>
              <a:grpSpLocks/>
            </p:cNvGrpSpPr>
            <p:nvPr/>
          </p:nvGrpSpPr>
          <p:grpSpPr bwMode="auto">
            <a:xfrm>
              <a:off x="5512240" y="3725331"/>
              <a:ext cx="422275" cy="428625"/>
              <a:chOff x="7243763" y="2911475"/>
              <a:chExt cx="422275" cy="428625"/>
            </a:xfrm>
          </p:grpSpPr>
          <p:sp>
            <p:nvSpPr>
              <p:cNvPr id="351" name="Oval 118">
                <a:extLst>
                  <a:ext uri="{FF2B5EF4-FFF2-40B4-BE49-F238E27FC236}">
                    <a16:creationId xmlns:a16="http://schemas.microsoft.com/office/drawing/2014/main" xmlns="" id="{D79DA6C8-6632-41F2-97A5-C5D063A65596}"/>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52" name="Text Box 119">
                <a:extLst>
                  <a:ext uri="{FF2B5EF4-FFF2-40B4-BE49-F238E27FC236}">
                    <a16:creationId xmlns:a16="http://schemas.microsoft.com/office/drawing/2014/main" xmlns="" id="{0B87DA30-E6FA-4F4A-A0F1-75FDB0B91AD6}"/>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8" name="组合 43">
              <a:extLst>
                <a:ext uri="{FF2B5EF4-FFF2-40B4-BE49-F238E27FC236}">
                  <a16:creationId xmlns:a16="http://schemas.microsoft.com/office/drawing/2014/main" xmlns="" id="{615C4657-2DEB-4737-BD6B-8D7583D8F151}"/>
                </a:ext>
              </a:extLst>
            </p:cNvPr>
            <p:cNvGrpSpPr>
              <a:grpSpLocks/>
            </p:cNvGrpSpPr>
            <p:nvPr/>
          </p:nvGrpSpPr>
          <p:grpSpPr bwMode="auto">
            <a:xfrm>
              <a:off x="6534590" y="2626867"/>
              <a:ext cx="422275" cy="428625"/>
              <a:chOff x="7243763" y="2911475"/>
              <a:chExt cx="422275" cy="428625"/>
            </a:xfrm>
          </p:grpSpPr>
          <p:sp>
            <p:nvSpPr>
              <p:cNvPr id="349" name="Oval 118">
                <a:extLst>
                  <a:ext uri="{FF2B5EF4-FFF2-40B4-BE49-F238E27FC236}">
                    <a16:creationId xmlns:a16="http://schemas.microsoft.com/office/drawing/2014/main" xmlns="" id="{4799604C-F47E-4CE7-B8E0-616AAE93B632}"/>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50" name="Text Box 119">
                <a:extLst>
                  <a:ext uri="{FF2B5EF4-FFF2-40B4-BE49-F238E27FC236}">
                    <a16:creationId xmlns:a16="http://schemas.microsoft.com/office/drawing/2014/main" xmlns="" id="{A3FA0E03-2C11-4F83-8964-0439B8F926C2}"/>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nvGrpSpPr>
            <p:cNvPr id="129" name="组合 46">
              <a:extLst>
                <a:ext uri="{FF2B5EF4-FFF2-40B4-BE49-F238E27FC236}">
                  <a16:creationId xmlns:a16="http://schemas.microsoft.com/office/drawing/2014/main" xmlns="" id="{B4D2F024-B986-47E9-9AA1-46816EA66A94}"/>
                </a:ext>
              </a:extLst>
            </p:cNvPr>
            <p:cNvGrpSpPr>
              <a:grpSpLocks/>
            </p:cNvGrpSpPr>
            <p:nvPr/>
          </p:nvGrpSpPr>
          <p:grpSpPr bwMode="auto">
            <a:xfrm>
              <a:off x="4445440" y="2654383"/>
              <a:ext cx="422275" cy="428625"/>
              <a:chOff x="7243763" y="2911475"/>
              <a:chExt cx="422275" cy="428625"/>
            </a:xfrm>
          </p:grpSpPr>
          <p:sp>
            <p:nvSpPr>
              <p:cNvPr id="347" name="Oval 118">
                <a:extLst>
                  <a:ext uri="{FF2B5EF4-FFF2-40B4-BE49-F238E27FC236}">
                    <a16:creationId xmlns:a16="http://schemas.microsoft.com/office/drawing/2014/main" xmlns="" id="{228C698F-90E9-4F37-918D-C6738DF9C017}"/>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48" name="Text Box 119">
                <a:extLst>
                  <a:ext uri="{FF2B5EF4-FFF2-40B4-BE49-F238E27FC236}">
                    <a16:creationId xmlns:a16="http://schemas.microsoft.com/office/drawing/2014/main" xmlns="" id="{53DAC264-571B-43AF-93B3-48C92D7ED033}"/>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sp>
          <p:nvSpPr>
            <p:cNvPr id="130" name="Oval 259">
              <a:extLst>
                <a:ext uri="{FF2B5EF4-FFF2-40B4-BE49-F238E27FC236}">
                  <a16:creationId xmlns:a16="http://schemas.microsoft.com/office/drawing/2014/main" xmlns="" id="{CF10FBB2-5E54-414C-8BE7-D996A597B431}"/>
                </a:ext>
              </a:extLst>
            </p:cNvPr>
            <p:cNvSpPr>
              <a:spLocks noChangeArrowheads="1"/>
            </p:cNvSpPr>
            <p:nvPr/>
          </p:nvSpPr>
          <p:spPr bwMode="auto">
            <a:xfrm flipH="1" flipV="1">
              <a:off x="7712515" y="4473628"/>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31" name="Oval 259">
              <a:extLst>
                <a:ext uri="{FF2B5EF4-FFF2-40B4-BE49-F238E27FC236}">
                  <a16:creationId xmlns:a16="http://schemas.microsoft.com/office/drawing/2014/main" xmlns="" id="{771A915E-382A-4D46-BBBD-295DDA50A5CF}"/>
                </a:ext>
              </a:extLst>
            </p:cNvPr>
            <p:cNvSpPr>
              <a:spLocks noChangeArrowheads="1"/>
            </p:cNvSpPr>
            <p:nvPr/>
          </p:nvSpPr>
          <p:spPr bwMode="auto">
            <a:xfrm flipH="1" flipV="1">
              <a:off x="5151041" y="2873428"/>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nvGrpSpPr>
            <p:cNvPr id="132" name="组合 51">
              <a:extLst>
                <a:ext uri="{FF2B5EF4-FFF2-40B4-BE49-F238E27FC236}">
                  <a16:creationId xmlns:a16="http://schemas.microsoft.com/office/drawing/2014/main" xmlns="" id="{B724294B-3A5D-4B67-AD81-A0845773B509}"/>
                </a:ext>
              </a:extLst>
            </p:cNvPr>
            <p:cNvGrpSpPr>
              <a:grpSpLocks/>
            </p:cNvGrpSpPr>
            <p:nvPr/>
          </p:nvGrpSpPr>
          <p:grpSpPr bwMode="auto">
            <a:xfrm>
              <a:off x="5924865" y="1714385"/>
              <a:ext cx="580555" cy="194034"/>
              <a:chOff x="4954650" y="1723670"/>
              <a:chExt cx="580555" cy="194034"/>
            </a:xfrm>
          </p:grpSpPr>
          <p:grpSp>
            <p:nvGrpSpPr>
              <p:cNvPr id="341" name="组合 107">
                <a:extLst>
                  <a:ext uri="{FF2B5EF4-FFF2-40B4-BE49-F238E27FC236}">
                    <a16:creationId xmlns:a16="http://schemas.microsoft.com/office/drawing/2014/main" xmlns="" id="{CDDDA74A-FD4E-4EA7-A2AA-59C20B096FBC}"/>
                  </a:ext>
                </a:extLst>
              </p:cNvPr>
              <p:cNvGrpSpPr>
                <a:grpSpLocks/>
              </p:cNvGrpSpPr>
              <p:nvPr/>
            </p:nvGrpSpPr>
            <p:grpSpPr bwMode="auto">
              <a:xfrm>
                <a:off x="4954650" y="1723670"/>
                <a:ext cx="577850" cy="88904"/>
                <a:chOff x="4954650" y="1739900"/>
                <a:chExt cx="577850" cy="88904"/>
              </a:xfrm>
            </p:grpSpPr>
            <p:cxnSp>
              <p:nvCxnSpPr>
                <p:cNvPr id="345" name="直接连接符 344">
                  <a:extLst>
                    <a:ext uri="{FF2B5EF4-FFF2-40B4-BE49-F238E27FC236}">
                      <a16:creationId xmlns:a16="http://schemas.microsoft.com/office/drawing/2014/main" xmlns="" id="{1FE82070-308F-4684-8FDA-5FFADE7A51EB}"/>
                    </a:ext>
                  </a:extLst>
                </p:cNvPr>
                <p:cNvCxnSpPr/>
                <p:nvPr/>
              </p:nvCxnSpPr>
              <p:spPr>
                <a:xfrm>
                  <a:off x="4954587" y="1784848"/>
                  <a:ext cx="577788" cy="1588"/>
                </a:xfrm>
                <a:prstGeom prst="line">
                  <a:avLst/>
                </a:prstGeom>
                <a:noFill/>
                <a:ln w="25400" cap="flat" cmpd="sng" algn="ctr">
                  <a:solidFill>
                    <a:sysClr val="windowText" lastClr="000000"/>
                  </a:solidFill>
                  <a:prstDash val="solid"/>
                </a:ln>
                <a:effectLst/>
              </p:spPr>
            </p:cxnSp>
            <p:sp>
              <p:nvSpPr>
                <p:cNvPr id="346" name="Oval 259">
                  <a:extLst>
                    <a:ext uri="{FF2B5EF4-FFF2-40B4-BE49-F238E27FC236}">
                      <a16:creationId xmlns:a16="http://schemas.microsoft.com/office/drawing/2014/main" xmlns="" id="{DDA3ABDE-5AFB-4CAC-8282-FE661D9BF109}"/>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342" name="组合 108">
                <a:extLst>
                  <a:ext uri="{FF2B5EF4-FFF2-40B4-BE49-F238E27FC236}">
                    <a16:creationId xmlns:a16="http://schemas.microsoft.com/office/drawing/2014/main" xmlns="" id="{5F086580-DD40-48C2-B6D2-32B249E8AD7D}"/>
                  </a:ext>
                </a:extLst>
              </p:cNvPr>
              <p:cNvGrpSpPr>
                <a:grpSpLocks/>
              </p:cNvGrpSpPr>
              <p:nvPr/>
            </p:nvGrpSpPr>
            <p:grpSpPr bwMode="auto">
              <a:xfrm>
                <a:off x="4957355" y="1828800"/>
                <a:ext cx="577850" cy="88904"/>
                <a:chOff x="4954650" y="1739900"/>
                <a:chExt cx="577850" cy="88904"/>
              </a:xfrm>
            </p:grpSpPr>
            <p:cxnSp>
              <p:nvCxnSpPr>
                <p:cNvPr id="343" name="直接连接符 342">
                  <a:extLst>
                    <a:ext uri="{FF2B5EF4-FFF2-40B4-BE49-F238E27FC236}">
                      <a16:creationId xmlns:a16="http://schemas.microsoft.com/office/drawing/2014/main" xmlns="" id="{7C8FA2EA-B1CA-43A0-8FC0-58C33E1108C6}"/>
                    </a:ext>
                  </a:extLst>
                </p:cNvPr>
                <p:cNvCxnSpPr/>
                <p:nvPr/>
              </p:nvCxnSpPr>
              <p:spPr>
                <a:xfrm>
                  <a:off x="4955057" y="1784469"/>
                  <a:ext cx="577788" cy="1588"/>
                </a:xfrm>
                <a:prstGeom prst="line">
                  <a:avLst/>
                </a:prstGeom>
                <a:noFill/>
                <a:ln w="25400" cap="flat" cmpd="sng" algn="ctr">
                  <a:solidFill>
                    <a:sysClr val="windowText" lastClr="000000"/>
                  </a:solidFill>
                  <a:prstDash val="solid"/>
                </a:ln>
                <a:effectLst/>
              </p:spPr>
            </p:cxnSp>
            <p:sp>
              <p:nvSpPr>
                <p:cNvPr id="344" name="Oval 259">
                  <a:extLst>
                    <a:ext uri="{FF2B5EF4-FFF2-40B4-BE49-F238E27FC236}">
                      <a16:creationId xmlns:a16="http://schemas.microsoft.com/office/drawing/2014/main" xmlns="" id="{C06DCBEC-1AAF-4DDB-967B-05911421AA81}"/>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33" name="组合 58">
              <a:extLst>
                <a:ext uri="{FF2B5EF4-FFF2-40B4-BE49-F238E27FC236}">
                  <a16:creationId xmlns:a16="http://schemas.microsoft.com/office/drawing/2014/main" xmlns="" id="{60963540-52D4-43F6-9B4B-C1764F9D4BC6}"/>
                </a:ext>
              </a:extLst>
            </p:cNvPr>
            <p:cNvGrpSpPr>
              <a:grpSpLocks/>
            </p:cNvGrpSpPr>
            <p:nvPr/>
          </p:nvGrpSpPr>
          <p:grpSpPr bwMode="auto">
            <a:xfrm>
              <a:off x="4909460" y="1727910"/>
              <a:ext cx="580555" cy="194034"/>
              <a:chOff x="4954650" y="1723670"/>
              <a:chExt cx="580555" cy="194034"/>
            </a:xfrm>
          </p:grpSpPr>
          <p:grpSp>
            <p:nvGrpSpPr>
              <p:cNvPr id="335" name="组合 107">
                <a:extLst>
                  <a:ext uri="{FF2B5EF4-FFF2-40B4-BE49-F238E27FC236}">
                    <a16:creationId xmlns:a16="http://schemas.microsoft.com/office/drawing/2014/main" xmlns="" id="{C633721A-B944-4621-8B67-5588CEB5281A}"/>
                  </a:ext>
                </a:extLst>
              </p:cNvPr>
              <p:cNvGrpSpPr>
                <a:grpSpLocks/>
              </p:cNvGrpSpPr>
              <p:nvPr/>
            </p:nvGrpSpPr>
            <p:grpSpPr bwMode="auto">
              <a:xfrm>
                <a:off x="4954650" y="1723670"/>
                <a:ext cx="577850" cy="88904"/>
                <a:chOff x="4954650" y="1739900"/>
                <a:chExt cx="577850" cy="88904"/>
              </a:xfrm>
            </p:grpSpPr>
            <p:cxnSp>
              <p:nvCxnSpPr>
                <p:cNvPr id="339" name="直接连接符 338">
                  <a:extLst>
                    <a:ext uri="{FF2B5EF4-FFF2-40B4-BE49-F238E27FC236}">
                      <a16:creationId xmlns:a16="http://schemas.microsoft.com/office/drawing/2014/main" xmlns="" id="{930EC68D-DDB4-4D2C-85A4-52614EBF4430}"/>
                    </a:ext>
                  </a:extLst>
                </p:cNvPr>
                <p:cNvCxnSpPr/>
                <p:nvPr/>
              </p:nvCxnSpPr>
              <p:spPr>
                <a:xfrm>
                  <a:off x="4954100" y="1784020"/>
                  <a:ext cx="577788" cy="1588"/>
                </a:xfrm>
                <a:prstGeom prst="line">
                  <a:avLst/>
                </a:prstGeom>
                <a:noFill/>
                <a:ln w="25400" cap="flat" cmpd="sng" algn="ctr">
                  <a:solidFill>
                    <a:sysClr val="windowText" lastClr="000000"/>
                  </a:solidFill>
                  <a:prstDash val="solid"/>
                </a:ln>
                <a:effectLst/>
              </p:spPr>
            </p:cxnSp>
            <p:sp>
              <p:nvSpPr>
                <p:cNvPr id="340" name="Oval 259">
                  <a:extLst>
                    <a:ext uri="{FF2B5EF4-FFF2-40B4-BE49-F238E27FC236}">
                      <a16:creationId xmlns:a16="http://schemas.microsoft.com/office/drawing/2014/main" xmlns="" id="{4FCF8E4C-BC9D-4503-A5CB-CD8EDBEC4D94}"/>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336" name="组合 108">
                <a:extLst>
                  <a:ext uri="{FF2B5EF4-FFF2-40B4-BE49-F238E27FC236}">
                    <a16:creationId xmlns:a16="http://schemas.microsoft.com/office/drawing/2014/main" xmlns="" id="{2EF3C53D-C7EE-457A-855C-769E0829E543}"/>
                  </a:ext>
                </a:extLst>
              </p:cNvPr>
              <p:cNvGrpSpPr>
                <a:grpSpLocks/>
              </p:cNvGrpSpPr>
              <p:nvPr/>
            </p:nvGrpSpPr>
            <p:grpSpPr bwMode="auto">
              <a:xfrm>
                <a:off x="4957355" y="1828800"/>
                <a:ext cx="577850" cy="88904"/>
                <a:chOff x="4954650" y="1739900"/>
                <a:chExt cx="577850" cy="88904"/>
              </a:xfrm>
            </p:grpSpPr>
            <p:cxnSp>
              <p:nvCxnSpPr>
                <p:cNvPr id="337" name="直接连接符 336">
                  <a:extLst>
                    <a:ext uri="{FF2B5EF4-FFF2-40B4-BE49-F238E27FC236}">
                      <a16:creationId xmlns:a16="http://schemas.microsoft.com/office/drawing/2014/main" xmlns="" id="{5F114F39-C6F0-4A1E-BE05-ABF1867A7DE3}"/>
                    </a:ext>
                  </a:extLst>
                </p:cNvPr>
                <p:cNvCxnSpPr/>
                <p:nvPr/>
              </p:nvCxnSpPr>
              <p:spPr>
                <a:xfrm>
                  <a:off x="4954570" y="1783641"/>
                  <a:ext cx="577788" cy="1588"/>
                </a:xfrm>
                <a:prstGeom prst="line">
                  <a:avLst/>
                </a:prstGeom>
                <a:noFill/>
                <a:ln w="25400" cap="flat" cmpd="sng" algn="ctr">
                  <a:solidFill>
                    <a:sysClr val="windowText" lastClr="000000"/>
                  </a:solidFill>
                  <a:prstDash val="solid"/>
                </a:ln>
                <a:effectLst/>
              </p:spPr>
            </p:cxnSp>
            <p:sp>
              <p:nvSpPr>
                <p:cNvPr id="338" name="Oval 259">
                  <a:extLst>
                    <a:ext uri="{FF2B5EF4-FFF2-40B4-BE49-F238E27FC236}">
                      <a16:creationId xmlns:a16="http://schemas.microsoft.com/office/drawing/2014/main" xmlns="" id="{974F9102-7B35-4A4D-B313-A60F119216C5}"/>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34" name="组合 65">
              <a:extLst>
                <a:ext uri="{FF2B5EF4-FFF2-40B4-BE49-F238E27FC236}">
                  <a16:creationId xmlns:a16="http://schemas.microsoft.com/office/drawing/2014/main" xmlns="" id="{FF05E874-7AAA-495B-9EBC-D3E99D848AF1}"/>
                </a:ext>
              </a:extLst>
            </p:cNvPr>
            <p:cNvGrpSpPr>
              <a:grpSpLocks/>
            </p:cNvGrpSpPr>
            <p:nvPr/>
          </p:nvGrpSpPr>
          <p:grpSpPr bwMode="auto">
            <a:xfrm>
              <a:off x="6956865" y="1739900"/>
              <a:ext cx="580555" cy="194034"/>
              <a:chOff x="4954650" y="1723670"/>
              <a:chExt cx="580555" cy="194034"/>
            </a:xfrm>
          </p:grpSpPr>
          <p:grpSp>
            <p:nvGrpSpPr>
              <p:cNvPr id="329" name="组合 107">
                <a:extLst>
                  <a:ext uri="{FF2B5EF4-FFF2-40B4-BE49-F238E27FC236}">
                    <a16:creationId xmlns:a16="http://schemas.microsoft.com/office/drawing/2014/main" xmlns="" id="{02B010F6-A9E1-477D-A4C7-50FCF71B23CA}"/>
                  </a:ext>
                </a:extLst>
              </p:cNvPr>
              <p:cNvGrpSpPr>
                <a:grpSpLocks/>
              </p:cNvGrpSpPr>
              <p:nvPr/>
            </p:nvGrpSpPr>
            <p:grpSpPr bwMode="auto">
              <a:xfrm>
                <a:off x="4954650" y="1723670"/>
                <a:ext cx="577850" cy="88904"/>
                <a:chOff x="4954650" y="1739900"/>
                <a:chExt cx="577850" cy="88904"/>
              </a:xfrm>
            </p:grpSpPr>
            <p:cxnSp>
              <p:nvCxnSpPr>
                <p:cNvPr id="333" name="直接连接符 332">
                  <a:extLst>
                    <a:ext uri="{FF2B5EF4-FFF2-40B4-BE49-F238E27FC236}">
                      <a16:creationId xmlns:a16="http://schemas.microsoft.com/office/drawing/2014/main" xmlns="" id="{BF6F76EA-2BF3-4B0F-A1E0-9C0F085624F0}"/>
                    </a:ext>
                  </a:extLst>
                </p:cNvPr>
                <p:cNvCxnSpPr/>
                <p:nvPr/>
              </p:nvCxnSpPr>
              <p:spPr>
                <a:xfrm>
                  <a:off x="4954353" y="1784727"/>
                  <a:ext cx="577788" cy="1588"/>
                </a:xfrm>
                <a:prstGeom prst="line">
                  <a:avLst/>
                </a:prstGeom>
                <a:noFill/>
                <a:ln w="25400" cap="flat" cmpd="sng" algn="ctr">
                  <a:solidFill>
                    <a:sysClr val="windowText" lastClr="000000"/>
                  </a:solidFill>
                  <a:prstDash val="solid"/>
                </a:ln>
                <a:effectLst/>
              </p:spPr>
            </p:cxnSp>
            <p:sp>
              <p:nvSpPr>
                <p:cNvPr id="334" name="Oval 259">
                  <a:extLst>
                    <a:ext uri="{FF2B5EF4-FFF2-40B4-BE49-F238E27FC236}">
                      <a16:creationId xmlns:a16="http://schemas.microsoft.com/office/drawing/2014/main" xmlns="" id="{9215CE78-5D44-42DF-B5B5-ED5037F10A68}"/>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330" name="组合 108">
                <a:extLst>
                  <a:ext uri="{FF2B5EF4-FFF2-40B4-BE49-F238E27FC236}">
                    <a16:creationId xmlns:a16="http://schemas.microsoft.com/office/drawing/2014/main" xmlns="" id="{123E6AAE-92DB-49CF-848B-D8400B0901E4}"/>
                  </a:ext>
                </a:extLst>
              </p:cNvPr>
              <p:cNvGrpSpPr>
                <a:grpSpLocks/>
              </p:cNvGrpSpPr>
              <p:nvPr/>
            </p:nvGrpSpPr>
            <p:grpSpPr bwMode="auto">
              <a:xfrm>
                <a:off x="4957355" y="1828800"/>
                <a:ext cx="577850" cy="88904"/>
                <a:chOff x="4954650" y="1739900"/>
                <a:chExt cx="577850" cy="88904"/>
              </a:xfrm>
            </p:grpSpPr>
            <p:cxnSp>
              <p:nvCxnSpPr>
                <p:cNvPr id="331" name="直接连接符 330">
                  <a:extLst>
                    <a:ext uri="{FF2B5EF4-FFF2-40B4-BE49-F238E27FC236}">
                      <a16:creationId xmlns:a16="http://schemas.microsoft.com/office/drawing/2014/main" xmlns="" id="{7BB70022-F97A-49DA-B1EF-8B21C5ADCDDD}"/>
                    </a:ext>
                  </a:extLst>
                </p:cNvPr>
                <p:cNvCxnSpPr/>
                <p:nvPr/>
              </p:nvCxnSpPr>
              <p:spPr>
                <a:xfrm>
                  <a:off x="4954823" y="1784348"/>
                  <a:ext cx="577788" cy="1588"/>
                </a:xfrm>
                <a:prstGeom prst="line">
                  <a:avLst/>
                </a:prstGeom>
                <a:noFill/>
                <a:ln w="25400" cap="flat" cmpd="sng" algn="ctr">
                  <a:solidFill>
                    <a:sysClr val="windowText" lastClr="000000"/>
                  </a:solidFill>
                  <a:prstDash val="solid"/>
                </a:ln>
                <a:effectLst/>
              </p:spPr>
            </p:cxnSp>
            <p:sp>
              <p:nvSpPr>
                <p:cNvPr id="332" name="Oval 259">
                  <a:extLst>
                    <a:ext uri="{FF2B5EF4-FFF2-40B4-BE49-F238E27FC236}">
                      <a16:creationId xmlns:a16="http://schemas.microsoft.com/office/drawing/2014/main" xmlns="" id="{49EE15E6-DAFB-4FCE-A3AC-7BD2A35EFAE1}"/>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35" name="组合 72">
              <a:extLst>
                <a:ext uri="{FF2B5EF4-FFF2-40B4-BE49-F238E27FC236}">
                  <a16:creationId xmlns:a16="http://schemas.microsoft.com/office/drawing/2014/main" xmlns="" id="{49088235-366B-41BF-A571-C324B4DC996C}"/>
                </a:ext>
              </a:extLst>
            </p:cNvPr>
            <p:cNvGrpSpPr>
              <a:grpSpLocks/>
            </p:cNvGrpSpPr>
            <p:nvPr/>
          </p:nvGrpSpPr>
          <p:grpSpPr bwMode="auto">
            <a:xfrm>
              <a:off x="4912165" y="2760217"/>
              <a:ext cx="580555" cy="151168"/>
              <a:chOff x="4954650" y="1723670"/>
              <a:chExt cx="580555" cy="151168"/>
            </a:xfrm>
          </p:grpSpPr>
          <p:grpSp>
            <p:nvGrpSpPr>
              <p:cNvPr id="325" name="组合 107">
                <a:extLst>
                  <a:ext uri="{FF2B5EF4-FFF2-40B4-BE49-F238E27FC236}">
                    <a16:creationId xmlns:a16="http://schemas.microsoft.com/office/drawing/2014/main" xmlns="" id="{19E84E11-25DB-4CCE-B862-373760755D80}"/>
                  </a:ext>
                </a:extLst>
              </p:cNvPr>
              <p:cNvGrpSpPr>
                <a:grpSpLocks/>
              </p:cNvGrpSpPr>
              <p:nvPr/>
            </p:nvGrpSpPr>
            <p:grpSpPr bwMode="auto">
              <a:xfrm>
                <a:off x="4954650" y="1723670"/>
                <a:ext cx="577850" cy="88904"/>
                <a:chOff x="4954650" y="1739900"/>
                <a:chExt cx="577850" cy="88904"/>
              </a:xfrm>
            </p:grpSpPr>
            <p:cxnSp>
              <p:nvCxnSpPr>
                <p:cNvPr id="327" name="直接连接符 326">
                  <a:extLst>
                    <a:ext uri="{FF2B5EF4-FFF2-40B4-BE49-F238E27FC236}">
                      <a16:creationId xmlns:a16="http://schemas.microsoft.com/office/drawing/2014/main" xmlns="" id="{DBE5E87D-12D0-48C5-803F-7B89233831F6}"/>
                    </a:ext>
                  </a:extLst>
                </p:cNvPr>
                <p:cNvCxnSpPr/>
                <p:nvPr/>
              </p:nvCxnSpPr>
              <p:spPr>
                <a:xfrm>
                  <a:off x="4954570" y="1784938"/>
                  <a:ext cx="577788" cy="1587"/>
                </a:xfrm>
                <a:prstGeom prst="line">
                  <a:avLst/>
                </a:prstGeom>
                <a:noFill/>
                <a:ln w="25400" cap="flat" cmpd="sng" algn="ctr">
                  <a:solidFill>
                    <a:sysClr val="windowText" lastClr="000000"/>
                  </a:solidFill>
                  <a:prstDash val="solid"/>
                </a:ln>
                <a:effectLst/>
              </p:spPr>
            </p:cxnSp>
            <p:sp>
              <p:nvSpPr>
                <p:cNvPr id="328" name="Oval 259">
                  <a:extLst>
                    <a:ext uri="{FF2B5EF4-FFF2-40B4-BE49-F238E27FC236}">
                      <a16:creationId xmlns:a16="http://schemas.microsoft.com/office/drawing/2014/main" xmlns="" id="{827946AF-2802-4C2E-BDF2-1C89C2DE0B72}"/>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cxnSp>
            <p:nvCxnSpPr>
              <p:cNvPr id="326" name="直接连接符 325">
                <a:extLst>
                  <a:ext uri="{FF2B5EF4-FFF2-40B4-BE49-F238E27FC236}">
                    <a16:creationId xmlns:a16="http://schemas.microsoft.com/office/drawing/2014/main" xmlns="" id="{8840BC10-1852-4638-B945-F5D897F357EF}"/>
                  </a:ext>
                </a:extLst>
              </p:cNvPr>
              <p:cNvCxnSpPr/>
              <p:nvPr/>
            </p:nvCxnSpPr>
            <p:spPr>
              <a:xfrm>
                <a:off x="4957745" y="1873459"/>
                <a:ext cx="577788" cy="1587"/>
              </a:xfrm>
              <a:prstGeom prst="line">
                <a:avLst/>
              </a:prstGeom>
              <a:noFill/>
              <a:ln w="25400" cap="flat" cmpd="sng" algn="ctr">
                <a:solidFill>
                  <a:sysClr val="windowText" lastClr="000000"/>
                </a:solidFill>
                <a:prstDash val="solid"/>
              </a:ln>
              <a:effectLst/>
            </p:spPr>
          </p:cxnSp>
        </p:grpSp>
        <p:grpSp>
          <p:nvGrpSpPr>
            <p:cNvPr id="136" name="组合 77">
              <a:extLst>
                <a:ext uri="{FF2B5EF4-FFF2-40B4-BE49-F238E27FC236}">
                  <a16:creationId xmlns:a16="http://schemas.microsoft.com/office/drawing/2014/main" xmlns="" id="{D2CC2FCD-0150-48E5-BECF-9F3C7ACBE7D1}"/>
                </a:ext>
              </a:extLst>
            </p:cNvPr>
            <p:cNvGrpSpPr>
              <a:grpSpLocks/>
            </p:cNvGrpSpPr>
            <p:nvPr/>
          </p:nvGrpSpPr>
          <p:grpSpPr bwMode="auto">
            <a:xfrm>
              <a:off x="5949951" y="2673350"/>
              <a:ext cx="609570" cy="280901"/>
              <a:chOff x="4954650" y="1723670"/>
              <a:chExt cx="580555" cy="194034"/>
            </a:xfrm>
          </p:grpSpPr>
          <p:grpSp>
            <p:nvGrpSpPr>
              <p:cNvPr id="319" name="组合 107">
                <a:extLst>
                  <a:ext uri="{FF2B5EF4-FFF2-40B4-BE49-F238E27FC236}">
                    <a16:creationId xmlns:a16="http://schemas.microsoft.com/office/drawing/2014/main" xmlns="" id="{34B9BB6F-F81B-498E-8016-127C14045234}"/>
                  </a:ext>
                </a:extLst>
              </p:cNvPr>
              <p:cNvGrpSpPr>
                <a:grpSpLocks/>
              </p:cNvGrpSpPr>
              <p:nvPr/>
            </p:nvGrpSpPr>
            <p:grpSpPr bwMode="auto">
              <a:xfrm>
                <a:off x="4954650" y="1723670"/>
                <a:ext cx="577850" cy="88904"/>
                <a:chOff x="4954650" y="1739900"/>
                <a:chExt cx="577850" cy="88904"/>
              </a:xfrm>
            </p:grpSpPr>
            <p:cxnSp>
              <p:nvCxnSpPr>
                <p:cNvPr id="323" name="直接连接符 322">
                  <a:extLst>
                    <a:ext uri="{FF2B5EF4-FFF2-40B4-BE49-F238E27FC236}">
                      <a16:creationId xmlns:a16="http://schemas.microsoft.com/office/drawing/2014/main" xmlns="" id="{E476462D-F438-4BC1-A5C3-55B4BD9D846D}"/>
                    </a:ext>
                  </a:extLst>
                </p:cNvPr>
                <p:cNvCxnSpPr/>
                <p:nvPr/>
              </p:nvCxnSpPr>
              <p:spPr>
                <a:xfrm>
                  <a:off x="4954887" y="1783872"/>
                  <a:ext cx="577498" cy="2193"/>
                </a:xfrm>
                <a:prstGeom prst="line">
                  <a:avLst/>
                </a:prstGeom>
                <a:noFill/>
                <a:ln w="25400" cap="flat" cmpd="sng" algn="ctr">
                  <a:solidFill>
                    <a:sysClr val="windowText" lastClr="000000"/>
                  </a:solidFill>
                  <a:prstDash val="solid"/>
                </a:ln>
                <a:effectLst/>
              </p:spPr>
            </p:cxnSp>
            <p:sp>
              <p:nvSpPr>
                <p:cNvPr id="324" name="Oval 259">
                  <a:extLst>
                    <a:ext uri="{FF2B5EF4-FFF2-40B4-BE49-F238E27FC236}">
                      <a16:creationId xmlns:a16="http://schemas.microsoft.com/office/drawing/2014/main" xmlns="" id="{EE54069C-0526-4775-8BE3-A8ECB2F26E09}"/>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320" name="组合 108">
                <a:extLst>
                  <a:ext uri="{FF2B5EF4-FFF2-40B4-BE49-F238E27FC236}">
                    <a16:creationId xmlns:a16="http://schemas.microsoft.com/office/drawing/2014/main" xmlns="" id="{B5F2D106-53F8-4E19-B056-AF51D1B20781}"/>
                  </a:ext>
                </a:extLst>
              </p:cNvPr>
              <p:cNvGrpSpPr>
                <a:grpSpLocks/>
              </p:cNvGrpSpPr>
              <p:nvPr/>
            </p:nvGrpSpPr>
            <p:grpSpPr bwMode="auto">
              <a:xfrm>
                <a:off x="4957355" y="1828800"/>
                <a:ext cx="577850" cy="88904"/>
                <a:chOff x="4954650" y="1739900"/>
                <a:chExt cx="577850" cy="88904"/>
              </a:xfrm>
            </p:grpSpPr>
            <p:cxnSp>
              <p:nvCxnSpPr>
                <p:cNvPr id="321" name="直接连接符 320">
                  <a:extLst>
                    <a:ext uri="{FF2B5EF4-FFF2-40B4-BE49-F238E27FC236}">
                      <a16:creationId xmlns:a16="http://schemas.microsoft.com/office/drawing/2014/main" xmlns="" id="{C9BC9E13-FEAD-41A4-8A3F-4E7FE0DCEBBC}"/>
                    </a:ext>
                  </a:extLst>
                </p:cNvPr>
                <p:cNvCxnSpPr/>
                <p:nvPr/>
              </p:nvCxnSpPr>
              <p:spPr>
                <a:xfrm>
                  <a:off x="4955206" y="1783990"/>
                  <a:ext cx="577498" cy="2193"/>
                </a:xfrm>
                <a:prstGeom prst="line">
                  <a:avLst/>
                </a:prstGeom>
                <a:noFill/>
                <a:ln w="25400" cap="flat" cmpd="sng" algn="ctr">
                  <a:solidFill>
                    <a:sysClr val="windowText" lastClr="000000"/>
                  </a:solidFill>
                  <a:prstDash val="solid"/>
                </a:ln>
                <a:effectLst/>
              </p:spPr>
            </p:cxnSp>
            <p:sp>
              <p:nvSpPr>
                <p:cNvPr id="322" name="Oval 259">
                  <a:extLst>
                    <a:ext uri="{FF2B5EF4-FFF2-40B4-BE49-F238E27FC236}">
                      <a16:creationId xmlns:a16="http://schemas.microsoft.com/office/drawing/2014/main" xmlns="" id="{9071F088-C9A5-418E-93A3-1AF8DE69B796}"/>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37" name="组合 84">
              <a:extLst>
                <a:ext uri="{FF2B5EF4-FFF2-40B4-BE49-F238E27FC236}">
                  <a16:creationId xmlns:a16="http://schemas.microsoft.com/office/drawing/2014/main" xmlns="" id="{815DDE58-E5A5-4BEB-9FC8-3FC4680DAB4B}"/>
                </a:ext>
              </a:extLst>
            </p:cNvPr>
            <p:cNvGrpSpPr>
              <a:grpSpLocks/>
            </p:cNvGrpSpPr>
            <p:nvPr/>
          </p:nvGrpSpPr>
          <p:grpSpPr bwMode="auto">
            <a:xfrm>
              <a:off x="7001315" y="2760217"/>
              <a:ext cx="580555" cy="194034"/>
              <a:chOff x="4954650" y="1723670"/>
              <a:chExt cx="580555" cy="194034"/>
            </a:xfrm>
          </p:grpSpPr>
          <p:grpSp>
            <p:nvGrpSpPr>
              <p:cNvPr id="313" name="组合 107">
                <a:extLst>
                  <a:ext uri="{FF2B5EF4-FFF2-40B4-BE49-F238E27FC236}">
                    <a16:creationId xmlns:a16="http://schemas.microsoft.com/office/drawing/2014/main" xmlns="" id="{7754B329-5B48-42D4-9485-D742A4812F2C}"/>
                  </a:ext>
                </a:extLst>
              </p:cNvPr>
              <p:cNvGrpSpPr>
                <a:grpSpLocks/>
              </p:cNvGrpSpPr>
              <p:nvPr/>
            </p:nvGrpSpPr>
            <p:grpSpPr bwMode="auto">
              <a:xfrm>
                <a:off x="4954650" y="1723670"/>
                <a:ext cx="577850" cy="88904"/>
                <a:chOff x="4954650" y="1739900"/>
                <a:chExt cx="577850" cy="88904"/>
              </a:xfrm>
            </p:grpSpPr>
            <p:cxnSp>
              <p:nvCxnSpPr>
                <p:cNvPr id="317" name="直接连接符 316">
                  <a:extLst>
                    <a:ext uri="{FF2B5EF4-FFF2-40B4-BE49-F238E27FC236}">
                      <a16:creationId xmlns:a16="http://schemas.microsoft.com/office/drawing/2014/main" xmlns="" id="{D05010E9-2B2F-4264-88AB-9F3F0F9AA322}"/>
                    </a:ext>
                  </a:extLst>
                </p:cNvPr>
                <p:cNvCxnSpPr/>
                <p:nvPr/>
              </p:nvCxnSpPr>
              <p:spPr>
                <a:xfrm>
                  <a:off x="4954348" y="1784939"/>
                  <a:ext cx="577788" cy="1587"/>
                </a:xfrm>
                <a:prstGeom prst="line">
                  <a:avLst/>
                </a:prstGeom>
                <a:noFill/>
                <a:ln w="25400" cap="flat" cmpd="sng" algn="ctr">
                  <a:solidFill>
                    <a:sysClr val="windowText" lastClr="000000"/>
                  </a:solidFill>
                  <a:prstDash val="solid"/>
                </a:ln>
                <a:effectLst/>
              </p:spPr>
            </p:cxnSp>
            <p:sp>
              <p:nvSpPr>
                <p:cNvPr id="318" name="Oval 259">
                  <a:extLst>
                    <a:ext uri="{FF2B5EF4-FFF2-40B4-BE49-F238E27FC236}">
                      <a16:creationId xmlns:a16="http://schemas.microsoft.com/office/drawing/2014/main" xmlns="" id="{5A632F93-B134-4575-A932-39EF13A19727}"/>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314" name="组合 108">
                <a:extLst>
                  <a:ext uri="{FF2B5EF4-FFF2-40B4-BE49-F238E27FC236}">
                    <a16:creationId xmlns:a16="http://schemas.microsoft.com/office/drawing/2014/main" xmlns="" id="{D6A5098A-68EC-4236-AB28-F3DF9B766C05}"/>
                  </a:ext>
                </a:extLst>
              </p:cNvPr>
              <p:cNvGrpSpPr>
                <a:grpSpLocks/>
              </p:cNvGrpSpPr>
              <p:nvPr/>
            </p:nvGrpSpPr>
            <p:grpSpPr bwMode="auto">
              <a:xfrm>
                <a:off x="4957355" y="1828800"/>
                <a:ext cx="577850" cy="88904"/>
                <a:chOff x="4954650" y="1739900"/>
                <a:chExt cx="577850" cy="88904"/>
              </a:xfrm>
            </p:grpSpPr>
            <p:cxnSp>
              <p:nvCxnSpPr>
                <p:cNvPr id="315" name="直接连接符 314">
                  <a:extLst>
                    <a:ext uri="{FF2B5EF4-FFF2-40B4-BE49-F238E27FC236}">
                      <a16:creationId xmlns:a16="http://schemas.microsoft.com/office/drawing/2014/main" xmlns="" id="{FCA6DCD9-2791-4798-BC19-F38AC75C8730}"/>
                    </a:ext>
                  </a:extLst>
                </p:cNvPr>
                <p:cNvCxnSpPr/>
                <p:nvPr/>
              </p:nvCxnSpPr>
              <p:spPr>
                <a:xfrm>
                  <a:off x="4954818" y="1784560"/>
                  <a:ext cx="577788" cy="1587"/>
                </a:xfrm>
                <a:prstGeom prst="line">
                  <a:avLst/>
                </a:prstGeom>
                <a:noFill/>
                <a:ln w="25400" cap="flat" cmpd="sng" algn="ctr">
                  <a:solidFill>
                    <a:sysClr val="windowText" lastClr="000000"/>
                  </a:solidFill>
                  <a:prstDash val="solid"/>
                </a:ln>
                <a:effectLst/>
              </p:spPr>
            </p:cxnSp>
            <p:sp>
              <p:nvSpPr>
                <p:cNvPr id="316" name="Oval 259">
                  <a:extLst>
                    <a:ext uri="{FF2B5EF4-FFF2-40B4-BE49-F238E27FC236}">
                      <a16:creationId xmlns:a16="http://schemas.microsoft.com/office/drawing/2014/main" xmlns="" id="{020E99ED-EEEF-45D7-B0FE-506A87EFF71F}"/>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38" name="组合 91">
              <a:extLst>
                <a:ext uri="{FF2B5EF4-FFF2-40B4-BE49-F238E27FC236}">
                  <a16:creationId xmlns:a16="http://schemas.microsoft.com/office/drawing/2014/main" xmlns="" id="{ECAE124F-0B12-4E05-8C60-2287FA0E93ED}"/>
                </a:ext>
              </a:extLst>
            </p:cNvPr>
            <p:cNvGrpSpPr>
              <a:grpSpLocks/>
            </p:cNvGrpSpPr>
            <p:nvPr/>
          </p:nvGrpSpPr>
          <p:grpSpPr bwMode="auto">
            <a:xfrm>
              <a:off x="4907452" y="3843189"/>
              <a:ext cx="580555" cy="194034"/>
              <a:chOff x="4954650" y="1723670"/>
              <a:chExt cx="580555" cy="194034"/>
            </a:xfrm>
          </p:grpSpPr>
          <p:grpSp>
            <p:nvGrpSpPr>
              <p:cNvPr id="307" name="组合 107">
                <a:extLst>
                  <a:ext uri="{FF2B5EF4-FFF2-40B4-BE49-F238E27FC236}">
                    <a16:creationId xmlns:a16="http://schemas.microsoft.com/office/drawing/2014/main" xmlns="" id="{08DF1772-37C8-48E9-9551-2BEE59548972}"/>
                  </a:ext>
                </a:extLst>
              </p:cNvPr>
              <p:cNvGrpSpPr>
                <a:grpSpLocks/>
              </p:cNvGrpSpPr>
              <p:nvPr/>
            </p:nvGrpSpPr>
            <p:grpSpPr bwMode="auto">
              <a:xfrm>
                <a:off x="4954650" y="1723670"/>
                <a:ext cx="577850" cy="88904"/>
                <a:chOff x="4954650" y="1739900"/>
                <a:chExt cx="577850" cy="88904"/>
              </a:xfrm>
            </p:grpSpPr>
            <p:cxnSp>
              <p:nvCxnSpPr>
                <p:cNvPr id="311" name="直接连接符 310">
                  <a:extLst>
                    <a:ext uri="{FF2B5EF4-FFF2-40B4-BE49-F238E27FC236}">
                      <a16:creationId xmlns:a16="http://schemas.microsoft.com/office/drawing/2014/main" xmlns="" id="{7A000733-D798-4E1B-8986-961F50320CB7}"/>
                    </a:ext>
                  </a:extLst>
                </p:cNvPr>
                <p:cNvCxnSpPr/>
                <p:nvPr/>
              </p:nvCxnSpPr>
              <p:spPr>
                <a:xfrm>
                  <a:off x="4954521" y="1784394"/>
                  <a:ext cx="577788" cy="1587"/>
                </a:xfrm>
                <a:prstGeom prst="line">
                  <a:avLst/>
                </a:prstGeom>
                <a:noFill/>
                <a:ln w="25400" cap="flat" cmpd="sng" algn="ctr">
                  <a:solidFill>
                    <a:sysClr val="windowText" lastClr="000000"/>
                  </a:solidFill>
                  <a:prstDash val="solid"/>
                </a:ln>
                <a:effectLst/>
              </p:spPr>
            </p:cxnSp>
            <p:sp>
              <p:nvSpPr>
                <p:cNvPr id="312" name="Oval 259">
                  <a:extLst>
                    <a:ext uri="{FF2B5EF4-FFF2-40B4-BE49-F238E27FC236}">
                      <a16:creationId xmlns:a16="http://schemas.microsoft.com/office/drawing/2014/main" xmlns="" id="{E24815F6-D658-42E1-BE29-9ED563AFFD25}"/>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308" name="组合 108">
                <a:extLst>
                  <a:ext uri="{FF2B5EF4-FFF2-40B4-BE49-F238E27FC236}">
                    <a16:creationId xmlns:a16="http://schemas.microsoft.com/office/drawing/2014/main" xmlns="" id="{3B849592-BAB6-403A-9500-BA0EC84FA477}"/>
                  </a:ext>
                </a:extLst>
              </p:cNvPr>
              <p:cNvGrpSpPr>
                <a:grpSpLocks/>
              </p:cNvGrpSpPr>
              <p:nvPr/>
            </p:nvGrpSpPr>
            <p:grpSpPr bwMode="auto">
              <a:xfrm>
                <a:off x="4957355" y="1828800"/>
                <a:ext cx="577850" cy="88904"/>
                <a:chOff x="4954650" y="1739900"/>
                <a:chExt cx="577850" cy="88904"/>
              </a:xfrm>
            </p:grpSpPr>
            <p:cxnSp>
              <p:nvCxnSpPr>
                <p:cNvPr id="309" name="直接连接符 308">
                  <a:extLst>
                    <a:ext uri="{FF2B5EF4-FFF2-40B4-BE49-F238E27FC236}">
                      <a16:creationId xmlns:a16="http://schemas.microsoft.com/office/drawing/2014/main" xmlns="" id="{ACBDE3F6-8036-402A-9835-69038D07BBAA}"/>
                    </a:ext>
                  </a:extLst>
                </p:cNvPr>
                <p:cNvCxnSpPr/>
                <p:nvPr/>
              </p:nvCxnSpPr>
              <p:spPr>
                <a:xfrm>
                  <a:off x="4954991" y="1784015"/>
                  <a:ext cx="577788" cy="1587"/>
                </a:xfrm>
                <a:prstGeom prst="line">
                  <a:avLst/>
                </a:prstGeom>
                <a:noFill/>
                <a:ln w="25400" cap="flat" cmpd="sng" algn="ctr">
                  <a:solidFill>
                    <a:sysClr val="windowText" lastClr="000000"/>
                  </a:solidFill>
                  <a:prstDash val="solid"/>
                </a:ln>
                <a:effectLst/>
              </p:spPr>
            </p:cxnSp>
            <p:sp>
              <p:nvSpPr>
                <p:cNvPr id="310" name="Oval 259">
                  <a:extLst>
                    <a:ext uri="{FF2B5EF4-FFF2-40B4-BE49-F238E27FC236}">
                      <a16:creationId xmlns:a16="http://schemas.microsoft.com/office/drawing/2014/main" xmlns="" id="{7C1A7DC2-AA23-4486-A5A0-6C51290B17E2}"/>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39" name="组合 98">
              <a:extLst>
                <a:ext uri="{FF2B5EF4-FFF2-40B4-BE49-F238E27FC236}">
                  <a16:creationId xmlns:a16="http://schemas.microsoft.com/office/drawing/2014/main" xmlns="" id="{7346BADF-92C0-403A-9ED3-4CB2B7E131A5}"/>
                </a:ext>
              </a:extLst>
            </p:cNvPr>
            <p:cNvGrpSpPr>
              <a:grpSpLocks/>
            </p:cNvGrpSpPr>
            <p:nvPr/>
          </p:nvGrpSpPr>
          <p:grpSpPr bwMode="auto">
            <a:xfrm>
              <a:off x="5941261" y="3843189"/>
              <a:ext cx="580555" cy="194034"/>
              <a:chOff x="4954650" y="1723670"/>
              <a:chExt cx="580555" cy="194034"/>
            </a:xfrm>
          </p:grpSpPr>
          <p:grpSp>
            <p:nvGrpSpPr>
              <p:cNvPr id="301" name="组合 107">
                <a:extLst>
                  <a:ext uri="{FF2B5EF4-FFF2-40B4-BE49-F238E27FC236}">
                    <a16:creationId xmlns:a16="http://schemas.microsoft.com/office/drawing/2014/main" xmlns="" id="{578494CE-9FDE-4A16-843E-38844399A52D}"/>
                  </a:ext>
                </a:extLst>
              </p:cNvPr>
              <p:cNvGrpSpPr>
                <a:grpSpLocks/>
              </p:cNvGrpSpPr>
              <p:nvPr/>
            </p:nvGrpSpPr>
            <p:grpSpPr bwMode="auto">
              <a:xfrm>
                <a:off x="4954650" y="1723670"/>
                <a:ext cx="577850" cy="88904"/>
                <a:chOff x="4954650" y="1739900"/>
                <a:chExt cx="577850" cy="88904"/>
              </a:xfrm>
            </p:grpSpPr>
            <p:cxnSp>
              <p:nvCxnSpPr>
                <p:cNvPr id="305" name="直接连接符 103">
                  <a:extLst>
                    <a:ext uri="{FF2B5EF4-FFF2-40B4-BE49-F238E27FC236}">
                      <a16:creationId xmlns:a16="http://schemas.microsoft.com/office/drawing/2014/main" xmlns="" id="{0083867C-2B78-484D-8095-07343D48C24C}"/>
                    </a:ext>
                  </a:extLst>
                </p:cNvPr>
                <p:cNvCxnSpPr/>
                <p:nvPr/>
              </p:nvCxnSpPr>
              <p:spPr>
                <a:xfrm>
                  <a:off x="4954065" y="1784394"/>
                  <a:ext cx="577788" cy="1587"/>
                </a:xfrm>
                <a:prstGeom prst="line">
                  <a:avLst/>
                </a:prstGeom>
                <a:noFill/>
                <a:ln w="25400" cap="flat" cmpd="sng" algn="ctr">
                  <a:solidFill>
                    <a:sysClr val="windowText" lastClr="000000"/>
                  </a:solidFill>
                  <a:prstDash val="solid"/>
                </a:ln>
                <a:effectLst/>
              </p:spPr>
            </p:cxnSp>
            <p:sp>
              <p:nvSpPr>
                <p:cNvPr id="306" name="Oval 259">
                  <a:extLst>
                    <a:ext uri="{FF2B5EF4-FFF2-40B4-BE49-F238E27FC236}">
                      <a16:creationId xmlns:a16="http://schemas.microsoft.com/office/drawing/2014/main" xmlns="" id="{B446E8B4-C8CE-4C69-95CD-6F6CFD8E253A}"/>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302" name="组合 108">
                <a:extLst>
                  <a:ext uri="{FF2B5EF4-FFF2-40B4-BE49-F238E27FC236}">
                    <a16:creationId xmlns:a16="http://schemas.microsoft.com/office/drawing/2014/main" xmlns="" id="{CAD14EE0-AD27-406A-8766-B0013FBC611F}"/>
                  </a:ext>
                </a:extLst>
              </p:cNvPr>
              <p:cNvGrpSpPr>
                <a:grpSpLocks/>
              </p:cNvGrpSpPr>
              <p:nvPr/>
            </p:nvGrpSpPr>
            <p:grpSpPr bwMode="auto">
              <a:xfrm>
                <a:off x="4957355" y="1828800"/>
                <a:ext cx="577850" cy="88904"/>
                <a:chOff x="4954650" y="1739900"/>
                <a:chExt cx="577850" cy="88904"/>
              </a:xfrm>
            </p:grpSpPr>
            <p:cxnSp>
              <p:nvCxnSpPr>
                <p:cNvPr id="303" name="直接连接符 302">
                  <a:extLst>
                    <a:ext uri="{FF2B5EF4-FFF2-40B4-BE49-F238E27FC236}">
                      <a16:creationId xmlns:a16="http://schemas.microsoft.com/office/drawing/2014/main" xmlns="" id="{1F06E2BB-DCCE-4377-B403-04BD9B8F54B3}"/>
                    </a:ext>
                  </a:extLst>
                </p:cNvPr>
                <p:cNvCxnSpPr/>
                <p:nvPr/>
              </p:nvCxnSpPr>
              <p:spPr>
                <a:xfrm>
                  <a:off x="4954535" y="1784015"/>
                  <a:ext cx="577788" cy="1587"/>
                </a:xfrm>
                <a:prstGeom prst="line">
                  <a:avLst/>
                </a:prstGeom>
                <a:noFill/>
                <a:ln w="25400" cap="flat" cmpd="sng" algn="ctr">
                  <a:solidFill>
                    <a:sysClr val="windowText" lastClr="000000"/>
                  </a:solidFill>
                  <a:prstDash val="solid"/>
                </a:ln>
                <a:effectLst/>
              </p:spPr>
            </p:cxnSp>
            <p:sp>
              <p:nvSpPr>
                <p:cNvPr id="304" name="Oval 259">
                  <a:extLst>
                    <a:ext uri="{FF2B5EF4-FFF2-40B4-BE49-F238E27FC236}">
                      <a16:creationId xmlns:a16="http://schemas.microsoft.com/office/drawing/2014/main" xmlns="" id="{99C851E6-19EF-4B64-8B7A-B89A0BBC2A5F}"/>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0" name="组合 105">
              <a:extLst>
                <a:ext uri="{FF2B5EF4-FFF2-40B4-BE49-F238E27FC236}">
                  <a16:creationId xmlns:a16="http://schemas.microsoft.com/office/drawing/2014/main" xmlns="" id="{9270AE18-92CB-49A3-BB67-583A5975F780}"/>
                </a:ext>
              </a:extLst>
            </p:cNvPr>
            <p:cNvGrpSpPr>
              <a:grpSpLocks/>
            </p:cNvGrpSpPr>
            <p:nvPr/>
          </p:nvGrpSpPr>
          <p:grpSpPr bwMode="auto">
            <a:xfrm>
              <a:off x="6971004" y="3849935"/>
              <a:ext cx="580555" cy="194034"/>
              <a:chOff x="4954650" y="1723670"/>
              <a:chExt cx="580555" cy="194034"/>
            </a:xfrm>
          </p:grpSpPr>
          <p:grpSp>
            <p:nvGrpSpPr>
              <p:cNvPr id="295" name="组合 107">
                <a:extLst>
                  <a:ext uri="{FF2B5EF4-FFF2-40B4-BE49-F238E27FC236}">
                    <a16:creationId xmlns:a16="http://schemas.microsoft.com/office/drawing/2014/main" xmlns="" id="{4CD8DF8C-6116-4F2C-860F-36BCB96D6112}"/>
                  </a:ext>
                </a:extLst>
              </p:cNvPr>
              <p:cNvGrpSpPr>
                <a:grpSpLocks/>
              </p:cNvGrpSpPr>
              <p:nvPr/>
            </p:nvGrpSpPr>
            <p:grpSpPr bwMode="auto">
              <a:xfrm>
                <a:off x="4954650" y="1723670"/>
                <a:ext cx="577850" cy="88904"/>
                <a:chOff x="4954650" y="1739900"/>
                <a:chExt cx="577850" cy="88904"/>
              </a:xfrm>
            </p:grpSpPr>
            <p:cxnSp>
              <p:nvCxnSpPr>
                <p:cNvPr id="299" name="直接连接符 110">
                  <a:extLst>
                    <a:ext uri="{FF2B5EF4-FFF2-40B4-BE49-F238E27FC236}">
                      <a16:creationId xmlns:a16="http://schemas.microsoft.com/office/drawing/2014/main" xmlns="" id="{122A9D92-80C3-4E2E-A692-EBFCA4E4D2FC}"/>
                    </a:ext>
                  </a:extLst>
                </p:cNvPr>
                <p:cNvCxnSpPr/>
                <p:nvPr/>
              </p:nvCxnSpPr>
              <p:spPr>
                <a:xfrm>
                  <a:off x="4954501" y="1783997"/>
                  <a:ext cx="577788" cy="1587"/>
                </a:xfrm>
                <a:prstGeom prst="line">
                  <a:avLst/>
                </a:prstGeom>
                <a:noFill/>
                <a:ln w="25400" cap="flat" cmpd="sng" algn="ctr">
                  <a:solidFill>
                    <a:sysClr val="windowText" lastClr="000000"/>
                  </a:solidFill>
                  <a:prstDash val="solid"/>
                </a:ln>
                <a:effectLst/>
              </p:spPr>
            </p:cxnSp>
            <p:sp>
              <p:nvSpPr>
                <p:cNvPr id="300" name="Oval 259">
                  <a:extLst>
                    <a:ext uri="{FF2B5EF4-FFF2-40B4-BE49-F238E27FC236}">
                      <a16:creationId xmlns:a16="http://schemas.microsoft.com/office/drawing/2014/main" xmlns="" id="{D8B4F46A-131D-47EB-99B6-0DD08166A638}"/>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96" name="组合 108">
                <a:extLst>
                  <a:ext uri="{FF2B5EF4-FFF2-40B4-BE49-F238E27FC236}">
                    <a16:creationId xmlns:a16="http://schemas.microsoft.com/office/drawing/2014/main" xmlns="" id="{40EB56DD-DEC2-4B2F-9F17-D71754D9C467}"/>
                  </a:ext>
                </a:extLst>
              </p:cNvPr>
              <p:cNvGrpSpPr>
                <a:grpSpLocks/>
              </p:cNvGrpSpPr>
              <p:nvPr/>
            </p:nvGrpSpPr>
            <p:grpSpPr bwMode="auto">
              <a:xfrm>
                <a:off x="4957355" y="1828800"/>
                <a:ext cx="577850" cy="88904"/>
                <a:chOff x="4954650" y="1739900"/>
                <a:chExt cx="577850" cy="88904"/>
              </a:xfrm>
            </p:grpSpPr>
            <p:cxnSp>
              <p:nvCxnSpPr>
                <p:cNvPr id="297" name="直接连接符 108">
                  <a:extLst>
                    <a:ext uri="{FF2B5EF4-FFF2-40B4-BE49-F238E27FC236}">
                      <a16:creationId xmlns:a16="http://schemas.microsoft.com/office/drawing/2014/main" xmlns="" id="{91A56EC5-DBA7-4024-B5A0-D04EA9D53E38}"/>
                    </a:ext>
                  </a:extLst>
                </p:cNvPr>
                <p:cNvCxnSpPr/>
                <p:nvPr/>
              </p:nvCxnSpPr>
              <p:spPr>
                <a:xfrm>
                  <a:off x="4954971" y="1783618"/>
                  <a:ext cx="577788" cy="1587"/>
                </a:xfrm>
                <a:prstGeom prst="line">
                  <a:avLst/>
                </a:prstGeom>
                <a:noFill/>
                <a:ln w="25400" cap="flat" cmpd="sng" algn="ctr">
                  <a:solidFill>
                    <a:sysClr val="windowText" lastClr="000000"/>
                  </a:solidFill>
                  <a:prstDash val="solid"/>
                </a:ln>
                <a:effectLst/>
              </p:spPr>
            </p:cxnSp>
            <p:sp>
              <p:nvSpPr>
                <p:cNvPr id="298" name="Oval 259">
                  <a:extLst>
                    <a:ext uri="{FF2B5EF4-FFF2-40B4-BE49-F238E27FC236}">
                      <a16:creationId xmlns:a16="http://schemas.microsoft.com/office/drawing/2014/main" xmlns="" id="{765DDAE5-0C90-4C43-83E6-814D0801277E}"/>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1" name="组合 112">
              <a:extLst>
                <a:ext uri="{FF2B5EF4-FFF2-40B4-BE49-F238E27FC236}">
                  <a16:creationId xmlns:a16="http://schemas.microsoft.com/office/drawing/2014/main" xmlns="" id="{6164A56C-6CFF-4D0F-A8D4-621439B27084}"/>
                </a:ext>
              </a:extLst>
            </p:cNvPr>
            <p:cNvGrpSpPr>
              <a:grpSpLocks/>
            </p:cNvGrpSpPr>
            <p:nvPr/>
          </p:nvGrpSpPr>
          <p:grpSpPr bwMode="auto">
            <a:xfrm>
              <a:off x="4891280" y="4928841"/>
              <a:ext cx="580555" cy="194034"/>
              <a:chOff x="4954650" y="1723670"/>
              <a:chExt cx="580555" cy="194034"/>
            </a:xfrm>
          </p:grpSpPr>
          <p:grpSp>
            <p:nvGrpSpPr>
              <p:cNvPr id="289" name="组合 107">
                <a:extLst>
                  <a:ext uri="{FF2B5EF4-FFF2-40B4-BE49-F238E27FC236}">
                    <a16:creationId xmlns:a16="http://schemas.microsoft.com/office/drawing/2014/main" xmlns="" id="{9E720F54-B925-4042-B1FD-7DEA49333D10}"/>
                  </a:ext>
                </a:extLst>
              </p:cNvPr>
              <p:cNvGrpSpPr>
                <a:grpSpLocks/>
              </p:cNvGrpSpPr>
              <p:nvPr/>
            </p:nvGrpSpPr>
            <p:grpSpPr bwMode="auto">
              <a:xfrm>
                <a:off x="4954650" y="1723670"/>
                <a:ext cx="577850" cy="88904"/>
                <a:chOff x="4954650" y="1739900"/>
                <a:chExt cx="577850" cy="88904"/>
              </a:xfrm>
            </p:grpSpPr>
            <p:cxnSp>
              <p:nvCxnSpPr>
                <p:cNvPr id="293" name="直接连接符 117">
                  <a:extLst>
                    <a:ext uri="{FF2B5EF4-FFF2-40B4-BE49-F238E27FC236}">
                      <a16:creationId xmlns:a16="http://schemas.microsoft.com/office/drawing/2014/main" xmlns="" id="{F68394BE-9926-4267-9A14-9EB7CCB27D54}"/>
                    </a:ext>
                  </a:extLst>
                </p:cNvPr>
                <p:cNvCxnSpPr/>
                <p:nvPr/>
              </p:nvCxnSpPr>
              <p:spPr>
                <a:xfrm>
                  <a:off x="4954820" y="1784343"/>
                  <a:ext cx="577788" cy="1587"/>
                </a:xfrm>
                <a:prstGeom prst="line">
                  <a:avLst/>
                </a:prstGeom>
                <a:noFill/>
                <a:ln w="25400" cap="flat" cmpd="sng" algn="ctr">
                  <a:solidFill>
                    <a:sysClr val="windowText" lastClr="000000"/>
                  </a:solidFill>
                  <a:prstDash val="solid"/>
                </a:ln>
                <a:effectLst/>
              </p:spPr>
            </p:cxnSp>
            <p:sp>
              <p:nvSpPr>
                <p:cNvPr id="294" name="Oval 259">
                  <a:extLst>
                    <a:ext uri="{FF2B5EF4-FFF2-40B4-BE49-F238E27FC236}">
                      <a16:creationId xmlns:a16="http://schemas.microsoft.com/office/drawing/2014/main" xmlns="" id="{F70E79B7-62D2-46B7-8066-8AA5300AAC7F}"/>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90" name="组合 108">
                <a:extLst>
                  <a:ext uri="{FF2B5EF4-FFF2-40B4-BE49-F238E27FC236}">
                    <a16:creationId xmlns:a16="http://schemas.microsoft.com/office/drawing/2014/main" xmlns="" id="{144314AA-8CAE-46DD-B2DE-9F7ECDD1A7CA}"/>
                  </a:ext>
                </a:extLst>
              </p:cNvPr>
              <p:cNvGrpSpPr>
                <a:grpSpLocks/>
              </p:cNvGrpSpPr>
              <p:nvPr/>
            </p:nvGrpSpPr>
            <p:grpSpPr bwMode="auto">
              <a:xfrm>
                <a:off x="4957355" y="1828800"/>
                <a:ext cx="577850" cy="88904"/>
                <a:chOff x="4954650" y="1739900"/>
                <a:chExt cx="577850" cy="88904"/>
              </a:xfrm>
            </p:grpSpPr>
            <p:cxnSp>
              <p:nvCxnSpPr>
                <p:cNvPr id="291" name="直接连接符 115">
                  <a:extLst>
                    <a:ext uri="{FF2B5EF4-FFF2-40B4-BE49-F238E27FC236}">
                      <a16:creationId xmlns:a16="http://schemas.microsoft.com/office/drawing/2014/main" xmlns="" id="{C1608615-43E5-43D3-8201-A135495607B7}"/>
                    </a:ext>
                  </a:extLst>
                </p:cNvPr>
                <p:cNvCxnSpPr/>
                <p:nvPr/>
              </p:nvCxnSpPr>
              <p:spPr>
                <a:xfrm>
                  <a:off x="4955290" y="1783964"/>
                  <a:ext cx="577788" cy="1587"/>
                </a:xfrm>
                <a:prstGeom prst="line">
                  <a:avLst/>
                </a:prstGeom>
                <a:noFill/>
                <a:ln w="25400" cap="flat" cmpd="sng" algn="ctr">
                  <a:solidFill>
                    <a:sysClr val="windowText" lastClr="000000"/>
                  </a:solidFill>
                  <a:prstDash val="solid"/>
                </a:ln>
                <a:effectLst/>
              </p:spPr>
            </p:cxnSp>
            <p:sp>
              <p:nvSpPr>
                <p:cNvPr id="292" name="Oval 259">
                  <a:extLst>
                    <a:ext uri="{FF2B5EF4-FFF2-40B4-BE49-F238E27FC236}">
                      <a16:creationId xmlns:a16="http://schemas.microsoft.com/office/drawing/2014/main" xmlns="" id="{74FC14F0-CBD4-4BB2-AD56-70E60118266B}"/>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2" name="组合 119">
              <a:extLst>
                <a:ext uri="{FF2B5EF4-FFF2-40B4-BE49-F238E27FC236}">
                  <a16:creationId xmlns:a16="http://schemas.microsoft.com/office/drawing/2014/main" xmlns="" id="{0817BDFC-8FBF-4441-B647-B9A192E3B0ED}"/>
                </a:ext>
              </a:extLst>
            </p:cNvPr>
            <p:cNvGrpSpPr>
              <a:grpSpLocks/>
            </p:cNvGrpSpPr>
            <p:nvPr/>
          </p:nvGrpSpPr>
          <p:grpSpPr bwMode="auto">
            <a:xfrm>
              <a:off x="5964826" y="4924066"/>
              <a:ext cx="580555" cy="194034"/>
              <a:chOff x="4954650" y="1723670"/>
              <a:chExt cx="580555" cy="194034"/>
            </a:xfrm>
          </p:grpSpPr>
          <p:grpSp>
            <p:nvGrpSpPr>
              <p:cNvPr id="283" name="组合 107">
                <a:extLst>
                  <a:ext uri="{FF2B5EF4-FFF2-40B4-BE49-F238E27FC236}">
                    <a16:creationId xmlns:a16="http://schemas.microsoft.com/office/drawing/2014/main" xmlns="" id="{B7FE65A5-75A5-4E61-A6DC-287BC70880FB}"/>
                  </a:ext>
                </a:extLst>
              </p:cNvPr>
              <p:cNvGrpSpPr>
                <a:grpSpLocks/>
              </p:cNvGrpSpPr>
              <p:nvPr/>
            </p:nvGrpSpPr>
            <p:grpSpPr bwMode="auto">
              <a:xfrm>
                <a:off x="4954650" y="1723670"/>
                <a:ext cx="577850" cy="88904"/>
                <a:chOff x="4954650" y="1739900"/>
                <a:chExt cx="577850" cy="88904"/>
              </a:xfrm>
            </p:grpSpPr>
            <p:cxnSp>
              <p:nvCxnSpPr>
                <p:cNvPr id="287" name="直接连接符 124">
                  <a:extLst>
                    <a:ext uri="{FF2B5EF4-FFF2-40B4-BE49-F238E27FC236}">
                      <a16:creationId xmlns:a16="http://schemas.microsoft.com/office/drawing/2014/main" xmlns="" id="{D4C77E82-3BF9-479B-AA23-63773B2F0F49}"/>
                    </a:ext>
                  </a:extLst>
                </p:cNvPr>
                <p:cNvCxnSpPr/>
                <p:nvPr/>
              </p:nvCxnSpPr>
              <p:spPr>
                <a:xfrm>
                  <a:off x="4954310" y="1784357"/>
                  <a:ext cx="577788" cy="1588"/>
                </a:xfrm>
                <a:prstGeom prst="line">
                  <a:avLst/>
                </a:prstGeom>
                <a:noFill/>
                <a:ln w="25400" cap="flat" cmpd="sng" algn="ctr">
                  <a:solidFill>
                    <a:sysClr val="windowText" lastClr="000000"/>
                  </a:solidFill>
                  <a:prstDash val="solid"/>
                </a:ln>
                <a:effectLst/>
              </p:spPr>
            </p:cxnSp>
            <p:sp>
              <p:nvSpPr>
                <p:cNvPr id="288" name="Oval 259">
                  <a:extLst>
                    <a:ext uri="{FF2B5EF4-FFF2-40B4-BE49-F238E27FC236}">
                      <a16:creationId xmlns:a16="http://schemas.microsoft.com/office/drawing/2014/main" xmlns="" id="{3C9EB081-5698-49C3-8CC3-7643611E0E3B}"/>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84" name="组合 108">
                <a:extLst>
                  <a:ext uri="{FF2B5EF4-FFF2-40B4-BE49-F238E27FC236}">
                    <a16:creationId xmlns:a16="http://schemas.microsoft.com/office/drawing/2014/main" xmlns="" id="{C0864D2B-DB6C-4288-9531-E34A617D3FA7}"/>
                  </a:ext>
                </a:extLst>
              </p:cNvPr>
              <p:cNvGrpSpPr>
                <a:grpSpLocks/>
              </p:cNvGrpSpPr>
              <p:nvPr/>
            </p:nvGrpSpPr>
            <p:grpSpPr bwMode="auto">
              <a:xfrm>
                <a:off x="4957355" y="1828800"/>
                <a:ext cx="577850" cy="88904"/>
                <a:chOff x="4954650" y="1739900"/>
                <a:chExt cx="577850" cy="88904"/>
              </a:xfrm>
            </p:grpSpPr>
            <p:cxnSp>
              <p:nvCxnSpPr>
                <p:cNvPr id="285" name="直接连接符 122">
                  <a:extLst>
                    <a:ext uri="{FF2B5EF4-FFF2-40B4-BE49-F238E27FC236}">
                      <a16:creationId xmlns:a16="http://schemas.microsoft.com/office/drawing/2014/main" xmlns="" id="{21374A6D-B8D5-4E37-823B-6C3522059A84}"/>
                    </a:ext>
                  </a:extLst>
                </p:cNvPr>
                <p:cNvCxnSpPr/>
                <p:nvPr/>
              </p:nvCxnSpPr>
              <p:spPr>
                <a:xfrm>
                  <a:off x="4954780" y="1783978"/>
                  <a:ext cx="577788" cy="1588"/>
                </a:xfrm>
                <a:prstGeom prst="line">
                  <a:avLst/>
                </a:prstGeom>
                <a:noFill/>
                <a:ln w="25400" cap="flat" cmpd="sng" algn="ctr">
                  <a:solidFill>
                    <a:sysClr val="windowText" lastClr="000000"/>
                  </a:solidFill>
                  <a:prstDash val="solid"/>
                </a:ln>
                <a:effectLst/>
              </p:spPr>
            </p:cxnSp>
            <p:sp>
              <p:nvSpPr>
                <p:cNvPr id="286" name="Oval 259">
                  <a:extLst>
                    <a:ext uri="{FF2B5EF4-FFF2-40B4-BE49-F238E27FC236}">
                      <a16:creationId xmlns:a16="http://schemas.microsoft.com/office/drawing/2014/main" xmlns="" id="{B0DB006B-9350-4918-883F-63BF6C5E009E}"/>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3" name="组合 126">
              <a:extLst>
                <a:ext uri="{FF2B5EF4-FFF2-40B4-BE49-F238E27FC236}">
                  <a16:creationId xmlns:a16="http://schemas.microsoft.com/office/drawing/2014/main" xmlns="" id="{C61EC3C3-24E6-46CB-9ADC-C78777102791}"/>
                </a:ext>
              </a:extLst>
            </p:cNvPr>
            <p:cNvGrpSpPr>
              <a:grpSpLocks/>
            </p:cNvGrpSpPr>
            <p:nvPr/>
          </p:nvGrpSpPr>
          <p:grpSpPr bwMode="auto">
            <a:xfrm>
              <a:off x="7001315" y="4895850"/>
              <a:ext cx="580555" cy="194034"/>
              <a:chOff x="4954650" y="1723670"/>
              <a:chExt cx="580555" cy="194034"/>
            </a:xfrm>
          </p:grpSpPr>
          <p:grpSp>
            <p:nvGrpSpPr>
              <p:cNvPr id="277" name="组合 107">
                <a:extLst>
                  <a:ext uri="{FF2B5EF4-FFF2-40B4-BE49-F238E27FC236}">
                    <a16:creationId xmlns:a16="http://schemas.microsoft.com/office/drawing/2014/main" xmlns="" id="{D32F7330-00CD-4991-B210-95476238CB6C}"/>
                  </a:ext>
                </a:extLst>
              </p:cNvPr>
              <p:cNvGrpSpPr>
                <a:grpSpLocks/>
              </p:cNvGrpSpPr>
              <p:nvPr/>
            </p:nvGrpSpPr>
            <p:grpSpPr bwMode="auto">
              <a:xfrm>
                <a:off x="4954650" y="1723670"/>
                <a:ext cx="577850" cy="88904"/>
                <a:chOff x="4954650" y="1739900"/>
                <a:chExt cx="577850" cy="88904"/>
              </a:xfrm>
            </p:grpSpPr>
            <p:cxnSp>
              <p:nvCxnSpPr>
                <p:cNvPr id="281" name="直接连接符 131">
                  <a:extLst>
                    <a:ext uri="{FF2B5EF4-FFF2-40B4-BE49-F238E27FC236}">
                      <a16:creationId xmlns:a16="http://schemas.microsoft.com/office/drawing/2014/main" xmlns="" id="{D6B104DF-8C8A-4096-85A3-017E961D8A99}"/>
                    </a:ext>
                  </a:extLst>
                </p:cNvPr>
                <p:cNvCxnSpPr/>
                <p:nvPr/>
              </p:nvCxnSpPr>
              <p:spPr>
                <a:xfrm>
                  <a:off x="4954348" y="1784004"/>
                  <a:ext cx="577788" cy="1588"/>
                </a:xfrm>
                <a:prstGeom prst="line">
                  <a:avLst/>
                </a:prstGeom>
                <a:noFill/>
                <a:ln w="25400" cap="flat" cmpd="sng" algn="ctr">
                  <a:solidFill>
                    <a:sysClr val="windowText" lastClr="000000"/>
                  </a:solidFill>
                  <a:prstDash val="solid"/>
                </a:ln>
                <a:effectLst/>
              </p:spPr>
            </p:cxnSp>
            <p:sp>
              <p:nvSpPr>
                <p:cNvPr id="282" name="Oval 259">
                  <a:extLst>
                    <a:ext uri="{FF2B5EF4-FFF2-40B4-BE49-F238E27FC236}">
                      <a16:creationId xmlns:a16="http://schemas.microsoft.com/office/drawing/2014/main" xmlns="" id="{B038DF0D-FDB4-4BBD-87C5-21120A8ABC74}"/>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78" name="组合 108">
                <a:extLst>
                  <a:ext uri="{FF2B5EF4-FFF2-40B4-BE49-F238E27FC236}">
                    <a16:creationId xmlns:a16="http://schemas.microsoft.com/office/drawing/2014/main" xmlns="" id="{F7C5387C-DAE5-4A13-933C-38F260F01B20}"/>
                  </a:ext>
                </a:extLst>
              </p:cNvPr>
              <p:cNvGrpSpPr>
                <a:grpSpLocks/>
              </p:cNvGrpSpPr>
              <p:nvPr/>
            </p:nvGrpSpPr>
            <p:grpSpPr bwMode="auto">
              <a:xfrm>
                <a:off x="4957355" y="1828800"/>
                <a:ext cx="577850" cy="88904"/>
                <a:chOff x="4954650" y="1739900"/>
                <a:chExt cx="577850" cy="88904"/>
              </a:xfrm>
            </p:grpSpPr>
            <p:cxnSp>
              <p:nvCxnSpPr>
                <p:cNvPr id="279" name="直接连接符 129">
                  <a:extLst>
                    <a:ext uri="{FF2B5EF4-FFF2-40B4-BE49-F238E27FC236}">
                      <a16:creationId xmlns:a16="http://schemas.microsoft.com/office/drawing/2014/main" xmlns="" id="{870CF479-4239-433A-B61C-6BAFCA61508F}"/>
                    </a:ext>
                  </a:extLst>
                </p:cNvPr>
                <p:cNvCxnSpPr/>
                <p:nvPr/>
              </p:nvCxnSpPr>
              <p:spPr>
                <a:xfrm>
                  <a:off x="4954818" y="1783625"/>
                  <a:ext cx="577788" cy="1588"/>
                </a:xfrm>
                <a:prstGeom prst="line">
                  <a:avLst/>
                </a:prstGeom>
                <a:noFill/>
                <a:ln w="25400" cap="flat" cmpd="sng" algn="ctr">
                  <a:solidFill>
                    <a:sysClr val="windowText" lastClr="000000"/>
                  </a:solidFill>
                  <a:prstDash val="solid"/>
                </a:ln>
                <a:effectLst/>
              </p:spPr>
            </p:cxnSp>
            <p:sp>
              <p:nvSpPr>
                <p:cNvPr id="280" name="Oval 259">
                  <a:extLst>
                    <a:ext uri="{FF2B5EF4-FFF2-40B4-BE49-F238E27FC236}">
                      <a16:creationId xmlns:a16="http://schemas.microsoft.com/office/drawing/2014/main" xmlns="" id="{5C8E102D-ED4E-435E-94BC-3909C94E25DE}"/>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4" name="组合 133">
              <a:extLst>
                <a:ext uri="{FF2B5EF4-FFF2-40B4-BE49-F238E27FC236}">
                  <a16:creationId xmlns:a16="http://schemas.microsoft.com/office/drawing/2014/main" xmlns="" id="{EC62475A-A559-4C77-9E55-251341FC75E9}"/>
                </a:ext>
              </a:extLst>
            </p:cNvPr>
            <p:cNvGrpSpPr>
              <a:grpSpLocks/>
            </p:cNvGrpSpPr>
            <p:nvPr/>
          </p:nvGrpSpPr>
          <p:grpSpPr bwMode="auto">
            <a:xfrm rot="5400000">
              <a:off x="4363306" y="2244313"/>
              <a:ext cx="580555" cy="194034"/>
              <a:chOff x="4954650" y="1723670"/>
              <a:chExt cx="580555" cy="194034"/>
            </a:xfrm>
          </p:grpSpPr>
          <p:grpSp>
            <p:nvGrpSpPr>
              <p:cNvPr id="271" name="组合 107">
                <a:extLst>
                  <a:ext uri="{FF2B5EF4-FFF2-40B4-BE49-F238E27FC236}">
                    <a16:creationId xmlns:a16="http://schemas.microsoft.com/office/drawing/2014/main" xmlns="" id="{694F8147-6654-4B0D-8BF6-411BEDDDC886}"/>
                  </a:ext>
                </a:extLst>
              </p:cNvPr>
              <p:cNvGrpSpPr>
                <a:grpSpLocks/>
              </p:cNvGrpSpPr>
              <p:nvPr/>
            </p:nvGrpSpPr>
            <p:grpSpPr bwMode="auto">
              <a:xfrm>
                <a:off x="4954650" y="1723670"/>
                <a:ext cx="577850" cy="88904"/>
                <a:chOff x="4954650" y="1739900"/>
                <a:chExt cx="577850" cy="88904"/>
              </a:xfrm>
            </p:grpSpPr>
            <p:cxnSp>
              <p:nvCxnSpPr>
                <p:cNvPr id="275" name="直接连接符 138">
                  <a:extLst>
                    <a:ext uri="{FF2B5EF4-FFF2-40B4-BE49-F238E27FC236}">
                      <a16:creationId xmlns:a16="http://schemas.microsoft.com/office/drawing/2014/main" xmlns="" id="{B307BAD6-E013-4B27-AA79-BB0CAE579C3F}"/>
                    </a:ext>
                  </a:extLst>
                </p:cNvPr>
                <p:cNvCxnSpPr/>
                <p:nvPr/>
              </p:nvCxnSpPr>
              <p:spPr>
                <a:xfrm>
                  <a:off x="4954962" y="1805403"/>
                  <a:ext cx="577718" cy="1588"/>
                </a:xfrm>
                <a:prstGeom prst="line">
                  <a:avLst/>
                </a:prstGeom>
                <a:noFill/>
                <a:ln w="25400" cap="flat" cmpd="sng" algn="ctr">
                  <a:solidFill>
                    <a:sysClr val="windowText" lastClr="000000"/>
                  </a:solidFill>
                  <a:prstDash val="solid"/>
                </a:ln>
                <a:effectLst/>
              </p:spPr>
            </p:cxnSp>
            <p:sp>
              <p:nvSpPr>
                <p:cNvPr id="276" name="Oval 259">
                  <a:extLst>
                    <a:ext uri="{FF2B5EF4-FFF2-40B4-BE49-F238E27FC236}">
                      <a16:creationId xmlns:a16="http://schemas.microsoft.com/office/drawing/2014/main" xmlns="" id="{9CC0E7D0-808C-4F07-B3C1-09A9CF8A94D8}"/>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72" name="组合 108">
                <a:extLst>
                  <a:ext uri="{FF2B5EF4-FFF2-40B4-BE49-F238E27FC236}">
                    <a16:creationId xmlns:a16="http://schemas.microsoft.com/office/drawing/2014/main" xmlns="" id="{FF3096A9-33CE-4D0A-82DD-B396E87638EF}"/>
                  </a:ext>
                </a:extLst>
              </p:cNvPr>
              <p:cNvGrpSpPr>
                <a:grpSpLocks/>
              </p:cNvGrpSpPr>
              <p:nvPr/>
            </p:nvGrpSpPr>
            <p:grpSpPr bwMode="auto">
              <a:xfrm>
                <a:off x="4957355" y="1828800"/>
                <a:ext cx="577850" cy="88904"/>
                <a:chOff x="4954650" y="1739900"/>
                <a:chExt cx="577850" cy="88904"/>
              </a:xfrm>
            </p:grpSpPr>
            <p:cxnSp>
              <p:nvCxnSpPr>
                <p:cNvPr id="273" name="直接连接符 136">
                  <a:extLst>
                    <a:ext uri="{FF2B5EF4-FFF2-40B4-BE49-F238E27FC236}">
                      <a16:creationId xmlns:a16="http://schemas.microsoft.com/office/drawing/2014/main" xmlns="" id="{C98B6DA6-EE78-4888-9C77-1294B4A7D245}"/>
                    </a:ext>
                  </a:extLst>
                </p:cNvPr>
                <p:cNvCxnSpPr/>
                <p:nvPr/>
              </p:nvCxnSpPr>
              <p:spPr>
                <a:xfrm>
                  <a:off x="4955432" y="1805037"/>
                  <a:ext cx="577718" cy="1588"/>
                </a:xfrm>
                <a:prstGeom prst="line">
                  <a:avLst/>
                </a:prstGeom>
                <a:noFill/>
                <a:ln w="25400" cap="flat" cmpd="sng" algn="ctr">
                  <a:solidFill>
                    <a:sysClr val="windowText" lastClr="000000"/>
                  </a:solidFill>
                  <a:prstDash val="solid"/>
                </a:ln>
                <a:effectLst/>
              </p:spPr>
            </p:cxnSp>
            <p:sp>
              <p:nvSpPr>
                <p:cNvPr id="274" name="Oval 259">
                  <a:extLst>
                    <a:ext uri="{FF2B5EF4-FFF2-40B4-BE49-F238E27FC236}">
                      <a16:creationId xmlns:a16="http://schemas.microsoft.com/office/drawing/2014/main" xmlns="" id="{A65D05C6-1F88-441B-8A16-7365F76A883A}"/>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5" name="组合 140">
              <a:extLst>
                <a:ext uri="{FF2B5EF4-FFF2-40B4-BE49-F238E27FC236}">
                  <a16:creationId xmlns:a16="http://schemas.microsoft.com/office/drawing/2014/main" xmlns="" id="{BCEBF6B0-C30C-467D-9266-641AF32E9ACE}"/>
                </a:ext>
              </a:extLst>
            </p:cNvPr>
            <p:cNvGrpSpPr>
              <a:grpSpLocks/>
            </p:cNvGrpSpPr>
            <p:nvPr/>
          </p:nvGrpSpPr>
          <p:grpSpPr bwMode="auto">
            <a:xfrm rot="5400000">
              <a:off x="5430106" y="2244313"/>
              <a:ext cx="580555" cy="194034"/>
              <a:chOff x="4954650" y="1723670"/>
              <a:chExt cx="580555" cy="194034"/>
            </a:xfrm>
          </p:grpSpPr>
          <p:grpSp>
            <p:nvGrpSpPr>
              <p:cNvPr id="265" name="组合 107">
                <a:extLst>
                  <a:ext uri="{FF2B5EF4-FFF2-40B4-BE49-F238E27FC236}">
                    <a16:creationId xmlns:a16="http://schemas.microsoft.com/office/drawing/2014/main" xmlns="" id="{3CEBD888-2743-49E3-9A04-B7E2BAD2DF56}"/>
                  </a:ext>
                </a:extLst>
              </p:cNvPr>
              <p:cNvGrpSpPr>
                <a:grpSpLocks/>
              </p:cNvGrpSpPr>
              <p:nvPr/>
            </p:nvGrpSpPr>
            <p:grpSpPr bwMode="auto">
              <a:xfrm>
                <a:off x="4954650" y="1723670"/>
                <a:ext cx="577850" cy="88904"/>
                <a:chOff x="4954650" y="1739900"/>
                <a:chExt cx="577850" cy="88904"/>
              </a:xfrm>
            </p:grpSpPr>
            <p:cxnSp>
              <p:nvCxnSpPr>
                <p:cNvPr id="269" name="直接连接符 145">
                  <a:extLst>
                    <a:ext uri="{FF2B5EF4-FFF2-40B4-BE49-F238E27FC236}">
                      <a16:creationId xmlns:a16="http://schemas.microsoft.com/office/drawing/2014/main" xmlns="" id="{40AE0ECB-A0C6-464D-97ED-3666A53382A1}"/>
                    </a:ext>
                  </a:extLst>
                </p:cNvPr>
                <p:cNvCxnSpPr/>
                <p:nvPr/>
              </p:nvCxnSpPr>
              <p:spPr>
                <a:xfrm>
                  <a:off x="4954962" y="1805516"/>
                  <a:ext cx="577718" cy="1588"/>
                </a:xfrm>
                <a:prstGeom prst="line">
                  <a:avLst/>
                </a:prstGeom>
                <a:noFill/>
                <a:ln w="25400" cap="flat" cmpd="sng" algn="ctr">
                  <a:solidFill>
                    <a:sysClr val="windowText" lastClr="000000"/>
                  </a:solidFill>
                  <a:prstDash val="solid"/>
                </a:ln>
                <a:effectLst/>
              </p:spPr>
            </p:cxnSp>
            <p:sp>
              <p:nvSpPr>
                <p:cNvPr id="270" name="Oval 259">
                  <a:extLst>
                    <a:ext uri="{FF2B5EF4-FFF2-40B4-BE49-F238E27FC236}">
                      <a16:creationId xmlns:a16="http://schemas.microsoft.com/office/drawing/2014/main" xmlns="" id="{B240BD4F-D878-4C6D-96FB-AD049CB5B40E}"/>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66" name="组合 108">
                <a:extLst>
                  <a:ext uri="{FF2B5EF4-FFF2-40B4-BE49-F238E27FC236}">
                    <a16:creationId xmlns:a16="http://schemas.microsoft.com/office/drawing/2014/main" xmlns="" id="{BA707836-668E-4343-AA4C-11E47A72B7DC}"/>
                  </a:ext>
                </a:extLst>
              </p:cNvPr>
              <p:cNvGrpSpPr>
                <a:grpSpLocks/>
              </p:cNvGrpSpPr>
              <p:nvPr/>
            </p:nvGrpSpPr>
            <p:grpSpPr bwMode="auto">
              <a:xfrm>
                <a:off x="4957355" y="1828800"/>
                <a:ext cx="577850" cy="88904"/>
                <a:chOff x="4954650" y="1739900"/>
                <a:chExt cx="577850" cy="88904"/>
              </a:xfrm>
            </p:grpSpPr>
            <p:cxnSp>
              <p:nvCxnSpPr>
                <p:cNvPr id="267" name="直接连接符 143">
                  <a:extLst>
                    <a:ext uri="{FF2B5EF4-FFF2-40B4-BE49-F238E27FC236}">
                      <a16:creationId xmlns:a16="http://schemas.microsoft.com/office/drawing/2014/main" xmlns="" id="{03C48F16-27A3-4F9B-817A-D887C83310FC}"/>
                    </a:ext>
                  </a:extLst>
                </p:cNvPr>
                <p:cNvCxnSpPr/>
                <p:nvPr/>
              </p:nvCxnSpPr>
              <p:spPr>
                <a:xfrm>
                  <a:off x="4955432" y="1805150"/>
                  <a:ext cx="577718" cy="1588"/>
                </a:xfrm>
                <a:prstGeom prst="line">
                  <a:avLst/>
                </a:prstGeom>
                <a:noFill/>
                <a:ln w="25400" cap="flat" cmpd="sng" algn="ctr">
                  <a:solidFill>
                    <a:sysClr val="windowText" lastClr="000000"/>
                  </a:solidFill>
                  <a:prstDash val="solid"/>
                </a:ln>
                <a:effectLst/>
              </p:spPr>
            </p:cxnSp>
            <p:sp>
              <p:nvSpPr>
                <p:cNvPr id="268" name="Oval 259">
                  <a:extLst>
                    <a:ext uri="{FF2B5EF4-FFF2-40B4-BE49-F238E27FC236}">
                      <a16:creationId xmlns:a16="http://schemas.microsoft.com/office/drawing/2014/main" xmlns="" id="{57A0901D-BBFB-4ECB-BD60-C4DF15B1D936}"/>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6" name="组合 147">
              <a:extLst>
                <a:ext uri="{FF2B5EF4-FFF2-40B4-BE49-F238E27FC236}">
                  <a16:creationId xmlns:a16="http://schemas.microsoft.com/office/drawing/2014/main" xmlns="" id="{B7CD0BBE-A03C-4652-AE6B-EE3D84A5C6D5}"/>
                </a:ext>
              </a:extLst>
            </p:cNvPr>
            <p:cNvGrpSpPr>
              <a:grpSpLocks/>
            </p:cNvGrpSpPr>
            <p:nvPr/>
          </p:nvGrpSpPr>
          <p:grpSpPr bwMode="auto">
            <a:xfrm rot="5400000">
              <a:off x="6452456" y="2244313"/>
              <a:ext cx="580555" cy="194034"/>
              <a:chOff x="4954650" y="1723670"/>
              <a:chExt cx="580555" cy="194034"/>
            </a:xfrm>
          </p:grpSpPr>
          <p:grpSp>
            <p:nvGrpSpPr>
              <p:cNvPr id="259" name="组合 107">
                <a:extLst>
                  <a:ext uri="{FF2B5EF4-FFF2-40B4-BE49-F238E27FC236}">
                    <a16:creationId xmlns:a16="http://schemas.microsoft.com/office/drawing/2014/main" xmlns="" id="{1ACBA7C0-D003-4A65-A797-EBD3E5CC8498}"/>
                  </a:ext>
                </a:extLst>
              </p:cNvPr>
              <p:cNvGrpSpPr>
                <a:grpSpLocks/>
              </p:cNvGrpSpPr>
              <p:nvPr/>
            </p:nvGrpSpPr>
            <p:grpSpPr bwMode="auto">
              <a:xfrm>
                <a:off x="4954650" y="1723670"/>
                <a:ext cx="577850" cy="88904"/>
                <a:chOff x="4954650" y="1739900"/>
                <a:chExt cx="577850" cy="88904"/>
              </a:xfrm>
            </p:grpSpPr>
            <p:cxnSp>
              <p:nvCxnSpPr>
                <p:cNvPr id="263" name="直接连接符 152">
                  <a:extLst>
                    <a:ext uri="{FF2B5EF4-FFF2-40B4-BE49-F238E27FC236}">
                      <a16:creationId xmlns:a16="http://schemas.microsoft.com/office/drawing/2014/main" xmlns="" id="{2F39416B-DD45-421D-A228-F90956D1FD58}"/>
                    </a:ext>
                  </a:extLst>
                </p:cNvPr>
                <p:cNvCxnSpPr/>
                <p:nvPr/>
              </p:nvCxnSpPr>
              <p:spPr>
                <a:xfrm>
                  <a:off x="4954962" y="1805625"/>
                  <a:ext cx="577718" cy="1588"/>
                </a:xfrm>
                <a:prstGeom prst="line">
                  <a:avLst/>
                </a:prstGeom>
                <a:noFill/>
                <a:ln w="25400" cap="flat" cmpd="sng" algn="ctr">
                  <a:solidFill>
                    <a:sysClr val="windowText" lastClr="000000"/>
                  </a:solidFill>
                  <a:prstDash val="solid"/>
                </a:ln>
                <a:effectLst/>
              </p:spPr>
            </p:cxnSp>
            <p:sp>
              <p:nvSpPr>
                <p:cNvPr id="264" name="Oval 259">
                  <a:extLst>
                    <a:ext uri="{FF2B5EF4-FFF2-40B4-BE49-F238E27FC236}">
                      <a16:creationId xmlns:a16="http://schemas.microsoft.com/office/drawing/2014/main" xmlns="" id="{482EE6C2-5050-4D37-BD6C-A9920266FD63}"/>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60" name="组合 108">
                <a:extLst>
                  <a:ext uri="{FF2B5EF4-FFF2-40B4-BE49-F238E27FC236}">
                    <a16:creationId xmlns:a16="http://schemas.microsoft.com/office/drawing/2014/main" xmlns="" id="{B9307C8A-13A2-4499-88E2-63972788FBBA}"/>
                  </a:ext>
                </a:extLst>
              </p:cNvPr>
              <p:cNvGrpSpPr>
                <a:grpSpLocks/>
              </p:cNvGrpSpPr>
              <p:nvPr/>
            </p:nvGrpSpPr>
            <p:grpSpPr bwMode="auto">
              <a:xfrm>
                <a:off x="4957355" y="1828800"/>
                <a:ext cx="577850" cy="88904"/>
                <a:chOff x="4954650" y="1739900"/>
                <a:chExt cx="577850" cy="88904"/>
              </a:xfrm>
            </p:grpSpPr>
            <p:cxnSp>
              <p:nvCxnSpPr>
                <p:cNvPr id="261" name="直接连接符 150">
                  <a:extLst>
                    <a:ext uri="{FF2B5EF4-FFF2-40B4-BE49-F238E27FC236}">
                      <a16:creationId xmlns:a16="http://schemas.microsoft.com/office/drawing/2014/main" xmlns="" id="{9819F211-B4C4-47D8-BF6B-5F28FB071E2B}"/>
                    </a:ext>
                  </a:extLst>
                </p:cNvPr>
                <p:cNvCxnSpPr/>
                <p:nvPr/>
              </p:nvCxnSpPr>
              <p:spPr>
                <a:xfrm>
                  <a:off x="4955432" y="1805259"/>
                  <a:ext cx="577718" cy="1588"/>
                </a:xfrm>
                <a:prstGeom prst="line">
                  <a:avLst/>
                </a:prstGeom>
                <a:noFill/>
                <a:ln w="25400" cap="flat" cmpd="sng" algn="ctr">
                  <a:solidFill>
                    <a:sysClr val="windowText" lastClr="000000"/>
                  </a:solidFill>
                  <a:prstDash val="solid"/>
                </a:ln>
                <a:effectLst/>
              </p:spPr>
            </p:cxnSp>
            <p:sp>
              <p:nvSpPr>
                <p:cNvPr id="262" name="Oval 259">
                  <a:extLst>
                    <a:ext uri="{FF2B5EF4-FFF2-40B4-BE49-F238E27FC236}">
                      <a16:creationId xmlns:a16="http://schemas.microsoft.com/office/drawing/2014/main" xmlns="" id="{A12808FB-FAE1-4611-8293-AEA6FAC0ADFC}"/>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7" name="组合 154">
              <a:extLst>
                <a:ext uri="{FF2B5EF4-FFF2-40B4-BE49-F238E27FC236}">
                  <a16:creationId xmlns:a16="http://schemas.microsoft.com/office/drawing/2014/main" xmlns="" id="{0BCCCB77-58E8-4403-9295-2A2C20A83962}"/>
                </a:ext>
              </a:extLst>
            </p:cNvPr>
            <p:cNvGrpSpPr>
              <a:grpSpLocks/>
            </p:cNvGrpSpPr>
            <p:nvPr/>
          </p:nvGrpSpPr>
          <p:grpSpPr bwMode="auto">
            <a:xfrm rot="5400000">
              <a:off x="7474807" y="2244313"/>
              <a:ext cx="580555" cy="194034"/>
              <a:chOff x="4954650" y="1723670"/>
              <a:chExt cx="580555" cy="194034"/>
            </a:xfrm>
          </p:grpSpPr>
          <p:grpSp>
            <p:nvGrpSpPr>
              <p:cNvPr id="253" name="组合 107">
                <a:extLst>
                  <a:ext uri="{FF2B5EF4-FFF2-40B4-BE49-F238E27FC236}">
                    <a16:creationId xmlns:a16="http://schemas.microsoft.com/office/drawing/2014/main" xmlns="" id="{5747E4AA-B35C-4D8E-905E-91DB8DC7C091}"/>
                  </a:ext>
                </a:extLst>
              </p:cNvPr>
              <p:cNvGrpSpPr>
                <a:grpSpLocks/>
              </p:cNvGrpSpPr>
              <p:nvPr/>
            </p:nvGrpSpPr>
            <p:grpSpPr bwMode="auto">
              <a:xfrm>
                <a:off x="4954650" y="1723670"/>
                <a:ext cx="577850" cy="88904"/>
                <a:chOff x="4954650" y="1739900"/>
                <a:chExt cx="577850" cy="88904"/>
              </a:xfrm>
            </p:grpSpPr>
            <p:cxnSp>
              <p:nvCxnSpPr>
                <p:cNvPr id="257" name="直接连接符 159">
                  <a:extLst>
                    <a:ext uri="{FF2B5EF4-FFF2-40B4-BE49-F238E27FC236}">
                      <a16:creationId xmlns:a16="http://schemas.microsoft.com/office/drawing/2014/main" xmlns="" id="{23ED335B-0C34-4039-9E87-83867942E4CD}"/>
                    </a:ext>
                  </a:extLst>
                </p:cNvPr>
                <p:cNvCxnSpPr/>
                <p:nvPr/>
              </p:nvCxnSpPr>
              <p:spPr>
                <a:xfrm>
                  <a:off x="4954962" y="1805734"/>
                  <a:ext cx="577718" cy="1588"/>
                </a:xfrm>
                <a:prstGeom prst="line">
                  <a:avLst/>
                </a:prstGeom>
                <a:noFill/>
                <a:ln w="25400" cap="flat" cmpd="sng" algn="ctr">
                  <a:solidFill>
                    <a:sysClr val="windowText" lastClr="000000"/>
                  </a:solidFill>
                  <a:prstDash val="solid"/>
                </a:ln>
                <a:effectLst/>
              </p:spPr>
            </p:cxnSp>
            <p:sp>
              <p:nvSpPr>
                <p:cNvPr id="258" name="Oval 259">
                  <a:extLst>
                    <a:ext uri="{FF2B5EF4-FFF2-40B4-BE49-F238E27FC236}">
                      <a16:creationId xmlns:a16="http://schemas.microsoft.com/office/drawing/2014/main" xmlns="" id="{B805AE7D-1CD7-4FBC-9C97-A928B0A40D00}"/>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54" name="组合 108">
                <a:extLst>
                  <a:ext uri="{FF2B5EF4-FFF2-40B4-BE49-F238E27FC236}">
                    <a16:creationId xmlns:a16="http://schemas.microsoft.com/office/drawing/2014/main" xmlns="" id="{B6BB34DC-3A3B-40CC-8F5F-938C94A1B015}"/>
                  </a:ext>
                </a:extLst>
              </p:cNvPr>
              <p:cNvGrpSpPr>
                <a:grpSpLocks/>
              </p:cNvGrpSpPr>
              <p:nvPr/>
            </p:nvGrpSpPr>
            <p:grpSpPr bwMode="auto">
              <a:xfrm>
                <a:off x="4957355" y="1828800"/>
                <a:ext cx="577850" cy="88904"/>
                <a:chOff x="4954650" y="1739900"/>
                <a:chExt cx="577850" cy="88904"/>
              </a:xfrm>
            </p:grpSpPr>
            <p:cxnSp>
              <p:nvCxnSpPr>
                <p:cNvPr id="255" name="直接连接符 157">
                  <a:extLst>
                    <a:ext uri="{FF2B5EF4-FFF2-40B4-BE49-F238E27FC236}">
                      <a16:creationId xmlns:a16="http://schemas.microsoft.com/office/drawing/2014/main" xmlns="" id="{3FE7586A-3EC8-40DE-BD12-FCAAD4A21C9F}"/>
                    </a:ext>
                  </a:extLst>
                </p:cNvPr>
                <p:cNvCxnSpPr/>
                <p:nvPr/>
              </p:nvCxnSpPr>
              <p:spPr>
                <a:xfrm>
                  <a:off x="4955432" y="1805368"/>
                  <a:ext cx="577718" cy="1588"/>
                </a:xfrm>
                <a:prstGeom prst="line">
                  <a:avLst/>
                </a:prstGeom>
                <a:noFill/>
                <a:ln w="25400" cap="flat" cmpd="sng" algn="ctr">
                  <a:solidFill>
                    <a:sysClr val="windowText" lastClr="000000"/>
                  </a:solidFill>
                  <a:prstDash val="solid"/>
                </a:ln>
                <a:effectLst/>
              </p:spPr>
            </p:cxnSp>
            <p:sp>
              <p:nvSpPr>
                <p:cNvPr id="256" name="Oval 259">
                  <a:extLst>
                    <a:ext uri="{FF2B5EF4-FFF2-40B4-BE49-F238E27FC236}">
                      <a16:creationId xmlns:a16="http://schemas.microsoft.com/office/drawing/2014/main" xmlns="" id="{92D048BB-CEBF-419C-838B-3D51B221548A}"/>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8" name="组合 161">
              <a:extLst>
                <a:ext uri="{FF2B5EF4-FFF2-40B4-BE49-F238E27FC236}">
                  <a16:creationId xmlns:a16="http://schemas.microsoft.com/office/drawing/2014/main" xmlns="" id="{E646DB86-4E74-4299-96DA-22AB927429D7}"/>
                </a:ext>
              </a:extLst>
            </p:cNvPr>
            <p:cNvGrpSpPr>
              <a:grpSpLocks/>
            </p:cNvGrpSpPr>
            <p:nvPr/>
          </p:nvGrpSpPr>
          <p:grpSpPr bwMode="auto">
            <a:xfrm rot="5400000">
              <a:off x="4363306" y="3266663"/>
              <a:ext cx="580555" cy="194034"/>
              <a:chOff x="4954650" y="1723670"/>
              <a:chExt cx="580555" cy="194034"/>
            </a:xfrm>
          </p:grpSpPr>
          <p:grpSp>
            <p:nvGrpSpPr>
              <p:cNvPr id="247" name="组合 107">
                <a:extLst>
                  <a:ext uri="{FF2B5EF4-FFF2-40B4-BE49-F238E27FC236}">
                    <a16:creationId xmlns:a16="http://schemas.microsoft.com/office/drawing/2014/main" xmlns="" id="{EAEEEF59-A232-47FF-A769-8E1A9BAF3789}"/>
                  </a:ext>
                </a:extLst>
              </p:cNvPr>
              <p:cNvGrpSpPr>
                <a:grpSpLocks/>
              </p:cNvGrpSpPr>
              <p:nvPr/>
            </p:nvGrpSpPr>
            <p:grpSpPr bwMode="auto">
              <a:xfrm>
                <a:off x="4954650" y="1723670"/>
                <a:ext cx="577850" cy="88904"/>
                <a:chOff x="4954650" y="1739900"/>
                <a:chExt cx="577850" cy="88904"/>
              </a:xfrm>
            </p:grpSpPr>
            <p:cxnSp>
              <p:nvCxnSpPr>
                <p:cNvPr id="251" name="直接连接符 250">
                  <a:extLst>
                    <a:ext uri="{FF2B5EF4-FFF2-40B4-BE49-F238E27FC236}">
                      <a16:creationId xmlns:a16="http://schemas.microsoft.com/office/drawing/2014/main" xmlns="" id="{FF7DC0B2-B911-424C-AB11-5FC15D0B9A38}"/>
                    </a:ext>
                  </a:extLst>
                </p:cNvPr>
                <p:cNvCxnSpPr/>
                <p:nvPr/>
              </p:nvCxnSpPr>
              <p:spPr>
                <a:xfrm>
                  <a:off x="4954728" y="1805403"/>
                  <a:ext cx="577718" cy="1588"/>
                </a:xfrm>
                <a:prstGeom prst="line">
                  <a:avLst/>
                </a:prstGeom>
                <a:noFill/>
                <a:ln w="25400" cap="flat" cmpd="sng" algn="ctr">
                  <a:solidFill>
                    <a:sysClr val="windowText" lastClr="000000"/>
                  </a:solidFill>
                  <a:prstDash val="solid"/>
                </a:ln>
                <a:effectLst/>
              </p:spPr>
            </p:cxnSp>
            <p:sp>
              <p:nvSpPr>
                <p:cNvPr id="252" name="Oval 259">
                  <a:extLst>
                    <a:ext uri="{FF2B5EF4-FFF2-40B4-BE49-F238E27FC236}">
                      <a16:creationId xmlns:a16="http://schemas.microsoft.com/office/drawing/2014/main" xmlns="" id="{8A6ED774-A102-4246-B3BB-47BC784A0CED}"/>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48" name="组合 108">
                <a:extLst>
                  <a:ext uri="{FF2B5EF4-FFF2-40B4-BE49-F238E27FC236}">
                    <a16:creationId xmlns:a16="http://schemas.microsoft.com/office/drawing/2014/main" xmlns="" id="{266A793C-526F-457E-95C2-BAC029EC159B}"/>
                  </a:ext>
                </a:extLst>
              </p:cNvPr>
              <p:cNvGrpSpPr>
                <a:grpSpLocks/>
              </p:cNvGrpSpPr>
              <p:nvPr/>
            </p:nvGrpSpPr>
            <p:grpSpPr bwMode="auto">
              <a:xfrm>
                <a:off x="4957355" y="1828800"/>
                <a:ext cx="577850" cy="88904"/>
                <a:chOff x="4954650" y="1739900"/>
                <a:chExt cx="577850" cy="88904"/>
              </a:xfrm>
            </p:grpSpPr>
            <p:cxnSp>
              <p:nvCxnSpPr>
                <p:cNvPr id="249" name="直接连接符 248">
                  <a:extLst>
                    <a:ext uri="{FF2B5EF4-FFF2-40B4-BE49-F238E27FC236}">
                      <a16:creationId xmlns:a16="http://schemas.microsoft.com/office/drawing/2014/main" xmlns="" id="{1F76524E-4C15-49EF-A847-207F18A3CA8A}"/>
                    </a:ext>
                  </a:extLst>
                </p:cNvPr>
                <p:cNvCxnSpPr/>
                <p:nvPr/>
              </p:nvCxnSpPr>
              <p:spPr>
                <a:xfrm>
                  <a:off x="4955198" y="1805037"/>
                  <a:ext cx="577718" cy="1588"/>
                </a:xfrm>
                <a:prstGeom prst="line">
                  <a:avLst/>
                </a:prstGeom>
                <a:noFill/>
                <a:ln w="25400" cap="flat" cmpd="sng" algn="ctr">
                  <a:solidFill>
                    <a:sysClr val="windowText" lastClr="000000"/>
                  </a:solidFill>
                  <a:prstDash val="solid"/>
                </a:ln>
                <a:effectLst/>
              </p:spPr>
            </p:cxnSp>
            <p:sp>
              <p:nvSpPr>
                <p:cNvPr id="250" name="Oval 259">
                  <a:extLst>
                    <a:ext uri="{FF2B5EF4-FFF2-40B4-BE49-F238E27FC236}">
                      <a16:creationId xmlns:a16="http://schemas.microsoft.com/office/drawing/2014/main" xmlns="" id="{E708D88C-ACAF-42D1-BC02-BC8384A29B62}"/>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49" name="组合 168">
              <a:extLst>
                <a:ext uri="{FF2B5EF4-FFF2-40B4-BE49-F238E27FC236}">
                  <a16:creationId xmlns:a16="http://schemas.microsoft.com/office/drawing/2014/main" xmlns="" id="{65E5DE0A-6CE8-433F-99DD-8C6C5B599AC6}"/>
                </a:ext>
              </a:extLst>
            </p:cNvPr>
            <p:cNvGrpSpPr>
              <a:grpSpLocks/>
            </p:cNvGrpSpPr>
            <p:nvPr/>
          </p:nvGrpSpPr>
          <p:grpSpPr bwMode="auto">
            <a:xfrm rot="5400000">
              <a:off x="5430106" y="3266663"/>
              <a:ext cx="580555" cy="194034"/>
              <a:chOff x="4954650" y="1723670"/>
              <a:chExt cx="580555" cy="194034"/>
            </a:xfrm>
          </p:grpSpPr>
          <p:grpSp>
            <p:nvGrpSpPr>
              <p:cNvPr id="241" name="组合 107">
                <a:extLst>
                  <a:ext uri="{FF2B5EF4-FFF2-40B4-BE49-F238E27FC236}">
                    <a16:creationId xmlns:a16="http://schemas.microsoft.com/office/drawing/2014/main" xmlns="" id="{100832C2-846C-4EAE-9E73-78C9104456A7}"/>
                  </a:ext>
                </a:extLst>
              </p:cNvPr>
              <p:cNvGrpSpPr>
                <a:grpSpLocks/>
              </p:cNvGrpSpPr>
              <p:nvPr/>
            </p:nvGrpSpPr>
            <p:grpSpPr bwMode="auto">
              <a:xfrm>
                <a:off x="4954650" y="1723670"/>
                <a:ext cx="577850" cy="88904"/>
                <a:chOff x="4954650" y="1739900"/>
                <a:chExt cx="577850" cy="88904"/>
              </a:xfrm>
            </p:grpSpPr>
            <p:cxnSp>
              <p:nvCxnSpPr>
                <p:cNvPr id="245" name="直接连接符 244">
                  <a:extLst>
                    <a:ext uri="{FF2B5EF4-FFF2-40B4-BE49-F238E27FC236}">
                      <a16:creationId xmlns:a16="http://schemas.microsoft.com/office/drawing/2014/main" xmlns="" id="{3BD448E6-6B2D-45B7-939D-229035807CFF}"/>
                    </a:ext>
                  </a:extLst>
                </p:cNvPr>
                <p:cNvCxnSpPr/>
                <p:nvPr/>
              </p:nvCxnSpPr>
              <p:spPr>
                <a:xfrm>
                  <a:off x="4954728" y="1805516"/>
                  <a:ext cx="577718" cy="1588"/>
                </a:xfrm>
                <a:prstGeom prst="line">
                  <a:avLst/>
                </a:prstGeom>
                <a:noFill/>
                <a:ln w="25400" cap="flat" cmpd="sng" algn="ctr">
                  <a:solidFill>
                    <a:sysClr val="windowText" lastClr="000000"/>
                  </a:solidFill>
                  <a:prstDash val="solid"/>
                </a:ln>
                <a:effectLst/>
              </p:spPr>
            </p:cxnSp>
            <p:sp>
              <p:nvSpPr>
                <p:cNvPr id="246" name="Oval 259">
                  <a:extLst>
                    <a:ext uri="{FF2B5EF4-FFF2-40B4-BE49-F238E27FC236}">
                      <a16:creationId xmlns:a16="http://schemas.microsoft.com/office/drawing/2014/main" xmlns="" id="{A2D3E25F-0EAA-4EE2-960A-5F81ECFABBD5}"/>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42" name="组合 108">
                <a:extLst>
                  <a:ext uri="{FF2B5EF4-FFF2-40B4-BE49-F238E27FC236}">
                    <a16:creationId xmlns:a16="http://schemas.microsoft.com/office/drawing/2014/main" xmlns="" id="{ABEF9732-E8F6-407E-B039-C8FF3E3BE931}"/>
                  </a:ext>
                </a:extLst>
              </p:cNvPr>
              <p:cNvGrpSpPr>
                <a:grpSpLocks/>
              </p:cNvGrpSpPr>
              <p:nvPr/>
            </p:nvGrpSpPr>
            <p:grpSpPr bwMode="auto">
              <a:xfrm>
                <a:off x="4957355" y="1828800"/>
                <a:ext cx="577850" cy="88904"/>
                <a:chOff x="4954650" y="1739900"/>
                <a:chExt cx="577850" cy="88904"/>
              </a:xfrm>
            </p:grpSpPr>
            <p:cxnSp>
              <p:nvCxnSpPr>
                <p:cNvPr id="243" name="直接连接符 242">
                  <a:extLst>
                    <a:ext uri="{FF2B5EF4-FFF2-40B4-BE49-F238E27FC236}">
                      <a16:creationId xmlns:a16="http://schemas.microsoft.com/office/drawing/2014/main" xmlns="" id="{1657E02C-E0A8-4A90-9F71-1554B903BCD2}"/>
                    </a:ext>
                  </a:extLst>
                </p:cNvPr>
                <p:cNvCxnSpPr/>
                <p:nvPr/>
              </p:nvCxnSpPr>
              <p:spPr>
                <a:xfrm>
                  <a:off x="4955198" y="1805150"/>
                  <a:ext cx="577718" cy="1588"/>
                </a:xfrm>
                <a:prstGeom prst="line">
                  <a:avLst/>
                </a:prstGeom>
                <a:noFill/>
                <a:ln w="25400" cap="flat" cmpd="sng" algn="ctr">
                  <a:solidFill>
                    <a:sysClr val="windowText" lastClr="000000"/>
                  </a:solidFill>
                  <a:prstDash val="solid"/>
                </a:ln>
                <a:effectLst/>
              </p:spPr>
            </p:cxnSp>
            <p:sp>
              <p:nvSpPr>
                <p:cNvPr id="244" name="Oval 259">
                  <a:extLst>
                    <a:ext uri="{FF2B5EF4-FFF2-40B4-BE49-F238E27FC236}">
                      <a16:creationId xmlns:a16="http://schemas.microsoft.com/office/drawing/2014/main" xmlns="" id="{4ADAB149-90BF-443B-BACA-54C65A66D426}"/>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50" name="组合 175">
              <a:extLst>
                <a:ext uri="{FF2B5EF4-FFF2-40B4-BE49-F238E27FC236}">
                  <a16:creationId xmlns:a16="http://schemas.microsoft.com/office/drawing/2014/main" xmlns="" id="{327B7A04-53B7-4FCE-A1C6-57E646D8939F}"/>
                </a:ext>
              </a:extLst>
            </p:cNvPr>
            <p:cNvGrpSpPr>
              <a:grpSpLocks/>
            </p:cNvGrpSpPr>
            <p:nvPr/>
          </p:nvGrpSpPr>
          <p:grpSpPr bwMode="auto">
            <a:xfrm rot="5400000">
              <a:off x="6452456" y="3311113"/>
              <a:ext cx="580555" cy="194034"/>
              <a:chOff x="4954650" y="1723670"/>
              <a:chExt cx="580555" cy="194034"/>
            </a:xfrm>
          </p:grpSpPr>
          <p:grpSp>
            <p:nvGrpSpPr>
              <p:cNvPr id="235" name="组合 107">
                <a:extLst>
                  <a:ext uri="{FF2B5EF4-FFF2-40B4-BE49-F238E27FC236}">
                    <a16:creationId xmlns:a16="http://schemas.microsoft.com/office/drawing/2014/main" xmlns="" id="{2439C6B5-7757-4AE7-B100-534BF117B560}"/>
                  </a:ext>
                </a:extLst>
              </p:cNvPr>
              <p:cNvGrpSpPr>
                <a:grpSpLocks/>
              </p:cNvGrpSpPr>
              <p:nvPr/>
            </p:nvGrpSpPr>
            <p:grpSpPr bwMode="auto">
              <a:xfrm>
                <a:off x="4954650" y="1723670"/>
                <a:ext cx="577850" cy="88904"/>
                <a:chOff x="4954650" y="1739900"/>
                <a:chExt cx="577850" cy="88904"/>
              </a:xfrm>
            </p:grpSpPr>
            <p:cxnSp>
              <p:nvCxnSpPr>
                <p:cNvPr id="239" name="直接连接符 238">
                  <a:extLst>
                    <a:ext uri="{FF2B5EF4-FFF2-40B4-BE49-F238E27FC236}">
                      <a16:creationId xmlns:a16="http://schemas.microsoft.com/office/drawing/2014/main" xmlns="" id="{4559E58E-41B0-4ECC-8034-F3DC330A09D2}"/>
                    </a:ext>
                  </a:extLst>
                </p:cNvPr>
                <p:cNvCxnSpPr/>
                <p:nvPr/>
              </p:nvCxnSpPr>
              <p:spPr>
                <a:xfrm>
                  <a:off x="4954718" y="1805625"/>
                  <a:ext cx="577718" cy="1588"/>
                </a:xfrm>
                <a:prstGeom prst="line">
                  <a:avLst/>
                </a:prstGeom>
                <a:noFill/>
                <a:ln w="25400" cap="flat" cmpd="sng" algn="ctr">
                  <a:solidFill>
                    <a:sysClr val="windowText" lastClr="000000"/>
                  </a:solidFill>
                  <a:prstDash val="solid"/>
                </a:ln>
                <a:effectLst/>
              </p:spPr>
            </p:cxnSp>
            <p:sp>
              <p:nvSpPr>
                <p:cNvPr id="240" name="Oval 259">
                  <a:extLst>
                    <a:ext uri="{FF2B5EF4-FFF2-40B4-BE49-F238E27FC236}">
                      <a16:creationId xmlns:a16="http://schemas.microsoft.com/office/drawing/2014/main" xmlns="" id="{896BE761-C6BA-4285-A852-A4F54054F34F}"/>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36" name="组合 108">
                <a:extLst>
                  <a:ext uri="{FF2B5EF4-FFF2-40B4-BE49-F238E27FC236}">
                    <a16:creationId xmlns:a16="http://schemas.microsoft.com/office/drawing/2014/main" xmlns="" id="{FF6E90E2-93FD-4241-B9C9-035ED14CFA3E}"/>
                  </a:ext>
                </a:extLst>
              </p:cNvPr>
              <p:cNvGrpSpPr>
                <a:grpSpLocks/>
              </p:cNvGrpSpPr>
              <p:nvPr/>
            </p:nvGrpSpPr>
            <p:grpSpPr bwMode="auto">
              <a:xfrm>
                <a:off x="4957355" y="1828800"/>
                <a:ext cx="577850" cy="88904"/>
                <a:chOff x="4954650" y="1739900"/>
                <a:chExt cx="577850" cy="88904"/>
              </a:xfrm>
            </p:grpSpPr>
            <p:cxnSp>
              <p:nvCxnSpPr>
                <p:cNvPr id="237" name="直接连接符 236">
                  <a:extLst>
                    <a:ext uri="{FF2B5EF4-FFF2-40B4-BE49-F238E27FC236}">
                      <a16:creationId xmlns:a16="http://schemas.microsoft.com/office/drawing/2014/main" xmlns="" id="{4BD9ECEF-EAEA-4ACA-9DA0-90DC3E65C790}"/>
                    </a:ext>
                  </a:extLst>
                </p:cNvPr>
                <p:cNvCxnSpPr/>
                <p:nvPr/>
              </p:nvCxnSpPr>
              <p:spPr>
                <a:xfrm>
                  <a:off x="4955188" y="1805259"/>
                  <a:ext cx="577718" cy="1588"/>
                </a:xfrm>
                <a:prstGeom prst="line">
                  <a:avLst/>
                </a:prstGeom>
                <a:noFill/>
                <a:ln w="25400" cap="flat" cmpd="sng" algn="ctr">
                  <a:solidFill>
                    <a:sysClr val="windowText" lastClr="000000"/>
                  </a:solidFill>
                  <a:prstDash val="solid"/>
                </a:ln>
                <a:effectLst/>
              </p:spPr>
            </p:cxnSp>
            <p:sp>
              <p:nvSpPr>
                <p:cNvPr id="238" name="Oval 259">
                  <a:extLst>
                    <a:ext uri="{FF2B5EF4-FFF2-40B4-BE49-F238E27FC236}">
                      <a16:creationId xmlns:a16="http://schemas.microsoft.com/office/drawing/2014/main" xmlns="" id="{961EE70A-E6C5-465B-9E8A-DDDB7B68BCFE}"/>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51" name="组合 182">
              <a:extLst>
                <a:ext uri="{FF2B5EF4-FFF2-40B4-BE49-F238E27FC236}">
                  <a16:creationId xmlns:a16="http://schemas.microsoft.com/office/drawing/2014/main" xmlns="" id="{051D38E9-4CDA-4699-8598-EE60CFDEE863}"/>
                </a:ext>
              </a:extLst>
            </p:cNvPr>
            <p:cNvGrpSpPr>
              <a:grpSpLocks/>
            </p:cNvGrpSpPr>
            <p:nvPr/>
          </p:nvGrpSpPr>
          <p:grpSpPr bwMode="auto">
            <a:xfrm rot="5400000">
              <a:off x="7519257" y="3311113"/>
              <a:ext cx="580555" cy="194034"/>
              <a:chOff x="4954650" y="1723670"/>
              <a:chExt cx="580555" cy="194034"/>
            </a:xfrm>
          </p:grpSpPr>
          <p:grpSp>
            <p:nvGrpSpPr>
              <p:cNvPr id="229" name="组合 107">
                <a:extLst>
                  <a:ext uri="{FF2B5EF4-FFF2-40B4-BE49-F238E27FC236}">
                    <a16:creationId xmlns:a16="http://schemas.microsoft.com/office/drawing/2014/main" xmlns="" id="{56F43EA1-C3DC-4202-9552-9279D24EF264}"/>
                  </a:ext>
                </a:extLst>
              </p:cNvPr>
              <p:cNvGrpSpPr>
                <a:grpSpLocks/>
              </p:cNvGrpSpPr>
              <p:nvPr/>
            </p:nvGrpSpPr>
            <p:grpSpPr bwMode="auto">
              <a:xfrm>
                <a:off x="4954650" y="1723670"/>
                <a:ext cx="577850" cy="88904"/>
                <a:chOff x="4954650" y="1739900"/>
                <a:chExt cx="577850" cy="88904"/>
              </a:xfrm>
            </p:grpSpPr>
            <p:cxnSp>
              <p:nvCxnSpPr>
                <p:cNvPr id="233" name="直接连接符 232">
                  <a:extLst>
                    <a:ext uri="{FF2B5EF4-FFF2-40B4-BE49-F238E27FC236}">
                      <a16:creationId xmlns:a16="http://schemas.microsoft.com/office/drawing/2014/main" xmlns="" id="{B0C84FD1-9A7C-4B58-939D-FC53F772BED1}"/>
                    </a:ext>
                  </a:extLst>
                </p:cNvPr>
                <p:cNvCxnSpPr/>
                <p:nvPr/>
              </p:nvCxnSpPr>
              <p:spPr>
                <a:xfrm>
                  <a:off x="4954718" y="1805739"/>
                  <a:ext cx="577718" cy="1588"/>
                </a:xfrm>
                <a:prstGeom prst="line">
                  <a:avLst/>
                </a:prstGeom>
                <a:noFill/>
                <a:ln w="25400" cap="flat" cmpd="sng" algn="ctr">
                  <a:solidFill>
                    <a:sysClr val="windowText" lastClr="000000"/>
                  </a:solidFill>
                  <a:prstDash val="solid"/>
                </a:ln>
                <a:effectLst/>
              </p:spPr>
            </p:cxnSp>
            <p:sp>
              <p:nvSpPr>
                <p:cNvPr id="234" name="Oval 259">
                  <a:extLst>
                    <a:ext uri="{FF2B5EF4-FFF2-40B4-BE49-F238E27FC236}">
                      <a16:creationId xmlns:a16="http://schemas.microsoft.com/office/drawing/2014/main" xmlns="" id="{8B8D0025-9B9D-4F45-B2D4-DD976F0C514C}"/>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30" name="组合 108">
                <a:extLst>
                  <a:ext uri="{FF2B5EF4-FFF2-40B4-BE49-F238E27FC236}">
                    <a16:creationId xmlns:a16="http://schemas.microsoft.com/office/drawing/2014/main" xmlns="" id="{401F47FE-9A52-47FB-97F2-0D671D35B9E9}"/>
                  </a:ext>
                </a:extLst>
              </p:cNvPr>
              <p:cNvGrpSpPr>
                <a:grpSpLocks/>
              </p:cNvGrpSpPr>
              <p:nvPr/>
            </p:nvGrpSpPr>
            <p:grpSpPr bwMode="auto">
              <a:xfrm>
                <a:off x="4957355" y="1828800"/>
                <a:ext cx="577850" cy="88904"/>
                <a:chOff x="4954650" y="1739900"/>
                <a:chExt cx="577850" cy="88904"/>
              </a:xfrm>
            </p:grpSpPr>
            <p:cxnSp>
              <p:nvCxnSpPr>
                <p:cNvPr id="231" name="直接连接符 230">
                  <a:extLst>
                    <a:ext uri="{FF2B5EF4-FFF2-40B4-BE49-F238E27FC236}">
                      <a16:creationId xmlns:a16="http://schemas.microsoft.com/office/drawing/2014/main" xmlns="" id="{2CAABF48-18CC-4AC2-9F96-9F9537B4830C}"/>
                    </a:ext>
                  </a:extLst>
                </p:cNvPr>
                <p:cNvCxnSpPr/>
                <p:nvPr/>
              </p:nvCxnSpPr>
              <p:spPr>
                <a:xfrm>
                  <a:off x="4955188" y="1805373"/>
                  <a:ext cx="577718" cy="1588"/>
                </a:xfrm>
                <a:prstGeom prst="line">
                  <a:avLst/>
                </a:prstGeom>
                <a:noFill/>
                <a:ln w="25400" cap="flat" cmpd="sng" algn="ctr">
                  <a:solidFill>
                    <a:sysClr val="windowText" lastClr="000000"/>
                  </a:solidFill>
                  <a:prstDash val="solid"/>
                </a:ln>
                <a:effectLst/>
              </p:spPr>
            </p:cxnSp>
            <p:sp>
              <p:nvSpPr>
                <p:cNvPr id="232" name="Oval 259">
                  <a:extLst>
                    <a:ext uri="{FF2B5EF4-FFF2-40B4-BE49-F238E27FC236}">
                      <a16:creationId xmlns:a16="http://schemas.microsoft.com/office/drawing/2014/main" xmlns="" id="{3C0957C0-E7A5-4293-BCB9-1DD1949F9D5B}"/>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52" name="组合 189">
              <a:extLst>
                <a:ext uri="{FF2B5EF4-FFF2-40B4-BE49-F238E27FC236}">
                  <a16:creationId xmlns:a16="http://schemas.microsoft.com/office/drawing/2014/main" xmlns="" id="{A418475B-48AF-4102-AD2A-355955DA1AD6}"/>
                </a:ext>
              </a:extLst>
            </p:cNvPr>
            <p:cNvGrpSpPr>
              <a:grpSpLocks/>
            </p:cNvGrpSpPr>
            <p:nvPr/>
          </p:nvGrpSpPr>
          <p:grpSpPr bwMode="auto">
            <a:xfrm rot="5400000">
              <a:off x="4363306" y="4377913"/>
              <a:ext cx="580555" cy="194034"/>
              <a:chOff x="4954650" y="1723670"/>
              <a:chExt cx="580555" cy="194034"/>
            </a:xfrm>
          </p:grpSpPr>
          <p:grpSp>
            <p:nvGrpSpPr>
              <p:cNvPr id="223" name="组合 107">
                <a:extLst>
                  <a:ext uri="{FF2B5EF4-FFF2-40B4-BE49-F238E27FC236}">
                    <a16:creationId xmlns:a16="http://schemas.microsoft.com/office/drawing/2014/main" xmlns="" id="{EEEEF844-E883-49FC-B5D0-67E3A6537E49}"/>
                  </a:ext>
                </a:extLst>
              </p:cNvPr>
              <p:cNvGrpSpPr>
                <a:grpSpLocks/>
              </p:cNvGrpSpPr>
              <p:nvPr/>
            </p:nvGrpSpPr>
            <p:grpSpPr bwMode="auto">
              <a:xfrm>
                <a:off x="4954650" y="1723670"/>
                <a:ext cx="577850" cy="88904"/>
                <a:chOff x="4954650" y="1739900"/>
                <a:chExt cx="577850" cy="88904"/>
              </a:xfrm>
            </p:grpSpPr>
            <p:cxnSp>
              <p:nvCxnSpPr>
                <p:cNvPr id="227" name="直接连接符 226">
                  <a:extLst>
                    <a:ext uri="{FF2B5EF4-FFF2-40B4-BE49-F238E27FC236}">
                      <a16:creationId xmlns:a16="http://schemas.microsoft.com/office/drawing/2014/main" xmlns="" id="{4D56E2A4-12CA-40B3-A128-0A768128C5D2}"/>
                    </a:ext>
                  </a:extLst>
                </p:cNvPr>
                <p:cNvCxnSpPr/>
                <p:nvPr/>
              </p:nvCxnSpPr>
              <p:spPr>
                <a:xfrm>
                  <a:off x="4954474" y="1805403"/>
                  <a:ext cx="577718" cy="1588"/>
                </a:xfrm>
                <a:prstGeom prst="line">
                  <a:avLst/>
                </a:prstGeom>
                <a:noFill/>
                <a:ln w="25400" cap="flat" cmpd="sng" algn="ctr">
                  <a:solidFill>
                    <a:sysClr val="windowText" lastClr="000000"/>
                  </a:solidFill>
                  <a:prstDash val="solid"/>
                </a:ln>
                <a:effectLst/>
              </p:spPr>
            </p:cxnSp>
            <p:sp>
              <p:nvSpPr>
                <p:cNvPr id="228" name="Oval 259">
                  <a:extLst>
                    <a:ext uri="{FF2B5EF4-FFF2-40B4-BE49-F238E27FC236}">
                      <a16:creationId xmlns:a16="http://schemas.microsoft.com/office/drawing/2014/main" xmlns="" id="{ECA64B3F-A790-4269-BD02-A1A148141603}"/>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24" name="组合 108">
                <a:extLst>
                  <a:ext uri="{FF2B5EF4-FFF2-40B4-BE49-F238E27FC236}">
                    <a16:creationId xmlns:a16="http://schemas.microsoft.com/office/drawing/2014/main" xmlns="" id="{E44D3E00-E836-4A6F-8A76-F7F546F21D7A}"/>
                  </a:ext>
                </a:extLst>
              </p:cNvPr>
              <p:cNvGrpSpPr>
                <a:grpSpLocks/>
              </p:cNvGrpSpPr>
              <p:nvPr/>
            </p:nvGrpSpPr>
            <p:grpSpPr bwMode="auto">
              <a:xfrm>
                <a:off x="4957355" y="1828800"/>
                <a:ext cx="577850" cy="88904"/>
                <a:chOff x="4954650" y="1739900"/>
                <a:chExt cx="577850" cy="88904"/>
              </a:xfrm>
            </p:grpSpPr>
            <p:cxnSp>
              <p:nvCxnSpPr>
                <p:cNvPr id="225" name="直接连接符 224">
                  <a:extLst>
                    <a:ext uri="{FF2B5EF4-FFF2-40B4-BE49-F238E27FC236}">
                      <a16:creationId xmlns:a16="http://schemas.microsoft.com/office/drawing/2014/main" xmlns="" id="{649835EF-21BB-45F9-8C62-01BB604963E0}"/>
                    </a:ext>
                  </a:extLst>
                </p:cNvPr>
                <p:cNvCxnSpPr/>
                <p:nvPr/>
              </p:nvCxnSpPr>
              <p:spPr>
                <a:xfrm>
                  <a:off x="4954944" y="1805037"/>
                  <a:ext cx="577718" cy="1588"/>
                </a:xfrm>
                <a:prstGeom prst="line">
                  <a:avLst/>
                </a:prstGeom>
                <a:noFill/>
                <a:ln w="25400" cap="flat" cmpd="sng" algn="ctr">
                  <a:solidFill>
                    <a:sysClr val="windowText" lastClr="000000"/>
                  </a:solidFill>
                  <a:prstDash val="solid"/>
                </a:ln>
                <a:effectLst/>
              </p:spPr>
            </p:cxnSp>
            <p:sp>
              <p:nvSpPr>
                <p:cNvPr id="226" name="Oval 259">
                  <a:extLst>
                    <a:ext uri="{FF2B5EF4-FFF2-40B4-BE49-F238E27FC236}">
                      <a16:creationId xmlns:a16="http://schemas.microsoft.com/office/drawing/2014/main" xmlns="" id="{33608275-1A82-4C9E-A82A-876B7F99591B}"/>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53" name="组合 196">
              <a:extLst>
                <a:ext uri="{FF2B5EF4-FFF2-40B4-BE49-F238E27FC236}">
                  <a16:creationId xmlns:a16="http://schemas.microsoft.com/office/drawing/2014/main" xmlns="" id="{4B5483E1-3F9D-4A3F-9040-5186B8F0DBAA}"/>
                </a:ext>
              </a:extLst>
            </p:cNvPr>
            <p:cNvGrpSpPr>
              <a:grpSpLocks/>
            </p:cNvGrpSpPr>
            <p:nvPr/>
          </p:nvGrpSpPr>
          <p:grpSpPr bwMode="auto">
            <a:xfrm rot="5400000">
              <a:off x="5446278" y="4377913"/>
              <a:ext cx="580555" cy="194034"/>
              <a:chOff x="4954650" y="1723670"/>
              <a:chExt cx="580555" cy="194034"/>
            </a:xfrm>
          </p:grpSpPr>
          <p:grpSp>
            <p:nvGrpSpPr>
              <p:cNvPr id="217" name="组合 107">
                <a:extLst>
                  <a:ext uri="{FF2B5EF4-FFF2-40B4-BE49-F238E27FC236}">
                    <a16:creationId xmlns:a16="http://schemas.microsoft.com/office/drawing/2014/main" xmlns="" id="{44CC6B97-D58C-4CE0-9449-65F7E0795B17}"/>
                  </a:ext>
                </a:extLst>
              </p:cNvPr>
              <p:cNvGrpSpPr>
                <a:grpSpLocks/>
              </p:cNvGrpSpPr>
              <p:nvPr/>
            </p:nvGrpSpPr>
            <p:grpSpPr bwMode="auto">
              <a:xfrm>
                <a:off x="4954650" y="1723670"/>
                <a:ext cx="577850" cy="88904"/>
                <a:chOff x="4954650" y="1739900"/>
                <a:chExt cx="577850" cy="88904"/>
              </a:xfrm>
            </p:grpSpPr>
            <p:cxnSp>
              <p:nvCxnSpPr>
                <p:cNvPr id="221" name="直接连接符 220">
                  <a:extLst>
                    <a:ext uri="{FF2B5EF4-FFF2-40B4-BE49-F238E27FC236}">
                      <a16:creationId xmlns:a16="http://schemas.microsoft.com/office/drawing/2014/main" xmlns="" id="{32E88399-FB95-4BEA-81AF-5A6731062A96}"/>
                    </a:ext>
                  </a:extLst>
                </p:cNvPr>
                <p:cNvCxnSpPr/>
                <p:nvPr/>
              </p:nvCxnSpPr>
              <p:spPr>
                <a:xfrm>
                  <a:off x="4954474" y="1783592"/>
                  <a:ext cx="577718" cy="1588"/>
                </a:xfrm>
                <a:prstGeom prst="line">
                  <a:avLst/>
                </a:prstGeom>
                <a:noFill/>
                <a:ln w="25400" cap="flat" cmpd="sng" algn="ctr">
                  <a:solidFill>
                    <a:sysClr val="windowText" lastClr="000000"/>
                  </a:solidFill>
                  <a:prstDash val="solid"/>
                </a:ln>
                <a:effectLst/>
              </p:spPr>
            </p:cxnSp>
            <p:sp>
              <p:nvSpPr>
                <p:cNvPr id="222" name="Oval 259">
                  <a:extLst>
                    <a:ext uri="{FF2B5EF4-FFF2-40B4-BE49-F238E27FC236}">
                      <a16:creationId xmlns:a16="http://schemas.microsoft.com/office/drawing/2014/main" xmlns="" id="{EE6B5B9C-22B2-435C-ABFB-54E1481A5CE9}"/>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18" name="组合 108">
                <a:extLst>
                  <a:ext uri="{FF2B5EF4-FFF2-40B4-BE49-F238E27FC236}">
                    <a16:creationId xmlns:a16="http://schemas.microsoft.com/office/drawing/2014/main" xmlns="" id="{51683F06-2CDB-43DA-AB09-7C39B41102D0}"/>
                  </a:ext>
                </a:extLst>
              </p:cNvPr>
              <p:cNvGrpSpPr>
                <a:grpSpLocks/>
              </p:cNvGrpSpPr>
              <p:nvPr/>
            </p:nvGrpSpPr>
            <p:grpSpPr bwMode="auto">
              <a:xfrm>
                <a:off x="4957355" y="1828800"/>
                <a:ext cx="577850" cy="88904"/>
                <a:chOff x="4954650" y="1739900"/>
                <a:chExt cx="577850" cy="88904"/>
              </a:xfrm>
            </p:grpSpPr>
            <p:cxnSp>
              <p:nvCxnSpPr>
                <p:cNvPr id="219" name="直接连接符 199">
                  <a:extLst>
                    <a:ext uri="{FF2B5EF4-FFF2-40B4-BE49-F238E27FC236}">
                      <a16:creationId xmlns:a16="http://schemas.microsoft.com/office/drawing/2014/main" xmlns="" id="{EC2FE5B0-A6C6-45EC-9DF9-4BD9C7A78A27}"/>
                    </a:ext>
                  </a:extLst>
                </p:cNvPr>
                <p:cNvCxnSpPr/>
                <p:nvPr/>
              </p:nvCxnSpPr>
              <p:spPr>
                <a:xfrm>
                  <a:off x="4954943" y="1784813"/>
                  <a:ext cx="577718" cy="1587"/>
                </a:xfrm>
                <a:prstGeom prst="line">
                  <a:avLst/>
                </a:prstGeom>
                <a:noFill/>
                <a:ln w="25400" cap="flat" cmpd="sng" algn="ctr">
                  <a:solidFill>
                    <a:sysClr val="windowText" lastClr="000000"/>
                  </a:solidFill>
                  <a:prstDash val="solid"/>
                </a:ln>
                <a:effectLst/>
              </p:spPr>
            </p:cxnSp>
            <p:sp>
              <p:nvSpPr>
                <p:cNvPr id="220" name="Oval 259">
                  <a:extLst>
                    <a:ext uri="{FF2B5EF4-FFF2-40B4-BE49-F238E27FC236}">
                      <a16:creationId xmlns:a16="http://schemas.microsoft.com/office/drawing/2014/main" xmlns="" id="{9E029929-00A4-4BA3-9452-9E93599A6DCE}"/>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54" name="组合 203">
              <a:extLst>
                <a:ext uri="{FF2B5EF4-FFF2-40B4-BE49-F238E27FC236}">
                  <a16:creationId xmlns:a16="http://schemas.microsoft.com/office/drawing/2014/main" xmlns="" id="{E8045845-80A7-45EA-9478-742D9290F4B0}"/>
                </a:ext>
              </a:extLst>
            </p:cNvPr>
            <p:cNvGrpSpPr>
              <a:grpSpLocks/>
            </p:cNvGrpSpPr>
            <p:nvPr/>
          </p:nvGrpSpPr>
          <p:grpSpPr bwMode="auto">
            <a:xfrm rot="5400000">
              <a:off x="6452456" y="4377913"/>
              <a:ext cx="580555" cy="194034"/>
              <a:chOff x="4954650" y="1723670"/>
              <a:chExt cx="580555" cy="194034"/>
            </a:xfrm>
          </p:grpSpPr>
          <p:grpSp>
            <p:nvGrpSpPr>
              <p:cNvPr id="211" name="组合 107">
                <a:extLst>
                  <a:ext uri="{FF2B5EF4-FFF2-40B4-BE49-F238E27FC236}">
                    <a16:creationId xmlns:a16="http://schemas.microsoft.com/office/drawing/2014/main" xmlns="" id="{0502CB42-2992-439E-AAC3-678E0EA5B81E}"/>
                  </a:ext>
                </a:extLst>
              </p:cNvPr>
              <p:cNvGrpSpPr>
                <a:grpSpLocks/>
              </p:cNvGrpSpPr>
              <p:nvPr/>
            </p:nvGrpSpPr>
            <p:grpSpPr bwMode="auto">
              <a:xfrm>
                <a:off x="4954650" y="1723670"/>
                <a:ext cx="577850" cy="88904"/>
                <a:chOff x="4954650" y="1739900"/>
                <a:chExt cx="577850" cy="88904"/>
              </a:xfrm>
            </p:grpSpPr>
            <p:cxnSp>
              <p:nvCxnSpPr>
                <p:cNvPr id="215" name="直接连接符 214">
                  <a:extLst>
                    <a:ext uri="{FF2B5EF4-FFF2-40B4-BE49-F238E27FC236}">
                      <a16:creationId xmlns:a16="http://schemas.microsoft.com/office/drawing/2014/main" xmlns="" id="{EEAFD164-00F6-49CC-BD34-8E93E1C086C7}"/>
                    </a:ext>
                  </a:extLst>
                </p:cNvPr>
                <p:cNvCxnSpPr/>
                <p:nvPr/>
              </p:nvCxnSpPr>
              <p:spPr>
                <a:xfrm>
                  <a:off x="4954474" y="1805625"/>
                  <a:ext cx="577718" cy="1588"/>
                </a:xfrm>
                <a:prstGeom prst="line">
                  <a:avLst/>
                </a:prstGeom>
                <a:noFill/>
                <a:ln w="25400" cap="flat" cmpd="sng" algn="ctr">
                  <a:solidFill>
                    <a:sysClr val="windowText" lastClr="000000"/>
                  </a:solidFill>
                  <a:prstDash val="solid"/>
                </a:ln>
                <a:effectLst/>
              </p:spPr>
            </p:cxnSp>
            <p:sp>
              <p:nvSpPr>
                <p:cNvPr id="216" name="Oval 259">
                  <a:extLst>
                    <a:ext uri="{FF2B5EF4-FFF2-40B4-BE49-F238E27FC236}">
                      <a16:creationId xmlns:a16="http://schemas.microsoft.com/office/drawing/2014/main" xmlns="" id="{4DE70A84-76EA-4CF4-80AC-23018FC0586D}"/>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nvGrpSpPr>
              <p:cNvPr id="212" name="组合 108">
                <a:extLst>
                  <a:ext uri="{FF2B5EF4-FFF2-40B4-BE49-F238E27FC236}">
                    <a16:creationId xmlns:a16="http://schemas.microsoft.com/office/drawing/2014/main" xmlns="" id="{4388B43B-81B9-476F-A82D-12885FCE551B}"/>
                  </a:ext>
                </a:extLst>
              </p:cNvPr>
              <p:cNvGrpSpPr>
                <a:grpSpLocks/>
              </p:cNvGrpSpPr>
              <p:nvPr/>
            </p:nvGrpSpPr>
            <p:grpSpPr bwMode="auto">
              <a:xfrm>
                <a:off x="4957355" y="1828800"/>
                <a:ext cx="577850" cy="88904"/>
                <a:chOff x="4954650" y="1739900"/>
                <a:chExt cx="577850" cy="88904"/>
              </a:xfrm>
            </p:grpSpPr>
            <p:cxnSp>
              <p:nvCxnSpPr>
                <p:cNvPr id="213" name="直接连接符 212">
                  <a:extLst>
                    <a:ext uri="{FF2B5EF4-FFF2-40B4-BE49-F238E27FC236}">
                      <a16:creationId xmlns:a16="http://schemas.microsoft.com/office/drawing/2014/main" xmlns="" id="{7DD792FB-4D6E-48D3-98BC-77EBBD4DC0E5}"/>
                    </a:ext>
                  </a:extLst>
                </p:cNvPr>
                <p:cNvCxnSpPr/>
                <p:nvPr/>
              </p:nvCxnSpPr>
              <p:spPr>
                <a:xfrm>
                  <a:off x="4954944" y="1805259"/>
                  <a:ext cx="577718" cy="1588"/>
                </a:xfrm>
                <a:prstGeom prst="line">
                  <a:avLst/>
                </a:prstGeom>
                <a:noFill/>
                <a:ln w="25400" cap="flat" cmpd="sng" algn="ctr">
                  <a:solidFill>
                    <a:sysClr val="windowText" lastClr="000000"/>
                  </a:solidFill>
                  <a:prstDash val="solid"/>
                </a:ln>
                <a:effectLst/>
              </p:spPr>
            </p:cxnSp>
            <p:sp>
              <p:nvSpPr>
                <p:cNvPr id="214" name="Oval 259">
                  <a:extLst>
                    <a:ext uri="{FF2B5EF4-FFF2-40B4-BE49-F238E27FC236}">
                      <a16:creationId xmlns:a16="http://schemas.microsoft.com/office/drawing/2014/main" xmlns="" id="{F8E1CCD2-D444-4D23-A07A-C68B229CF5C5}"/>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grpSp>
        <p:grpSp>
          <p:nvGrpSpPr>
            <p:cNvPr id="155" name="组合 210">
              <a:extLst>
                <a:ext uri="{FF2B5EF4-FFF2-40B4-BE49-F238E27FC236}">
                  <a16:creationId xmlns:a16="http://schemas.microsoft.com/office/drawing/2014/main" xmlns="" id="{4C1A3D70-A9EE-4FE7-93BA-AD323B8923C6}"/>
                </a:ext>
              </a:extLst>
            </p:cNvPr>
            <p:cNvGrpSpPr>
              <a:grpSpLocks/>
            </p:cNvGrpSpPr>
            <p:nvPr/>
          </p:nvGrpSpPr>
          <p:grpSpPr bwMode="auto">
            <a:xfrm rot="5400000">
              <a:off x="7540690" y="4443796"/>
              <a:ext cx="580555" cy="151168"/>
              <a:chOff x="4954650" y="1723670"/>
              <a:chExt cx="580555" cy="151168"/>
            </a:xfrm>
          </p:grpSpPr>
          <p:grpSp>
            <p:nvGrpSpPr>
              <p:cNvPr id="207" name="组合 107">
                <a:extLst>
                  <a:ext uri="{FF2B5EF4-FFF2-40B4-BE49-F238E27FC236}">
                    <a16:creationId xmlns:a16="http://schemas.microsoft.com/office/drawing/2014/main" xmlns="" id="{717420FE-BEBF-49E0-B944-4AB643DC0E63}"/>
                  </a:ext>
                </a:extLst>
              </p:cNvPr>
              <p:cNvGrpSpPr>
                <a:grpSpLocks/>
              </p:cNvGrpSpPr>
              <p:nvPr/>
            </p:nvGrpSpPr>
            <p:grpSpPr bwMode="auto">
              <a:xfrm>
                <a:off x="4954650" y="1723670"/>
                <a:ext cx="577850" cy="88904"/>
                <a:chOff x="4954650" y="1739900"/>
                <a:chExt cx="577850" cy="88904"/>
              </a:xfrm>
            </p:grpSpPr>
            <p:cxnSp>
              <p:nvCxnSpPr>
                <p:cNvPr id="209" name="直接连接符 208">
                  <a:extLst>
                    <a:ext uri="{FF2B5EF4-FFF2-40B4-BE49-F238E27FC236}">
                      <a16:creationId xmlns:a16="http://schemas.microsoft.com/office/drawing/2014/main" xmlns="" id="{ABACFA34-E311-4288-9F37-E083131EFF9C}"/>
                    </a:ext>
                  </a:extLst>
                </p:cNvPr>
                <p:cNvCxnSpPr/>
                <p:nvPr/>
              </p:nvCxnSpPr>
              <p:spPr>
                <a:xfrm>
                  <a:off x="4954464" y="1785103"/>
                  <a:ext cx="577718" cy="1587"/>
                </a:xfrm>
                <a:prstGeom prst="line">
                  <a:avLst/>
                </a:prstGeom>
                <a:noFill/>
                <a:ln w="25400" cap="flat" cmpd="sng" algn="ctr">
                  <a:solidFill>
                    <a:sysClr val="windowText" lastClr="000000"/>
                  </a:solidFill>
                  <a:prstDash val="solid"/>
                </a:ln>
                <a:effectLst/>
              </p:spPr>
            </p:cxnSp>
            <p:sp>
              <p:nvSpPr>
                <p:cNvPr id="210" name="Oval 259">
                  <a:extLst>
                    <a:ext uri="{FF2B5EF4-FFF2-40B4-BE49-F238E27FC236}">
                      <a16:creationId xmlns:a16="http://schemas.microsoft.com/office/drawing/2014/main" xmlns="" id="{460EDD6E-F2D0-4F11-86FF-DCF0CC654A85}"/>
                    </a:ext>
                  </a:extLst>
                </p:cNvPr>
                <p:cNvSpPr>
                  <a:spLocks noChangeArrowheads="1"/>
                </p:cNvSpPr>
                <p:nvPr/>
              </p:nvSpPr>
              <p:spPr bwMode="auto">
                <a:xfrm flipH="1" flipV="1">
                  <a:off x="5194300" y="1739900"/>
                  <a:ext cx="86681" cy="88904"/>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grpSp>
          <p:cxnSp>
            <p:nvCxnSpPr>
              <p:cNvPr id="208" name="直接连接符 207">
                <a:extLst>
                  <a:ext uri="{FF2B5EF4-FFF2-40B4-BE49-F238E27FC236}">
                    <a16:creationId xmlns:a16="http://schemas.microsoft.com/office/drawing/2014/main" xmlns="" id="{8702D50D-3BA1-4059-8A05-2A7E6887F26D}"/>
                  </a:ext>
                </a:extLst>
              </p:cNvPr>
              <p:cNvCxnSpPr/>
              <p:nvPr/>
            </p:nvCxnSpPr>
            <p:spPr>
              <a:xfrm>
                <a:off x="4957638" y="1873638"/>
                <a:ext cx="577718" cy="1587"/>
              </a:xfrm>
              <a:prstGeom prst="line">
                <a:avLst/>
              </a:prstGeom>
              <a:noFill/>
              <a:ln w="25400" cap="flat" cmpd="sng" algn="ctr">
                <a:solidFill>
                  <a:sysClr val="windowText" lastClr="000000"/>
                </a:solidFill>
                <a:prstDash val="solid"/>
              </a:ln>
              <a:effectLst/>
            </p:spPr>
          </p:cxnSp>
        </p:grpSp>
        <p:grpSp>
          <p:nvGrpSpPr>
            <p:cNvPr id="156" name="组合 215">
              <a:extLst>
                <a:ext uri="{FF2B5EF4-FFF2-40B4-BE49-F238E27FC236}">
                  <a16:creationId xmlns:a16="http://schemas.microsoft.com/office/drawing/2014/main" xmlns="" id="{01F073A2-58A3-42F0-912A-6170A3CDB604}"/>
                </a:ext>
              </a:extLst>
            </p:cNvPr>
            <p:cNvGrpSpPr>
              <a:grpSpLocks/>
            </p:cNvGrpSpPr>
            <p:nvPr/>
          </p:nvGrpSpPr>
          <p:grpSpPr bwMode="auto">
            <a:xfrm>
              <a:off x="4600591" y="1381594"/>
              <a:ext cx="133330" cy="224956"/>
              <a:chOff x="2259016" y="2006601"/>
              <a:chExt cx="106718" cy="580555"/>
            </a:xfrm>
          </p:grpSpPr>
          <p:cxnSp>
            <p:nvCxnSpPr>
              <p:cNvPr id="205" name="直接连接符 204">
                <a:extLst>
                  <a:ext uri="{FF2B5EF4-FFF2-40B4-BE49-F238E27FC236}">
                    <a16:creationId xmlns:a16="http://schemas.microsoft.com/office/drawing/2014/main" xmlns="" id="{284DD3E5-1915-44ED-A429-4C4E7F0156D0}"/>
                  </a:ext>
                </a:extLst>
              </p:cNvPr>
              <p:cNvCxnSpPr/>
              <p:nvPr/>
            </p:nvCxnSpPr>
            <p:spPr>
              <a:xfrm rot="5400000">
                <a:off x="2076638" y="2294733"/>
                <a:ext cx="577536" cy="1270"/>
              </a:xfrm>
              <a:prstGeom prst="line">
                <a:avLst/>
              </a:prstGeom>
              <a:noFill/>
              <a:ln w="25400" cap="flat" cmpd="sng" algn="ctr">
                <a:solidFill>
                  <a:sysClr val="windowText" lastClr="000000"/>
                </a:solidFill>
                <a:prstDash val="solid"/>
              </a:ln>
              <a:effectLst/>
            </p:spPr>
          </p:cxnSp>
          <p:cxnSp>
            <p:nvCxnSpPr>
              <p:cNvPr id="206" name="直接连接符 205">
                <a:extLst>
                  <a:ext uri="{FF2B5EF4-FFF2-40B4-BE49-F238E27FC236}">
                    <a16:creationId xmlns:a16="http://schemas.microsoft.com/office/drawing/2014/main" xmlns="" id="{F7558FF5-B9E8-41C0-AA34-81A42867FD8C}"/>
                  </a:ext>
                </a:extLst>
              </p:cNvPr>
              <p:cNvCxnSpPr/>
              <p:nvPr/>
            </p:nvCxnSpPr>
            <p:spPr>
              <a:xfrm rot="5400000">
                <a:off x="1971186" y="2298831"/>
                <a:ext cx="577534" cy="1271"/>
              </a:xfrm>
              <a:prstGeom prst="line">
                <a:avLst/>
              </a:prstGeom>
              <a:noFill/>
              <a:ln w="25400" cap="flat" cmpd="sng" algn="ctr">
                <a:solidFill>
                  <a:sysClr val="windowText" lastClr="000000"/>
                </a:solidFill>
                <a:prstDash val="solid"/>
              </a:ln>
              <a:effectLst/>
            </p:spPr>
          </p:cxnSp>
        </p:grpSp>
        <p:grpSp>
          <p:nvGrpSpPr>
            <p:cNvPr id="157" name="组合 218">
              <a:extLst>
                <a:ext uri="{FF2B5EF4-FFF2-40B4-BE49-F238E27FC236}">
                  <a16:creationId xmlns:a16="http://schemas.microsoft.com/office/drawing/2014/main" xmlns="" id="{2EBAD708-F4EC-452F-B243-4826C2A91C0A}"/>
                </a:ext>
              </a:extLst>
            </p:cNvPr>
            <p:cNvGrpSpPr>
              <a:grpSpLocks/>
            </p:cNvGrpSpPr>
            <p:nvPr/>
          </p:nvGrpSpPr>
          <p:grpSpPr bwMode="auto">
            <a:xfrm>
              <a:off x="5667391" y="1384300"/>
              <a:ext cx="133330" cy="224956"/>
              <a:chOff x="2259016" y="2006601"/>
              <a:chExt cx="106718" cy="580555"/>
            </a:xfrm>
          </p:grpSpPr>
          <p:cxnSp>
            <p:nvCxnSpPr>
              <p:cNvPr id="203" name="直接连接符 202">
                <a:extLst>
                  <a:ext uri="{FF2B5EF4-FFF2-40B4-BE49-F238E27FC236}">
                    <a16:creationId xmlns:a16="http://schemas.microsoft.com/office/drawing/2014/main" xmlns="" id="{B7324084-1264-4917-BB46-3EFD16B6F249}"/>
                  </a:ext>
                </a:extLst>
              </p:cNvPr>
              <p:cNvCxnSpPr/>
              <p:nvPr/>
            </p:nvCxnSpPr>
            <p:spPr>
              <a:xfrm rot="5400000">
                <a:off x="2078596" y="2293892"/>
                <a:ext cx="573439" cy="1270"/>
              </a:xfrm>
              <a:prstGeom prst="line">
                <a:avLst/>
              </a:prstGeom>
              <a:noFill/>
              <a:ln w="25400" cap="flat" cmpd="sng" algn="ctr">
                <a:solidFill>
                  <a:sysClr val="windowText" lastClr="000000"/>
                </a:solidFill>
                <a:prstDash val="solid"/>
              </a:ln>
              <a:effectLst/>
            </p:spPr>
          </p:cxnSp>
          <p:cxnSp>
            <p:nvCxnSpPr>
              <p:cNvPr id="204" name="直接连接符 203">
                <a:extLst>
                  <a:ext uri="{FF2B5EF4-FFF2-40B4-BE49-F238E27FC236}">
                    <a16:creationId xmlns:a16="http://schemas.microsoft.com/office/drawing/2014/main" xmlns="" id="{D430E840-2B4F-42B8-886B-9EC757838A79}"/>
                  </a:ext>
                </a:extLst>
              </p:cNvPr>
              <p:cNvCxnSpPr/>
              <p:nvPr/>
            </p:nvCxnSpPr>
            <p:spPr>
              <a:xfrm rot="5400000">
                <a:off x="1973143" y="2297990"/>
                <a:ext cx="573439" cy="1271"/>
              </a:xfrm>
              <a:prstGeom prst="line">
                <a:avLst/>
              </a:prstGeom>
              <a:noFill/>
              <a:ln w="25400" cap="flat" cmpd="sng" algn="ctr">
                <a:solidFill>
                  <a:sysClr val="windowText" lastClr="000000"/>
                </a:solidFill>
                <a:prstDash val="solid"/>
              </a:ln>
              <a:effectLst/>
            </p:spPr>
          </p:cxnSp>
        </p:grpSp>
        <p:grpSp>
          <p:nvGrpSpPr>
            <p:cNvPr id="158" name="组合 221">
              <a:extLst>
                <a:ext uri="{FF2B5EF4-FFF2-40B4-BE49-F238E27FC236}">
                  <a16:creationId xmlns:a16="http://schemas.microsoft.com/office/drawing/2014/main" xmlns="" id="{20FF05C0-8B54-4DB9-AE74-F8127BDA17FD}"/>
                </a:ext>
              </a:extLst>
            </p:cNvPr>
            <p:cNvGrpSpPr>
              <a:grpSpLocks/>
            </p:cNvGrpSpPr>
            <p:nvPr/>
          </p:nvGrpSpPr>
          <p:grpSpPr bwMode="auto">
            <a:xfrm>
              <a:off x="6689741" y="1384300"/>
              <a:ext cx="133330" cy="224956"/>
              <a:chOff x="2259016" y="2006601"/>
              <a:chExt cx="106718" cy="580555"/>
            </a:xfrm>
          </p:grpSpPr>
          <p:cxnSp>
            <p:nvCxnSpPr>
              <p:cNvPr id="201" name="直接连接符 200">
                <a:extLst>
                  <a:ext uri="{FF2B5EF4-FFF2-40B4-BE49-F238E27FC236}">
                    <a16:creationId xmlns:a16="http://schemas.microsoft.com/office/drawing/2014/main" xmlns="" id="{54ED2979-022F-4B8B-8ADB-0722279A0183}"/>
                  </a:ext>
                </a:extLst>
              </p:cNvPr>
              <p:cNvCxnSpPr/>
              <p:nvPr/>
            </p:nvCxnSpPr>
            <p:spPr>
              <a:xfrm rot="5400000">
                <a:off x="2078509" y="2293892"/>
                <a:ext cx="573439" cy="1270"/>
              </a:xfrm>
              <a:prstGeom prst="line">
                <a:avLst/>
              </a:prstGeom>
              <a:noFill/>
              <a:ln w="25400" cap="flat" cmpd="sng" algn="ctr">
                <a:solidFill>
                  <a:sysClr val="windowText" lastClr="000000"/>
                </a:solidFill>
                <a:prstDash val="solid"/>
              </a:ln>
              <a:effectLst/>
            </p:spPr>
          </p:cxnSp>
          <p:cxnSp>
            <p:nvCxnSpPr>
              <p:cNvPr id="202" name="直接连接符 201">
                <a:extLst>
                  <a:ext uri="{FF2B5EF4-FFF2-40B4-BE49-F238E27FC236}">
                    <a16:creationId xmlns:a16="http://schemas.microsoft.com/office/drawing/2014/main" xmlns="" id="{9142C3C4-958D-4697-9A4E-2564C3D119CE}"/>
                  </a:ext>
                </a:extLst>
              </p:cNvPr>
              <p:cNvCxnSpPr/>
              <p:nvPr/>
            </p:nvCxnSpPr>
            <p:spPr>
              <a:xfrm rot="5400000">
                <a:off x="1973056" y="2297990"/>
                <a:ext cx="573439" cy="1271"/>
              </a:xfrm>
              <a:prstGeom prst="line">
                <a:avLst/>
              </a:prstGeom>
              <a:noFill/>
              <a:ln w="25400" cap="flat" cmpd="sng" algn="ctr">
                <a:solidFill>
                  <a:sysClr val="windowText" lastClr="000000"/>
                </a:solidFill>
                <a:prstDash val="solid"/>
              </a:ln>
              <a:effectLst/>
            </p:spPr>
          </p:cxnSp>
        </p:grpSp>
        <p:grpSp>
          <p:nvGrpSpPr>
            <p:cNvPr id="159" name="组合 224">
              <a:extLst>
                <a:ext uri="{FF2B5EF4-FFF2-40B4-BE49-F238E27FC236}">
                  <a16:creationId xmlns:a16="http://schemas.microsoft.com/office/drawing/2014/main" xmlns="" id="{D42936D5-C102-4096-9670-222AEC8DC6C7}"/>
                </a:ext>
              </a:extLst>
            </p:cNvPr>
            <p:cNvGrpSpPr>
              <a:grpSpLocks/>
            </p:cNvGrpSpPr>
            <p:nvPr/>
          </p:nvGrpSpPr>
          <p:grpSpPr bwMode="auto">
            <a:xfrm>
              <a:off x="7712091" y="1384300"/>
              <a:ext cx="133330" cy="224956"/>
              <a:chOff x="2259016" y="2006601"/>
              <a:chExt cx="106718" cy="580555"/>
            </a:xfrm>
          </p:grpSpPr>
          <p:cxnSp>
            <p:nvCxnSpPr>
              <p:cNvPr id="199" name="直接连接符 198">
                <a:extLst>
                  <a:ext uri="{FF2B5EF4-FFF2-40B4-BE49-F238E27FC236}">
                    <a16:creationId xmlns:a16="http://schemas.microsoft.com/office/drawing/2014/main" xmlns="" id="{24F7DA3A-B420-4561-BC6D-8E651B9A9469}"/>
                  </a:ext>
                </a:extLst>
              </p:cNvPr>
              <p:cNvCxnSpPr/>
              <p:nvPr/>
            </p:nvCxnSpPr>
            <p:spPr>
              <a:xfrm rot="5400000">
                <a:off x="2078422" y="2293892"/>
                <a:ext cx="573439" cy="1270"/>
              </a:xfrm>
              <a:prstGeom prst="line">
                <a:avLst/>
              </a:prstGeom>
              <a:noFill/>
              <a:ln w="25400" cap="flat" cmpd="sng" algn="ctr">
                <a:solidFill>
                  <a:sysClr val="windowText" lastClr="000000"/>
                </a:solidFill>
                <a:prstDash val="solid"/>
              </a:ln>
              <a:effectLst/>
            </p:spPr>
          </p:cxnSp>
          <p:cxnSp>
            <p:nvCxnSpPr>
              <p:cNvPr id="200" name="直接连接符 199">
                <a:extLst>
                  <a:ext uri="{FF2B5EF4-FFF2-40B4-BE49-F238E27FC236}">
                    <a16:creationId xmlns:a16="http://schemas.microsoft.com/office/drawing/2014/main" xmlns="" id="{B6B3DF7C-5235-4805-A32C-BF5939A643A5}"/>
                  </a:ext>
                </a:extLst>
              </p:cNvPr>
              <p:cNvCxnSpPr/>
              <p:nvPr/>
            </p:nvCxnSpPr>
            <p:spPr>
              <a:xfrm rot="5400000">
                <a:off x="1972970" y="2297990"/>
                <a:ext cx="573439" cy="1271"/>
              </a:xfrm>
              <a:prstGeom prst="line">
                <a:avLst/>
              </a:prstGeom>
              <a:noFill/>
              <a:ln w="25400" cap="flat" cmpd="sng" algn="ctr">
                <a:solidFill>
                  <a:sysClr val="windowText" lastClr="000000"/>
                </a:solidFill>
                <a:prstDash val="solid"/>
              </a:ln>
              <a:effectLst/>
            </p:spPr>
          </p:cxnSp>
        </p:grpSp>
        <p:grpSp>
          <p:nvGrpSpPr>
            <p:cNvPr id="160" name="组合 227">
              <a:extLst>
                <a:ext uri="{FF2B5EF4-FFF2-40B4-BE49-F238E27FC236}">
                  <a16:creationId xmlns:a16="http://schemas.microsoft.com/office/drawing/2014/main" xmlns="" id="{ABA603CB-342E-413F-A7E5-D3CFBF47FD9D}"/>
                </a:ext>
              </a:extLst>
            </p:cNvPr>
            <p:cNvGrpSpPr>
              <a:grpSpLocks/>
            </p:cNvGrpSpPr>
            <p:nvPr/>
          </p:nvGrpSpPr>
          <p:grpSpPr bwMode="auto">
            <a:xfrm>
              <a:off x="4600591" y="5207000"/>
              <a:ext cx="133330" cy="224956"/>
              <a:chOff x="2259016" y="2006601"/>
              <a:chExt cx="106718" cy="580555"/>
            </a:xfrm>
          </p:grpSpPr>
          <p:cxnSp>
            <p:nvCxnSpPr>
              <p:cNvPr id="197" name="直接连接符 196">
                <a:extLst>
                  <a:ext uri="{FF2B5EF4-FFF2-40B4-BE49-F238E27FC236}">
                    <a16:creationId xmlns:a16="http://schemas.microsoft.com/office/drawing/2014/main" xmlns="" id="{62281BA7-63A8-4778-90D4-3CFD835FBEE2}"/>
                  </a:ext>
                </a:extLst>
              </p:cNvPr>
              <p:cNvCxnSpPr/>
              <p:nvPr/>
            </p:nvCxnSpPr>
            <p:spPr>
              <a:xfrm rot="5400000">
                <a:off x="2076638" y="2293683"/>
                <a:ext cx="577536" cy="1270"/>
              </a:xfrm>
              <a:prstGeom prst="line">
                <a:avLst/>
              </a:prstGeom>
              <a:noFill/>
              <a:ln w="25400" cap="flat" cmpd="sng" algn="ctr">
                <a:solidFill>
                  <a:sysClr val="windowText" lastClr="000000"/>
                </a:solidFill>
                <a:prstDash val="solid"/>
              </a:ln>
              <a:effectLst/>
            </p:spPr>
          </p:cxnSp>
          <p:cxnSp>
            <p:nvCxnSpPr>
              <p:cNvPr id="198" name="直接连接符 197">
                <a:extLst>
                  <a:ext uri="{FF2B5EF4-FFF2-40B4-BE49-F238E27FC236}">
                    <a16:creationId xmlns:a16="http://schemas.microsoft.com/office/drawing/2014/main" xmlns="" id="{7ABD0E12-49E1-4DE1-8862-6E2735C7A9AF}"/>
                  </a:ext>
                </a:extLst>
              </p:cNvPr>
              <p:cNvCxnSpPr/>
              <p:nvPr/>
            </p:nvCxnSpPr>
            <p:spPr>
              <a:xfrm rot="5400000">
                <a:off x="1971186" y="2297781"/>
                <a:ext cx="577534" cy="1271"/>
              </a:xfrm>
              <a:prstGeom prst="line">
                <a:avLst/>
              </a:prstGeom>
              <a:noFill/>
              <a:ln w="25400" cap="flat" cmpd="sng" algn="ctr">
                <a:solidFill>
                  <a:sysClr val="windowText" lastClr="000000"/>
                </a:solidFill>
                <a:prstDash val="solid"/>
              </a:ln>
              <a:effectLst/>
            </p:spPr>
          </p:cxnSp>
        </p:grpSp>
        <p:grpSp>
          <p:nvGrpSpPr>
            <p:cNvPr id="161" name="组合 230">
              <a:extLst>
                <a:ext uri="{FF2B5EF4-FFF2-40B4-BE49-F238E27FC236}">
                  <a16:creationId xmlns:a16="http://schemas.microsoft.com/office/drawing/2014/main" xmlns="" id="{E2CC81E0-517C-488B-A094-64C9C875BB94}"/>
                </a:ext>
              </a:extLst>
            </p:cNvPr>
            <p:cNvGrpSpPr>
              <a:grpSpLocks/>
            </p:cNvGrpSpPr>
            <p:nvPr/>
          </p:nvGrpSpPr>
          <p:grpSpPr bwMode="auto">
            <a:xfrm>
              <a:off x="5711841" y="5251450"/>
              <a:ext cx="133330" cy="224956"/>
              <a:chOff x="2259016" y="2006601"/>
              <a:chExt cx="106718" cy="580555"/>
            </a:xfrm>
          </p:grpSpPr>
          <p:cxnSp>
            <p:nvCxnSpPr>
              <p:cNvPr id="195" name="直接连接符 194">
                <a:extLst>
                  <a:ext uri="{FF2B5EF4-FFF2-40B4-BE49-F238E27FC236}">
                    <a16:creationId xmlns:a16="http://schemas.microsoft.com/office/drawing/2014/main" xmlns="" id="{B44A24F0-0CCE-4FAE-8976-2D1DC4222AEF}"/>
                  </a:ext>
                </a:extLst>
              </p:cNvPr>
              <p:cNvCxnSpPr/>
              <p:nvPr/>
            </p:nvCxnSpPr>
            <p:spPr>
              <a:xfrm rot="5400000">
                <a:off x="2076543" y="2293657"/>
                <a:ext cx="577536" cy="1270"/>
              </a:xfrm>
              <a:prstGeom prst="line">
                <a:avLst/>
              </a:prstGeom>
              <a:noFill/>
              <a:ln w="25400" cap="flat" cmpd="sng" algn="ctr">
                <a:solidFill>
                  <a:sysClr val="windowText" lastClr="000000"/>
                </a:solidFill>
                <a:prstDash val="solid"/>
              </a:ln>
              <a:effectLst/>
            </p:spPr>
          </p:cxnSp>
          <p:cxnSp>
            <p:nvCxnSpPr>
              <p:cNvPr id="196" name="直接连接符 195">
                <a:extLst>
                  <a:ext uri="{FF2B5EF4-FFF2-40B4-BE49-F238E27FC236}">
                    <a16:creationId xmlns:a16="http://schemas.microsoft.com/office/drawing/2014/main" xmlns="" id="{50D219DF-562A-41D6-A7A3-815A192BC4E2}"/>
                  </a:ext>
                </a:extLst>
              </p:cNvPr>
              <p:cNvCxnSpPr/>
              <p:nvPr/>
            </p:nvCxnSpPr>
            <p:spPr>
              <a:xfrm rot="5400000">
                <a:off x="1971092" y="2297755"/>
                <a:ext cx="577534" cy="1271"/>
              </a:xfrm>
              <a:prstGeom prst="line">
                <a:avLst/>
              </a:prstGeom>
              <a:noFill/>
              <a:ln w="25400" cap="flat" cmpd="sng" algn="ctr">
                <a:solidFill>
                  <a:sysClr val="windowText" lastClr="000000"/>
                </a:solidFill>
                <a:prstDash val="solid"/>
              </a:ln>
              <a:effectLst/>
            </p:spPr>
          </p:cxnSp>
        </p:grpSp>
        <p:grpSp>
          <p:nvGrpSpPr>
            <p:cNvPr id="162" name="组合 233">
              <a:extLst>
                <a:ext uri="{FF2B5EF4-FFF2-40B4-BE49-F238E27FC236}">
                  <a16:creationId xmlns:a16="http://schemas.microsoft.com/office/drawing/2014/main" xmlns="" id="{BD8AFB78-DA66-4C5D-BD04-DCA764FD3601}"/>
                </a:ext>
              </a:extLst>
            </p:cNvPr>
            <p:cNvGrpSpPr>
              <a:grpSpLocks/>
            </p:cNvGrpSpPr>
            <p:nvPr/>
          </p:nvGrpSpPr>
          <p:grpSpPr bwMode="auto">
            <a:xfrm>
              <a:off x="6689741" y="5251450"/>
              <a:ext cx="133330" cy="224956"/>
              <a:chOff x="2259016" y="2006601"/>
              <a:chExt cx="106718" cy="580555"/>
            </a:xfrm>
          </p:grpSpPr>
          <p:cxnSp>
            <p:nvCxnSpPr>
              <p:cNvPr id="193" name="直接连接符 192">
                <a:extLst>
                  <a:ext uri="{FF2B5EF4-FFF2-40B4-BE49-F238E27FC236}">
                    <a16:creationId xmlns:a16="http://schemas.microsoft.com/office/drawing/2014/main" xmlns="" id="{7691C0A7-E8F0-48DF-8822-1BFA4BE88959}"/>
                  </a:ext>
                </a:extLst>
              </p:cNvPr>
              <p:cNvCxnSpPr/>
              <p:nvPr/>
            </p:nvCxnSpPr>
            <p:spPr>
              <a:xfrm rot="5400000">
                <a:off x="2076460" y="2293657"/>
                <a:ext cx="577536" cy="1270"/>
              </a:xfrm>
              <a:prstGeom prst="line">
                <a:avLst/>
              </a:prstGeom>
              <a:noFill/>
              <a:ln w="25400" cap="flat" cmpd="sng" algn="ctr">
                <a:solidFill>
                  <a:sysClr val="windowText" lastClr="000000"/>
                </a:solidFill>
                <a:prstDash val="solid"/>
              </a:ln>
              <a:effectLst/>
            </p:spPr>
          </p:cxnSp>
          <p:cxnSp>
            <p:nvCxnSpPr>
              <p:cNvPr id="194" name="直接连接符 193">
                <a:extLst>
                  <a:ext uri="{FF2B5EF4-FFF2-40B4-BE49-F238E27FC236}">
                    <a16:creationId xmlns:a16="http://schemas.microsoft.com/office/drawing/2014/main" xmlns="" id="{50998FD4-CE12-4051-BB9C-A0072E57D939}"/>
                  </a:ext>
                </a:extLst>
              </p:cNvPr>
              <p:cNvCxnSpPr/>
              <p:nvPr/>
            </p:nvCxnSpPr>
            <p:spPr>
              <a:xfrm rot="5400000">
                <a:off x="1971008" y="2297755"/>
                <a:ext cx="577534" cy="1271"/>
              </a:xfrm>
              <a:prstGeom prst="line">
                <a:avLst/>
              </a:prstGeom>
              <a:noFill/>
              <a:ln w="25400" cap="flat" cmpd="sng" algn="ctr">
                <a:solidFill>
                  <a:sysClr val="windowText" lastClr="000000"/>
                </a:solidFill>
                <a:prstDash val="solid"/>
              </a:ln>
              <a:effectLst/>
            </p:spPr>
          </p:cxnSp>
        </p:grpSp>
        <p:grpSp>
          <p:nvGrpSpPr>
            <p:cNvPr id="163" name="组合 236">
              <a:extLst>
                <a:ext uri="{FF2B5EF4-FFF2-40B4-BE49-F238E27FC236}">
                  <a16:creationId xmlns:a16="http://schemas.microsoft.com/office/drawing/2014/main" xmlns="" id="{25FDBCFB-B2C0-49EA-99CE-8BCE28ADF660}"/>
                </a:ext>
              </a:extLst>
            </p:cNvPr>
            <p:cNvGrpSpPr>
              <a:grpSpLocks/>
            </p:cNvGrpSpPr>
            <p:nvPr/>
          </p:nvGrpSpPr>
          <p:grpSpPr bwMode="auto">
            <a:xfrm>
              <a:off x="7756541" y="5251450"/>
              <a:ext cx="133330" cy="224956"/>
              <a:chOff x="2259016" y="2006601"/>
              <a:chExt cx="106718" cy="580555"/>
            </a:xfrm>
          </p:grpSpPr>
          <p:cxnSp>
            <p:nvCxnSpPr>
              <p:cNvPr id="191" name="直接连接符 190">
                <a:extLst>
                  <a:ext uri="{FF2B5EF4-FFF2-40B4-BE49-F238E27FC236}">
                    <a16:creationId xmlns:a16="http://schemas.microsoft.com/office/drawing/2014/main" xmlns="" id="{AECCBF98-2474-44AF-B22A-5527930140EB}"/>
                  </a:ext>
                </a:extLst>
              </p:cNvPr>
              <p:cNvCxnSpPr/>
              <p:nvPr/>
            </p:nvCxnSpPr>
            <p:spPr>
              <a:xfrm rot="5400000">
                <a:off x="2076370" y="2293657"/>
                <a:ext cx="577536" cy="1270"/>
              </a:xfrm>
              <a:prstGeom prst="line">
                <a:avLst/>
              </a:prstGeom>
              <a:noFill/>
              <a:ln w="25400" cap="flat" cmpd="sng" algn="ctr">
                <a:solidFill>
                  <a:sysClr val="windowText" lastClr="000000"/>
                </a:solidFill>
                <a:prstDash val="solid"/>
              </a:ln>
              <a:effectLst/>
            </p:spPr>
          </p:cxnSp>
          <p:cxnSp>
            <p:nvCxnSpPr>
              <p:cNvPr id="192" name="直接连接符 191">
                <a:extLst>
                  <a:ext uri="{FF2B5EF4-FFF2-40B4-BE49-F238E27FC236}">
                    <a16:creationId xmlns:a16="http://schemas.microsoft.com/office/drawing/2014/main" xmlns="" id="{24E1E84F-91BA-450D-A8E4-E65E7BC1B501}"/>
                  </a:ext>
                </a:extLst>
              </p:cNvPr>
              <p:cNvCxnSpPr/>
              <p:nvPr/>
            </p:nvCxnSpPr>
            <p:spPr>
              <a:xfrm rot="5400000">
                <a:off x="1970918" y="2297755"/>
                <a:ext cx="577534" cy="1271"/>
              </a:xfrm>
              <a:prstGeom prst="line">
                <a:avLst/>
              </a:prstGeom>
              <a:noFill/>
              <a:ln w="25400" cap="flat" cmpd="sng" algn="ctr">
                <a:solidFill>
                  <a:sysClr val="windowText" lastClr="000000"/>
                </a:solidFill>
                <a:prstDash val="solid"/>
              </a:ln>
              <a:effectLst/>
            </p:spPr>
          </p:cxnSp>
        </p:grpSp>
        <p:grpSp>
          <p:nvGrpSpPr>
            <p:cNvPr id="164" name="组合 239">
              <a:extLst>
                <a:ext uri="{FF2B5EF4-FFF2-40B4-BE49-F238E27FC236}">
                  <a16:creationId xmlns:a16="http://schemas.microsoft.com/office/drawing/2014/main" xmlns="" id="{9E212879-4C84-4538-B8CD-2A8A5D786AFA}"/>
                </a:ext>
              </a:extLst>
            </p:cNvPr>
            <p:cNvGrpSpPr>
              <a:grpSpLocks/>
            </p:cNvGrpSpPr>
            <p:nvPr/>
          </p:nvGrpSpPr>
          <p:grpSpPr bwMode="auto">
            <a:xfrm>
              <a:off x="4156515" y="3873500"/>
              <a:ext cx="261250" cy="106718"/>
              <a:chOff x="4954650" y="1768120"/>
              <a:chExt cx="580555" cy="106718"/>
            </a:xfrm>
          </p:grpSpPr>
          <p:cxnSp>
            <p:nvCxnSpPr>
              <p:cNvPr id="189" name="直接连接符 188">
                <a:extLst>
                  <a:ext uri="{FF2B5EF4-FFF2-40B4-BE49-F238E27FC236}">
                    <a16:creationId xmlns:a16="http://schemas.microsoft.com/office/drawing/2014/main" xmlns="" id="{4D6C1AB1-D9B9-4497-A7BE-C5E6AAF7522C}"/>
                  </a:ext>
                </a:extLst>
              </p:cNvPr>
              <p:cNvCxnSpPr/>
              <p:nvPr/>
            </p:nvCxnSpPr>
            <p:spPr>
              <a:xfrm>
                <a:off x="4954650" y="1768018"/>
                <a:ext cx="578493" cy="1588"/>
              </a:xfrm>
              <a:prstGeom prst="line">
                <a:avLst/>
              </a:prstGeom>
              <a:noFill/>
              <a:ln w="25400" cap="flat" cmpd="sng" algn="ctr">
                <a:solidFill>
                  <a:sysClr val="windowText" lastClr="000000"/>
                </a:solidFill>
                <a:prstDash val="solid"/>
              </a:ln>
              <a:effectLst/>
            </p:spPr>
          </p:cxnSp>
          <p:cxnSp>
            <p:nvCxnSpPr>
              <p:cNvPr id="190" name="直接连接符 189">
                <a:extLst>
                  <a:ext uri="{FF2B5EF4-FFF2-40B4-BE49-F238E27FC236}">
                    <a16:creationId xmlns:a16="http://schemas.microsoft.com/office/drawing/2014/main" xmlns="" id="{EDDA5B1D-F934-4356-929D-81627A68DC99}"/>
                  </a:ext>
                </a:extLst>
              </p:cNvPr>
              <p:cNvCxnSpPr/>
              <p:nvPr/>
            </p:nvCxnSpPr>
            <p:spPr>
              <a:xfrm>
                <a:off x="4958179" y="1872769"/>
                <a:ext cx="578493" cy="1588"/>
              </a:xfrm>
              <a:prstGeom prst="line">
                <a:avLst/>
              </a:prstGeom>
              <a:noFill/>
              <a:ln w="25400" cap="flat" cmpd="sng" algn="ctr">
                <a:solidFill>
                  <a:sysClr val="windowText" lastClr="000000"/>
                </a:solidFill>
                <a:prstDash val="solid"/>
              </a:ln>
              <a:effectLst/>
            </p:spPr>
          </p:cxnSp>
        </p:grpSp>
        <p:grpSp>
          <p:nvGrpSpPr>
            <p:cNvPr id="165" name="组合 242">
              <a:extLst>
                <a:ext uri="{FF2B5EF4-FFF2-40B4-BE49-F238E27FC236}">
                  <a16:creationId xmlns:a16="http://schemas.microsoft.com/office/drawing/2014/main" xmlns="" id="{46D619F7-4639-489E-9A67-EAC122A0EEF8}"/>
                </a:ext>
              </a:extLst>
            </p:cNvPr>
            <p:cNvGrpSpPr>
              <a:grpSpLocks/>
            </p:cNvGrpSpPr>
            <p:nvPr/>
          </p:nvGrpSpPr>
          <p:grpSpPr bwMode="auto">
            <a:xfrm>
              <a:off x="4156515" y="4940300"/>
              <a:ext cx="261250" cy="106718"/>
              <a:chOff x="4954650" y="1768120"/>
              <a:chExt cx="580555" cy="106718"/>
            </a:xfrm>
          </p:grpSpPr>
          <p:cxnSp>
            <p:nvCxnSpPr>
              <p:cNvPr id="187" name="直接连接符 186">
                <a:extLst>
                  <a:ext uri="{FF2B5EF4-FFF2-40B4-BE49-F238E27FC236}">
                    <a16:creationId xmlns:a16="http://schemas.microsoft.com/office/drawing/2014/main" xmlns="" id="{E6918557-380B-40BD-A20B-06FE3E98EBBC}"/>
                  </a:ext>
                </a:extLst>
              </p:cNvPr>
              <p:cNvCxnSpPr/>
              <p:nvPr/>
            </p:nvCxnSpPr>
            <p:spPr>
              <a:xfrm>
                <a:off x="4954650" y="1767774"/>
                <a:ext cx="578493" cy="1588"/>
              </a:xfrm>
              <a:prstGeom prst="line">
                <a:avLst/>
              </a:prstGeom>
              <a:noFill/>
              <a:ln w="25400" cap="flat" cmpd="sng" algn="ctr">
                <a:solidFill>
                  <a:sysClr val="windowText" lastClr="000000"/>
                </a:solidFill>
                <a:prstDash val="solid"/>
              </a:ln>
              <a:effectLst/>
            </p:spPr>
          </p:cxnSp>
          <p:cxnSp>
            <p:nvCxnSpPr>
              <p:cNvPr id="188" name="直接连接符 187">
                <a:extLst>
                  <a:ext uri="{FF2B5EF4-FFF2-40B4-BE49-F238E27FC236}">
                    <a16:creationId xmlns:a16="http://schemas.microsoft.com/office/drawing/2014/main" xmlns="" id="{50F83A91-649D-4945-8424-9659D1CDE348}"/>
                  </a:ext>
                </a:extLst>
              </p:cNvPr>
              <p:cNvCxnSpPr/>
              <p:nvPr/>
            </p:nvCxnSpPr>
            <p:spPr>
              <a:xfrm>
                <a:off x="4958179" y="1872526"/>
                <a:ext cx="578493" cy="1588"/>
              </a:xfrm>
              <a:prstGeom prst="line">
                <a:avLst/>
              </a:prstGeom>
              <a:noFill/>
              <a:ln w="25400" cap="flat" cmpd="sng" algn="ctr">
                <a:solidFill>
                  <a:sysClr val="windowText" lastClr="000000"/>
                </a:solidFill>
                <a:prstDash val="solid"/>
              </a:ln>
              <a:effectLst/>
            </p:spPr>
          </p:cxnSp>
        </p:grpSp>
        <p:grpSp>
          <p:nvGrpSpPr>
            <p:cNvPr id="166" name="组合 245">
              <a:extLst>
                <a:ext uri="{FF2B5EF4-FFF2-40B4-BE49-F238E27FC236}">
                  <a16:creationId xmlns:a16="http://schemas.microsoft.com/office/drawing/2014/main" xmlns="" id="{ADFC1062-F55A-4AF5-918E-087DB659C31F}"/>
                </a:ext>
              </a:extLst>
            </p:cNvPr>
            <p:cNvGrpSpPr>
              <a:grpSpLocks/>
            </p:cNvGrpSpPr>
            <p:nvPr/>
          </p:nvGrpSpPr>
          <p:grpSpPr bwMode="auto">
            <a:xfrm>
              <a:off x="4156515" y="2804667"/>
              <a:ext cx="261250" cy="106718"/>
              <a:chOff x="4954650" y="1768120"/>
              <a:chExt cx="580555" cy="106718"/>
            </a:xfrm>
          </p:grpSpPr>
          <p:cxnSp>
            <p:nvCxnSpPr>
              <p:cNvPr id="185" name="直接连接符 184">
                <a:extLst>
                  <a:ext uri="{FF2B5EF4-FFF2-40B4-BE49-F238E27FC236}">
                    <a16:creationId xmlns:a16="http://schemas.microsoft.com/office/drawing/2014/main" xmlns="" id="{10503C23-6AE3-473B-86B5-D85332C2BF08}"/>
                  </a:ext>
                </a:extLst>
              </p:cNvPr>
              <p:cNvCxnSpPr/>
              <p:nvPr/>
            </p:nvCxnSpPr>
            <p:spPr>
              <a:xfrm>
                <a:off x="4954650" y="1768709"/>
                <a:ext cx="578493" cy="1587"/>
              </a:xfrm>
              <a:prstGeom prst="line">
                <a:avLst/>
              </a:prstGeom>
              <a:noFill/>
              <a:ln w="25400" cap="flat" cmpd="sng" algn="ctr">
                <a:solidFill>
                  <a:sysClr val="windowText" lastClr="000000"/>
                </a:solidFill>
                <a:prstDash val="solid"/>
              </a:ln>
              <a:effectLst/>
            </p:spPr>
          </p:cxnSp>
          <p:cxnSp>
            <p:nvCxnSpPr>
              <p:cNvPr id="186" name="直接连接符 185">
                <a:extLst>
                  <a:ext uri="{FF2B5EF4-FFF2-40B4-BE49-F238E27FC236}">
                    <a16:creationId xmlns:a16="http://schemas.microsoft.com/office/drawing/2014/main" xmlns="" id="{03EA9D6F-CDA9-497A-9A0C-0D45A9D22D5C}"/>
                  </a:ext>
                </a:extLst>
              </p:cNvPr>
              <p:cNvCxnSpPr/>
              <p:nvPr/>
            </p:nvCxnSpPr>
            <p:spPr>
              <a:xfrm>
                <a:off x="4958179" y="1873460"/>
                <a:ext cx="578493" cy="1587"/>
              </a:xfrm>
              <a:prstGeom prst="line">
                <a:avLst/>
              </a:prstGeom>
              <a:noFill/>
              <a:ln w="25400" cap="flat" cmpd="sng" algn="ctr">
                <a:solidFill>
                  <a:sysClr val="windowText" lastClr="000000"/>
                </a:solidFill>
                <a:prstDash val="solid"/>
              </a:ln>
              <a:effectLst/>
            </p:spPr>
          </p:cxnSp>
        </p:grpSp>
        <p:grpSp>
          <p:nvGrpSpPr>
            <p:cNvPr id="167" name="组合 248">
              <a:extLst>
                <a:ext uri="{FF2B5EF4-FFF2-40B4-BE49-F238E27FC236}">
                  <a16:creationId xmlns:a16="http://schemas.microsoft.com/office/drawing/2014/main" xmlns="" id="{4D364EBC-1A6A-4BF6-92FA-BDF7E20133A0}"/>
                </a:ext>
              </a:extLst>
            </p:cNvPr>
            <p:cNvGrpSpPr>
              <a:grpSpLocks/>
            </p:cNvGrpSpPr>
            <p:nvPr/>
          </p:nvGrpSpPr>
          <p:grpSpPr bwMode="auto">
            <a:xfrm>
              <a:off x="4156515" y="1784350"/>
              <a:ext cx="261250" cy="106718"/>
              <a:chOff x="4954650" y="1768120"/>
              <a:chExt cx="580555" cy="106718"/>
            </a:xfrm>
          </p:grpSpPr>
          <p:cxnSp>
            <p:nvCxnSpPr>
              <p:cNvPr id="183" name="直接连接符 182">
                <a:extLst>
                  <a:ext uri="{FF2B5EF4-FFF2-40B4-BE49-F238E27FC236}">
                    <a16:creationId xmlns:a16="http://schemas.microsoft.com/office/drawing/2014/main" xmlns="" id="{6302FB9D-B741-4D45-A30D-0353BFCE5F13}"/>
                  </a:ext>
                </a:extLst>
              </p:cNvPr>
              <p:cNvCxnSpPr/>
              <p:nvPr/>
            </p:nvCxnSpPr>
            <p:spPr>
              <a:xfrm>
                <a:off x="4954650" y="1768497"/>
                <a:ext cx="578493" cy="1588"/>
              </a:xfrm>
              <a:prstGeom prst="line">
                <a:avLst/>
              </a:prstGeom>
              <a:noFill/>
              <a:ln w="25400" cap="flat" cmpd="sng" algn="ctr">
                <a:solidFill>
                  <a:sysClr val="windowText" lastClr="000000"/>
                </a:solidFill>
                <a:prstDash val="solid"/>
              </a:ln>
              <a:effectLst/>
            </p:spPr>
          </p:cxnSp>
          <p:cxnSp>
            <p:nvCxnSpPr>
              <p:cNvPr id="184" name="直接连接符 183">
                <a:extLst>
                  <a:ext uri="{FF2B5EF4-FFF2-40B4-BE49-F238E27FC236}">
                    <a16:creationId xmlns:a16="http://schemas.microsoft.com/office/drawing/2014/main" xmlns="" id="{5DFB7E18-F9B4-47CB-BBA1-F5ACF090EFA2}"/>
                  </a:ext>
                </a:extLst>
              </p:cNvPr>
              <p:cNvCxnSpPr/>
              <p:nvPr/>
            </p:nvCxnSpPr>
            <p:spPr>
              <a:xfrm>
                <a:off x="4958179" y="1873248"/>
                <a:ext cx="578493" cy="1588"/>
              </a:xfrm>
              <a:prstGeom prst="line">
                <a:avLst/>
              </a:prstGeom>
              <a:noFill/>
              <a:ln w="25400" cap="flat" cmpd="sng" algn="ctr">
                <a:solidFill>
                  <a:sysClr val="windowText" lastClr="000000"/>
                </a:solidFill>
                <a:prstDash val="solid"/>
              </a:ln>
              <a:effectLst/>
            </p:spPr>
          </p:cxnSp>
        </p:grpSp>
        <p:grpSp>
          <p:nvGrpSpPr>
            <p:cNvPr id="168" name="组合 251">
              <a:extLst>
                <a:ext uri="{FF2B5EF4-FFF2-40B4-BE49-F238E27FC236}">
                  <a16:creationId xmlns:a16="http://schemas.microsoft.com/office/drawing/2014/main" xmlns="" id="{71B37D0B-6093-4ACE-833C-8781D1B6228D}"/>
                </a:ext>
              </a:extLst>
            </p:cNvPr>
            <p:cNvGrpSpPr>
              <a:grpSpLocks/>
            </p:cNvGrpSpPr>
            <p:nvPr/>
          </p:nvGrpSpPr>
          <p:grpSpPr bwMode="auto">
            <a:xfrm>
              <a:off x="8023665" y="1784350"/>
              <a:ext cx="261250" cy="106718"/>
              <a:chOff x="4954650" y="1768120"/>
              <a:chExt cx="580555" cy="106718"/>
            </a:xfrm>
          </p:grpSpPr>
          <p:cxnSp>
            <p:nvCxnSpPr>
              <p:cNvPr id="181" name="直接连接符 180">
                <a:extLst>
                  <a:ext uri="{FF2B5EF4-FFF2-40B4-BE49-F238E27FC236}">
                    <a16:creationId xmlns:a16="http://schemas.microsoft.com/office/drawing/2014/main" xmlns="" id="{18774281-D697-4EFB-A137-7486617DBB6D}"/>
                  </a:ext>
                </a:extLst>
              </p:cNvPr>
              <p:cNvCxnSpPr/>
              <p:nvPr/>
            </p:nvCxnSpPr>
            <p:spPr>
              <a:xfrm>
                <a:off x="4953739" y="1768497"/>
                <a:ext cx="578493" cy="1588"/>
              </a:xfrm>
              <a:prstGeom prst="line">
                <a:avLst/>
              </a:prstGeom>
              <a:noFill/>
              <a:ln w="25400" cap="flat" cmpd="sng" algn="ctr">
                <a:solidFill>
                  <a:sysClr val="windowText" lastClr="000000"/>
                </a:solidFill>
                <a:prstDash val="solid"/>
              </a:ln>
              <a:effectLst/>
            </p:spPr>
          </p:cxnSp>
          <p:cxnSp>
            <p:nvCxnSpPr>
              <p:cNvPr id="182" name="直接连接符 181">
                <a:extLst>
                  <a:ext uri="{FF2B5EF4-FFF2-40B4-BE49-F238E27FC236}">
                    <a16:creationId xmlns:a16="http://schemas.microsoft.com/office/drawing/2014/main" xmlns="" id="{7B4E89CF-5B64-4EF2-B188-538B9627CC9B}"/>
                  </a:ext>
                </a:extLst>
              </p:cNvPr>
              <p:cNvCxnSpPr/>
              <p:nvPr/>
            </p:nvCxnSpPr>
            <p:spPr>
              <a:xfrm>
                <a:off x="4957267" y="1873248"/>
                <a:ext cx="578493" cy="1588"/>
              </a:xfrm>
              <a:prstGeom prst="line">
                <a:avLst/>
              </a:prstGeom>
              <a:noFill/>
              <a:ln w="25400" cap="flat" cmpd="sng" algn="ctr">
                <a:solidFill>
                  <a:sysClr val="windowText" lastClr="000000"/>
                </a:solidFill>
                <a:prstDash val="solid"/>
              </a:ln>
              <a:effectLst/>
            </p:spPr>
          </p:cxnSp>
        </p:grpSp>
        <p:grpSp>
          <p:nvGrpSpPr>
            <p:cNvPr id="169" name="组合 254">
              <a:extLst>
                <a:ext uri="{FF2B5EF4-FFF2-40B4-BE49-F238E27FC236}">
                  <a16:creationId xmlns:a16="http://schemas.microsoft.com/office/drawing/2014/main" xmlns="" id="{A34BD386-AA4F-4A76-B0A7-7F696BD00910}"/>
                </a:ext>
              </a:extLst>
            </p:cNvPr>
            <p:cNvGrpSpPr>
              <a:grpSpLocks/>
            </p:cNvGrpSpPr>
            <p:nvPr/>
          </p:nvGrpSpPr>
          <p:grpSpPr bwMode="auto">
            <a:xfrm>
              <a:off x="8023665" y="2804667"/>
              <a:ext cx="261250" cy="106718"/>
              <a:chOff x="4954650" y="1768120"/>
              <a:chExt cx="580555" cy="106718"/>
            </a:xfrm>
          </p:grpSpPr>
          <p:cxnSp>
            <p:nvCxnSpPr>
              <p:cNvPr id="179" name="直接连接符 178">
                <a:extLst>
                  <a:ext uri="{FF2B5EF4-FFF2-40B4-BE49-F238E27FC236}">
                    <a16:creationId xmlns:a16="http://schemas.microsoft.com/office/drawing/2014/main" xmlns="" id="{785E5A2D-2A88-4DDC-8BF9-B77BBB088700}"/>
                  </a:ext>
                </a:extLst>
              </p:cNvPr>
              <p:cNvCxnSpPr/>
              <p:nvPr/>
            </p:nvCxnSpPr>
            <p:spPr>
              <a:xfrm>
                <a:off x="4953739" y="1768709"/>
                <a:ext cx="578493" cy="1587"/>
              </a:xfrm>
              <a:prstGeom prst="line">
                <a:avLst/>
              </a:prstGeom>
              <a:noFill/>
              <a:ln w="25400" cap="flat" cmpd="sng" algn="ctr">
                <a:solidFill>
                  <a:sysClr val="windowText" lastClr="000000"/>
                </a:solidFill>
                <a:prstDash val="solid"/>
              </a:ln>
              <a:effectLst/>
            </p:spPr>
          </p:cxnSp>
          <p:cxnSp>
            <p:nvCxnSpPr>
              <p:cNvPr id="180" name="直接连接符 179">
                <a:extLst>
                  <a:ext uri="{FF2B5EF4-FFF2-40B4-BE49-F238E27FC236}">
                    <a16:creationId xmlns:a16="http://schemas.microsoft.com/office/drawing/2014/main" xmlns="" id="{E7D2FE42-61F2-454B-9227-5E43404A00CA}"/>
                  </a:ext>
                </a:extLst>
              </p:cNvPr>
              <p:cNvCxnSpPr/>
              <p:nvPr/>
            </p:nvCxnSpPr>
            <p:spPr>
              <a:xfrm>
                <a:off x="4957267" y="1873460"/>
                <a:ext cx="578493" cy="1587"/>
              </a:xfrm>
              <a:prstGeom prst="line">
                <a:avLst/>
              </a:prstGeom>
              <a:noFill/>
              <a:ln w="25400" cap="flat" cmpd="sng" algn="ctr">
                <a:solidFill>
                  <a:sysClr val="windowText" lastClr="000000"/>
                </a:solidFill>
                <a:prstDash val="solid"/>
              </a:ln>
              <a:effectLst/>
            </p:spPr>
          </p:cxnSp>
        </p:grpSp>
        <p:grpSp>
          <p:nvGrpSpPr>
            <p:cNvPr id="170" name="组合 257">
              <a:extLst>
                <a:ext uri="{FF2B5EF4-FFF2-40B4-BE49-F238E27FC236}">
                  <a16:creationId xmlns:a16="http://schemas.microsoft.com/office/drawing/2014/main" xmlns="" id="{3D382EF6-62F7-4B46-B9BD-80982FBA5BD0}"/>
                </a:ext>
              </a:extLst>
            </p:cNvPr>
            <p:cNvGrpSpPr>
              <a:grpSpLocks/>
            </p:cNvGrpSpPr>
            <p:nvPr/>
          </p:nvGrpSpPr>
          <p:grpSpPr bwMode="auto">
            <a:xfrm>
              <a:off x="8023665" y="3917950"/>
              <a:ext cx="261250" cy="106718"/>
              <a:chOff x="4954650" y="1768120"/>
              <a:chExt cx="580555" cy="106718"/>
            </a:xfrm>
          </p:grpSpPr>
          <p:cxnSp>
            <p:nvCxnSpPr>
              <p:cNvPr id="177" name="直接连接符 176">
                <a:extLst>
                  <a:ext uri="{FF2B5EF4-FFF2-40B4-BE49-F238E27FC236}">
                    <a16:creationId xmlns:a16="http://schemas.microsoft.com/office/drawing/2014/main" xmlns="" id="{2A298816-FB2D-4AFD-BB9F-3C22C90D79C6}"/>
                  </a:ext>
                </a:extLst>
              </p:cNvPr>
              <p:cNvCxnSpPr/>
              <p:nvPr/>
            </p:nvCxnSpPr>
            <p:spPr>
              <a:xfrm>
                <a:off x="4953739" y="1768008"/>
                <a:ext cx="578493" cy="1588"/>
              </a:xfrm>
              <a:prstGeom prst="line">
                <a:avLst/>
              </a:prstGeom>
              <a:noFill/>
              <a:ln w="25400" cap="flat" cmpd="sng" algn="ctr">
                <a:solidFill>
                  <a:sysClr val="windowText" lastClr="000000"/>
                </a:solidFill>
                <a:prstDash val="solid"/>
              </a:ln>
              <a:effectLst/>
            </p:spPr>
          </p:cxnSp>
          <p:cxnSp>
            <p:nvCxnSpPr>
              <p:cNvPr id="178" name="直接连接符 177">
                <a:extLst>
                  <a:ext uri="{FF2B5EF4-FFF2-40B4-BE49-F238E27FC236}">
                    <a16:creationId xmlns:a16="http://schemas.microsoft.com/office/drawing/2014/main" xmlns="" id="{F09D321B-E664-43EA-99D3-A6BFC36480A2}"/>
                  </a:ext>
                </a:extLst>
              </p:cNvPr>
              <p:cNvCxnSpPr/>
              <p:nvPr/>
            </p:nvCxnSpPr>
            <p:spPr>
              <a:xfrm>
                <a:off x="4957267" y="1872759"/>
                <a:ext cx="578493" cy="1588"/>
              </a:xfrm>
              <a:prstGeom prst="line">
                <a:avLst/>
              </a:prstGeom>
              <a:noFill/>
              <a:ln w="25400" cap="flat" cmpd="sng" algn="ctr">
                <a:solidFill>
                  <a:sysClr val="windowText" lastClr="000000"/>
                </a:solidFill>
                <a:prstDash val="solid"/>
              </a:ln>
              <a:effectLst/>
            </p:spPr>
          </p:cxnSp>
        </p:grpSp>
        <p:grpSp>
          <p:nvGrpSpPr>
            <p:cNvPr id="171" name="组合 260">
              <a:extLst>
                <a:ext uri="{FF2B5EF4-FFF2-40B4-BE49-F238E27FC236}">
                  <a16:creationId xmlns:a16="http://schemas.microsoft.com/office/drawing/2014/main" xmlns="" id="{B280A386-785B-47E8-AF4D-D731D3DFF361}"/>
                </a:ext>
              </a:extLst>
            </p:cNvPr>
            <p:cNvGrpSpPr>
              <a:grpSpLocks/>
            </p:cNvGrpSpPr>
            <p:nvPr/>
          </p:nvGrpSpPr>
          <p:grpSpPr bwMode="auto">
            <a:xfrm>
              <a:off x="8044550" y="4940300"/>
              <a:ext cx="261250" cy="106718"/>
              <a:chOff x="4954650" y="1768120"/>
              <a:chExt cx="580555" cy="106718"/>
            </a:xfrm>
          </p:grpSpPr>
          <p:cxnSp>
            <p:nvCxnSpPr>
              <p:cNvPr id="175" name="直接连接符 174">
                <a:extLst>
                  <a:ext uri="{FF2B5EF4-FFF2-40B4-BE49-F238E27FC236}">
                    <a16:creationId xmlns:a16="http://schemas.microsoft.com/office/drawing/2014/main" xmlns="" id="{9A71BBC0-1B8E-4E9F-ABFD-2B511A3AA7E2}"/>
                  </a:ext>
                </a:extLst>
              </p:cNvPr>
              <p:cNvCxnSpPr/>
              <p:nvPr/>
            </p:nvCxnSpPr>
            <p:spPr>
              <a:xfrm>
                <a:off x="4953186" y="1767774"/>
                <a:ext cx="578493" cy="1588"/>
              </a:xfrm>
              <a:prstGeom prst="line">
                <a:avLst/>
              </a:prstGeom>
              <a:noFill/>
              <a:ln w="25400" cap="flat" cmpd="sng" algn="ctr">
                <a:solidFill>
                  <a:sysClr val="windowText" lastClr="000000"/>
                </a:solidFill>
                <a:prstDash val="solid"/>
              </a:ln>
              <a:effectLst/>
            </p:spPr>
          </p:cxnSp>
          <p:cxnSp>
            <p:nvCxnSpPr>
              <p:cNvPr id="176" name="直接连接符 175">
                <a:extLst>
                  <a:ext uri="{FF2B5EF4-FFF2-40B4-BE49-F238E27FC236}">
                    <a16:creationId xmlns:a16="http://schemas.microsoft.com/office/drawing/2014/main" xmlns="" id="{221A3DEE-0CFB-4047-A361-6FFDBEF5721D}"/>
                  </a:ext>
                </a:extLst>
              </p:cNvPr>
              <p:cNvCxnSpPr/>
              <p:nvPr/>
            </p:nvCxnSpPr>
            <p:spPr>
              <a:xfrm>
                <a:off x="4956712" y="1872526"/>
                <a:ext cx="578493" cy="1588"/>
              </a:xfrm>
              <a:prstGeom prst="line">
                <a:avLst/>
              </a:prstGeom>
              <a:noFill/>
              <a:ln w="25400" cap="flat" cmpd="sng" algn="ctr">
                <a:solidFill>
                  <a:sysClr val="windowText" lastClr="000000"/>
                </a:solidFill>
                <a:prstDash val="solid"/>
              </a:ln>
              <a:effectLst/>
            </p:spPr>
          </p:cxnSp>
        </p:grpSp>
        <p:grpSp>
          <p:nvGrpSpPr>
            <p:cNvPr id="172" name="组合 377">
              <a:extLst>
                <a:ext uri="{FF2B5EF4-FFF2-40B4-BE49-F238E27FC236}">
                  <a16:creationId xmlns:a16="http://schemas.microsoft.com/office/drawing/2014/main" xmlns="" id="{E389FABB-38EA-4ED1-8A75-C13E971DC40B}"/>
                </a:ext>
              </a:extLst>
            </p:cNvPr>
            <p:cNvGrpSpPr>
              <a:grpSpLocks/>
            </p:cNvGrpSpPr>
            <p:nvPr/>
          </p:nvGrpSpPr>
          <p:grpSpPr bwMode="auto">
            <a:xfrm>
              <a:off x="5505450" y="2628900"/>
              <a:ext cx="422275" cy="428625"/>
              <a:chOff x="7243763" y="2911475"/>
              <a:chExt cx="422275" cy="428625"/>
            </a:xfrm>
          </p:grpSpPr>
          <p:sp>
            <p:nvSpPr>
              <p:cNvPr id="173" name="Oval 118">
                <a:extLst>
                  <a:ext uri="{FF2B5EF4-FFF2-40B4-BE49-F238E27FC236}">
                    <a16:creationId xmlns:a16="http://schemas.microsoft.com/office/drawing/2014/main" xmlns="" id="{F0A3863B-CD5B-4E3B-836A-2F69384B3278}"/>
                  </a:ext>
                </a:extLst>
              </p:cNvPr>
              <p:cNvSpPr>
                <a:spLocks noChangeAspect="1" noChangeArrowheads="1"/>
              </p:cNvSpPr>
              <p:nvPr/>
            </p:nvSpPr>
            <p:spPr bwMode="auto">
              <a:xfrm>
                <a:off x="7243763" y="2911475"/>
                <a:ext cx="422275" cy="428625"/>
              </a:xfrm>
              <a:prstGeom prst="ellipse">
                <a:avLst/>
              </a:prstGeom>
              <a:solidFill>
                <a:srgbClr val="FFFF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174" name="Text Box 119">
                <a:extLst>
                  <a:ext uri="{FF2B5EF4-FFF2-40B4-BE49-F238E27FC236}">
                    <a16:creationId xmlns:a16="http://schemas.microsoft.com/office/drawing/2014/main" xmlns="" id="{08421926-6139-425D-AB2C-4E9027DD62BF}"/>
                  </a:ext>
                </a:extLst>
              </p:cNvPr>
              <p:cNvSpPr txBox="1">
                <a:spLocks noChangeArrowheads="1"/>
              </p:cNvSpPr>
              <p:nvPr/>
            </p:nvSpPr>
            <p:spPr bwMode="auto">
              <a:xfrm>
                <a:off x="7372350" y="2984500"/>
                <a:ext cx="22542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Si</a:t>
                </a:r>
                <a:endParaRPr kumimoji="0" lang="zh-CN" altLang="zh-CN" sz="6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grpSp>
      <p:grpSp>
        <p:nvGrpSpPr>
          <p:cNvPr id="377" name="组合 40">
            <a:extLst>
              <a:ext uri="{FF2B5EF4-FFF2-40B4-BE49-F238E27FC236}">
                <a16:creationId xmlns:a16="http://schemas.microsoft.com/office/drawing/2014/main" xmlns="" id="{50A499E6-2417-45BA-9563-3DE8224C1C4F}"/>
              </a:ext>
            </a:extLst>
          </p:cNvPr>
          <p:cNvGrpSpPr>
            <a:grpSpLocks/>
          </p:cNvGrpSpPr>
          <p:nvPr/>
        </p:nvGrpSpPr>
        <p:grpSpPr bwMode="auto">
          <a:xfrm>
            <a:off x="5141340" y="3815915"/>
            <a:ext cx="614363" cy="577850"/>
            <a:chOff x="7243763" y="2911475"/>
            <a:chExt cx="422275" cy="428625"/>
          </a:xfrm>
        </p:grpSpPr>
        <p:sp>
          <p:nvSpPr>
            <p:cNvPr id="378" name="Oval 118">
              <a:extLst>
                <a:ext uri="{FF2B5EF4-FFF2-40B4-BE49-F238E27FC236}">
                  <a16:creationId xmlns:a16="http://schemas.microsoft.com/office/drawing/2014/main" xmlns="" id="{62EA32B1-A3AD-4520-88F8-B579D4051373}"/>
                </a:ext>
              </a:extLst>
            </p:cNvPr>
            <p:cNvSpPr>
              <a:spLocks noChangeAspect="1" noChangeArrowheads="1"/>
            </p:cNvSpPr>
            <p:nvPr/>
          </p:nvSpPr>
          <p:spPr bwMode="auto">
            <a:xfrm>
              <a:off x="7243763" y="2911475"/>
              <a:ext cx="422275" cy="428625"/>
            </a:xfrm>
            <a:prstGeom prst="ellipse">
              <a:avLst/>
            </a:prstGeom>
            <a:solidFill>
              <a:srgbClr val="FF0000"/>
            </a:solidFill>
            <a:ln>
              <a:noFill/>
            </a:ln>
            <a:extLst>
              <a:ext uri="{91240B29-F687-4F45-9708-019B960494DF}">
                <a14:hiddenLine xmlns:a14="http://schemas.microsoft.com/office/drawing/2010/main" w="1587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79" name="Text Box 119">
              <a:extLst>
                <a:ext uri="{FF2B5EF4-FFF2-40B4-BE49-F238E27FC236}">
                  <a16:creationId xmlns:a16="http://schemas.microsoft.com/office/drawing/2014/main" xmlns="" id="{3E6127C4-5631-4807-BE9B-D8DA2FADF2F2}"/>
                </a:ext>
              </a:extLst>
            </p:cNvPr>
            <p:cNvSpPr txBox="1">
              <a:spLocks noChangeArrowheads="1"/>
            </p:cNvSpPr>
            <p:nvPr/>
          </p:nvSpPr>
          <p:spPr bwMode="auto">
            <a:xfrm>
              <a:off x="7397569" y="2995022"/>
              <a:ext cx="201536" cy="28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B</a:t>
              </a:r>
              <a:r>
                <a:rPr kumimoji="0" lang="en-US" altLang="zh-CN" sz="2000" b="1" i="0" u="none" strike="noStrike" kern="0" cap="none" spc="0" normalizeH="0" baseline="3000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rPr>
                <a:t>-</a:t>
              </a:r>
              <a:endParaRPr kumimoji="0" lang="zh-CN" altLang="zh-CN" sz="7200" b="1" i="0" u="none" strike="noStrike" kern="0" cap="none" spc="0" normalizeH="0" baseline="0" noProof="0">
                <a:ln>
                  <a:noFill/>
                </a:ln>
                <a:solidFill>
                  <a:prstClr val="black"/>
                </a:solidFill>
                <a:effectLst/>
                <a:uLnTx/>
                <a:uFillTx/>
                <a:latin typeface="Times New Roman" panose="02020603050405020304" pitchFamily="18" charset="0"/>
                <a:ea typeface="楷体_GB2312" pitchFamily="49" charset="-122"/>
                <a:cs typeface="Times New Roman" panose="02020603050405020304" pitchFamily="18" charset="0"/>
              </a:endParaRPr>
            </a:p>
          </p:txBody>
        </p:sp>
      </p:grpSp>
      <p:cxnSp>
        <p:nvCxnSpPr>
          <p:cNvPr id="380" name="直接连接符 383">
            <a:extLst>
              <a:ext uri="{FF2B5EF4-FFF2-40B4-BE49-F238E27FC236}">
                <a16:creationId xmlns:a16="http://schemas.microsoft.com/office/drawing/2014/main" xmlns="" id="{7FFBE51D-56FB-456E-9F4C-6CEE3A956DEA}"/>
              </a:ext>
            </a:extLst>
          </p:cNvPr>
          <p:cNvCxnSpPr/>
          <p:nvPr/>
        </p:nvCxnSpPr>
        <p:spPr>
          <a:xfrm>
            <a:off x="1052768" y="4658391"/>
            <a:ext cx="2711450" cy="1588"/>
          </a:xfrm>
          <a:prstGeom prst="line">
            <a:avLst/>
          </a:prstGeom>
          <a:noFill/>
          <a:ln w="38100" cap="flat" cmpd="sng" algn="ctr">
            <a:solidFill>
              <a:sysClr val="windowText" lastClr="000000"/>
            </a:solidFill>
            <a:prstDash val="dash"/>
          </a:ln>
          <a:effectLst/>
        </p:spPr>
      </p:cxnSp>
      <p:cxnSp>
        <p:nvCxnSpPr>
          <p:cNvPr id="381" name="直接连接符 387">
            <a:extLst>
              <a:ext uri="{FF2B5EF4-FFF2-40B4-BE49-F238E27FC236}">
                <a16:creationId xmlns:a16="http://schemas.microsoft.com/office/drawing/2014/main" xmlns="" id="{B4BF0DA9-DF2D-4331-9D91-D853D68BDAAB}"/>
              </a:ext>
            </a:extLst>
          </p:cNvPr>
          <p:cNvCxnSpPr/>
          <p:nvPr/>
        </p:nvCxnSpPr>
        <p:spPr>
          <a:xfrm>
            <a:off x="2252918" y="4658391"/>
            <a:ext cx="266700" cy="1588"/>
          </a:xfrm>
          <a:prstGeom prst="line">
            <a:avLst/>
          </a:prstGeom>
          <a:noFill/>
          <a:ln w="50800" cap="flat" cmpd="sng" algn="ctr">
            <a:solidFill>
              <a:srgbClr val="FF0000"/>
            </a:solidFill>
            <a:prstDash val="solid"/>
          </a:ln>
          <a:effectLst/>
        </p:spPr>
      </p:cxnSp>
      <p:cxnSp>
        <p:nvCxnSpPr>
          <p:cNvPr id="382" name="直接连接符 388">
            <a:extLst>
              <a:ext uri="{FF2B5EF4-FFF2-40B4-BE49-F238E27FC236}">
                <a16:creationId xmlns:a16="http://schemas.microsoft.com/office/drawing/2014/main" xmlns="" id="{19172C39-A5F8-44DE-BF17-79CFF4F87FB9}"/>
              </a:ext>
            </a:extLst>
          </p:cNvPr>
          <p:cNvCxnSpPr/>
          <p:nvPr/>
        </p:nvCxnSpPr>
        <p:spPr>
          <a:xfrm>
            <a:off x="3408618" y="4658391"/>
            <a:ext cx="266700" cy="1588"/>
          </a:xfrm>
          <a:prstGeom prst="line">
            <a:avLst/>
          </a:prstGeom>
          <a:noFill/>
          <a:ln w="50800" cap="flat" cmpd="sng" algn="ctr">
            <a:solidFill>
              <a:srgbClr val="FF0000"/>
            </a:solidFill>
            <a:prstDash val="solid"/>
          </a:ln>
          <a:effectLst/>
        </p:spPr>
      </p:cxnSp>
      <p:cxnSp>
        <p:nvCxnSpPr>
          <p:cNvPr id="383" name="直接连接符 385">
            <a:extLst>
              <a:ext uri="{FF2B5EF4-FFF2-40B4-BE49-F238E27FC236}">
                <a16:creationId xmlns:a16="http://schemas.microsoft.com/office/drawing/2014/main" xmlns="" id="{8A189811-6FAF-41A8-813D-AB6ED7515898}"/>
              </a:ext>
            </a:extLst>
          </p:cNvPr>
          <p:cNvCxnSpPr/>
          <p:nvPr/>
        </p:nvCxnSpPr>
        <p:spPr>
          <a:xfrm>
            <a:off x="1275018" y="4658391"/>
            <a:ext cx="266700" cy="1588"/>
          </a:xfrm>
          <a:prstGeom prst="line">
            <a:avLst/>
          </a:prstGeom>
          <a:noFill/>
          <a:ln w="50800" cap="flat" cmpd="sng" algn="ctr">
            <a:solidFill>
              <a:srgbClr val="FF0000"/>
            </a:solidFill>
            <a:prstDash val="solid"/>
          </a:ln>
          <a:effectLst/>
        </p:spPr>
      </p:cxnSp>
      <p:sp>
        <p:nvSpPr>
          <p:cNvPr id="384" name="TextBox 389">
            <a:extLst>
              <a:ext uri="{FF2B5EF4-FFF2-40B4-BE49-F238E27FC236}">
                <a16:creationId xmlns:a16="http://schemas.microsoft.com/office/drawing/2014/main" xmlns="" id="{DD019751-896A-42C1-ABE5-A7874C0653DE}"/>
              </a:ext>
            </a:extLst>
          </p:cNvPr>
          <p:cNvSpPr txBox="1">
            <a:spLocks noChangeArrowheads="1"/>
          </p:cNvSpPr>
          <p:nvPr/>
        </p:nvSpPr>
        <p:spPr bwMode="auto">
          <a:xfrm>
            <a:off x="2208468" y="4213891"/>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defTabSz="914400" eaLnBrk="1" hangingPunct="1"/>
            <a:r>
              <a:rPr lang="en-US" altLang="zh-CN" sz="2400">
                <a:solidFill>
                  <a:srgbClr val="FF0000"/>
                </a:solidFill>
                <a:latin typeface="Times New Roman" panose="02020603050405020304" pitchFamily="18" charset="0"/>
                <a:cs typeface="Times New Roman" panose="02020603050405020304" pitchFamily="18" charset="0"/>
              </a:rPr>
              <a:t>B</a:t>
            </a:r>
            <a:r>
              <a:rPr lang="en-US" altLang="zh-CN" sz="2400" baseline="30000">
                <a:solidFill>
                  <a:srgbClr val="FF0000"/>
                </a:solidFill>
                <a:latin typeface="Times New Roman" panose="02020603050405020304" pitchFamily="18" charset="0"/>
                <a:cs typeface="Times New Roman" panose="02020603050405020304" pitchFamily="18" charset="0"/>
              </a:rPr>
              <a:t>-</a:t>
            </a:r>
            <a:endParaRPr lang="zh-CN" altLang="en-US" sz="2400">
              <a:solidFill>
                <a:srgbClr val="FF0000"/>
              </a:solidFill>
              <a:latin typeface="Times New Roman" panose="02020603050405020304" pitchFamily="18" charset="0"/>
              <a:cs typeface="Times New Roman" panose="02020603050405020304" pitchFamily="18" charset="0"/>
            </a:endParaRPr>
          </a:p>
        </p:txBody>
      </p:sp>
      <p:sp>
        <p:nvSpPr>
          <p:cNvPr id="385" name="TextBox 390">
            <a:extLst>
              <a:ext uri="{FF2B5EF4-FFF2-40B4-BE49-F238E27FC236}">
                <a16:creationId xmlns:a16="http://schemas.microsoft.com/office/drawing/2014/main" xmlns="" id="{1AD0A5EC-545A-4B73-84D4-5046F0A3878C}"/>
              </a:ext>
            </a:extLst>
          </p:cNvPr>
          <p:cNvSpPr txBox="1">
            <a:spLocks noChangeArrowheads="1"/>
          </p:cNvSpPr>
          <p:nvPr/>
        </p:nvSpPr>
        <p:spPr bwMode="auto">
          <a:xfrm>
            <a:off x="3364168" y="4213891"/>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defTabSz="914400" eaLnBrk="1" hangingPunct="1"/>
            <a:r>
              <a:rPr lang="en-US" altLang="zh-CN" sz="2400">
                <a:solidFill>
                  <a:srgbClr val="FF0000"/>
                </a:solidFill>
                <a:latin typeface="Times New Roman" panose="02020603050405020304" pitchFamily="18" charset="0"/>
                <a:cs typeface="Times New Roman" panose="02020603050405020304" pitchFamily="18" charset="0"/>
              </a:rPr>
              <a:t>B</a:t>
            </a:r>
            <a:r>
              <a:rPr lang="en-US" altLang="zh-CN" sz="2400" baseline="30000">
                <a:solidFill>
                  <a:srgbClr val="FF0000"/>
                </a:solidFill>
                <a:latin typeface="Times New Roman" panose="02020603050405020304" pitchFamily="18" charset="0"/>
                <a:cs typeface="Times New Roman" panose="02020603050405020304" pitchFamily="18" charset="0"/>
              </a:rPr>
              <a:t>-</a:t>
            </a:r>
            <a:endParaRPr lang="zh-CN" altLang="en-US" sz="2400">
              <a:solidFill>
                <a:srgbClr val="FF0000"/>
              </a:solidFill>
              <a:latin typeface="Times New Roman" panose="02020603050405020304" pitchFamily="18" charset="0"/>
              <a:cs typeface="Times New Roman" panose="02020603050405020304" pitchFamily="18" charset="0"/>
            </a:endParaRPr>
          </a:p>
        </p:txBody>
      </p:sp>
      <p:sp>
        <p:nvSpPr>
          <p:cNvPr id="386" name="Oval 259">
            <a:extLst>
              <a:ext uri="{FF2B5EF4-FFF2-40B4-BE49-F238E27FC236}">
                <a16:creationId xmlns:a16="http://schemas.microsoft.com/office/drawing/2014/main" xmlns="" id="{F270D8BB-A939-40F6-9E6A-1998EF3B235F}"/>
              </a:ext>
            </a:extLst>
          </p:cNvPr>
          <p:cNvSpPr>
            <a:spLocks noChangeAspect="1" noChangeArrowheads="1"/>
          </p:cNvSpPr>
          <p:nvPr/>
        </p:nvSpPr>
        <p:spPr bwMode="auto">
          <a:xfrm flipH="1" flipV="1">
            <a:off x="1319468" y="5013991"/>
            <a:ext cx="138113" cy="142875"/>
          </a:xfrm>
          <a:prstGeom prst="ellipse">
            <a:avLst/>
          </a:pr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87" name="TextBox 394">
            <a:extLst>
              <a:ext uri="{FF2B5EF4-FFF2-40B4-BE49-F238E27FC236}">
                <a16:creationId xmlns:a16="http://schemas.microsoft.com/office/drawing/2014/main" xmlns="" id="{D8451CFB-3790-4DB4-8560-37D68B5527FB}"/>
              </a:ext>
            </a:extLst>
          </p:cNvPr>
          <p:cNvSpPr txBox="1">
            <a:spLocks noChangeArrowheads="1"/>
          </p:cNvSpPr>
          <p:nvPr/>
        </p:nvSpPr>
        <p:spPr bwMode="auto">
          <a:xfrm>
            <a:off x="963868" y="6391941"/>
            <a:ext cx="2978150" cy="369888"/>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algn="ctr" defTabSz="914400" eaLnBrk="1" hangingPunct="1"/>
            <a:r>
              <a:rPr lang="en-US" altLang="zh-CN" sz="2400">
                <a:solidFill>
                  <a:prstClr val="black"/>
                </a:solidFill>
                <a:latin typeface="Times New Roman" panose="02020603050405020304" pitchFamily="18" charset="0"/>
                <a:cs typeface="Times New Roman" panose="02020603050405020304" pitchFamily="18" charset="0"/>
              </a:rPr>
              <a:t>Acceptor energy levels</a:t>
            </a:r>
            <a:endParaRPr lang="zh-CN" altLang="en-US" sz="2400" baseline="-25000">
              <a:solidFill>
                <a:prstClr val="black"/>
              </a:solidFill>
              <a:latin typeface="Times New Roman" panose="02020603050405020304" pitchFamily="18" charset="0"/>
              <a:cs typeface="Times New Roman" panose="02020603050405020304" pitchFamily="18" charset="0"/>
            </a:endParaRPr>
          </a:p>
        </p:txBody>
      </p:sp>
      <p:cxnSp>
        <p:nvCxnSpPr>
          <p:cNvPr id="388" name="直接箭头连接符 387">
            <a:extLst>
              <a:ext uri="{FF2B5EF4-FFF2-40B4-BE49-F238E27FC236}">
                <a16:creationId xmlns:a16="http://schemas.microsoft.com/office/drawing/2014/main" xmlns="" id="{F56DD7FE-F8DD-4E0F-9CDE-D9C583C98CC1}"/>
              </a:ext>
            </a:extLst>
          </p:cNvPr>
          <p:cNvCxnSpPr/>
          <p:nvPr/>
        </p:nvCxnSpPr>
        <p:spPr>
          <a:xfrm rot="5400000" flipH="1" flipV="1">
            <a:off x="2053687" y="5524372"/>
            <a:ext cx="1644650" cy="1588"/>
          </a:xfrm>
          <a:prstGeom prst="straightConnector1">
            <a:avLst/>
          </a:prstGeom>
          <a:noFill/>
          <a:ln w="28575" cap="flat" cmpd="sng" algn="ctr">
            <a:solidFill>
              <a:srgbClr val="FF0000"/>
            </a:solidFill>
            <a:prstDash val="solid"/>
            <a:tailEnd type="stealth" w="med" len="lg"/>
          </a:ln>
          <a:effectLst/>
        </p:spPr>
      </p:cxnSp>
      <p:sp>
        <p:nvSpPr>
          <p:cNvPr id="389" name="Oval 259">
            <a:extLst>
              <a:ext uri="{FF2B5EF4-FFF2-40B4-BE49-F238E27FC236}">
                <a16:creationId xmlns:a16="http://schemas.microsoft.com/office/drawing/2014/main" xmlns="" id="{ED8946A0-7104-409B-AE93-9FEC1CE6ED38}"/>
              </a:ext>
            </a:extLst>
          </p:cNvPr>
          <p:cNvSpPr>
            <a:spLocks noChangeAspect="1" noChangeArrowheads="1"/>
          </p:cNvSpPr>
          <p:nvPr/>
        </p:nvSpPr>
        <p:spPr bwMode="auto">
          <a:xfrm rot="5400000" flipH="1" flipV="1">
            <a:off x="5037359" y="3680184"/>
            <a:ext cx="177800" cy="182562"/>
          </a:xfrm>
          <a:prstGeom prst="ellipse">
            <a:avLst/>
          </a:pr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90" name="Oval 259">
            <a:extLst>
              <a:ext uri="{FF2B5EF4-FFF2-40B4-BE49-F238E27FC236}">
                <a16:creationId xmlns:a16="http://schemas.microsoft.com/office/drawing/2014/main" xmlns="" id="{5C3E0E9A-409B-4C3A-8DDE-9372BB845B42}"/>
              </a:ext>
            </a:extLst>
          </p:cNvPr>
          <p:cNvSpPr>
            <a:spLocks noChangeAspect="1" noChangeArrowheads="1"/>
          </p:cNvSpPr>
          <p:nvPr/>
        </p:nvSpPr>
        <p:spPr bwMode="auto">
          <a:xfrm flipH="1" flipV="1">
            <a:off x="2208468" y="5013991"/>
            <a:ext cx="138113" cy="142875"/>
          </a:xfrm>
          <a:prstGeom prst="ellipse">
            <a:avLst/>
          </a:pr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91" name="Oval 259">
            <a:extLst>
              <a:ext uri="{FF2B5EF4-FFF2-40B4-BE49-F238E27FC236}">
                <a16:creationId xmlns:a16="http://schemas.microsoft.com/office/drawing/2014/main" xmlns="" id="{C8AE0CFB-2F47-4B77-8B11-A98E8E4217D1}"/>
              </a:ext>
            </a:extLst>
          </p:cNvPr>
          <p:cNvSpPr>
            <a:spLocks noChangeAspect="1" noChangeArrowheads="1"/>
          </p:cNvSpPr>
          <p:nvPr/>
        </p:nvSpPr>
        <p:spPr bwMode="auto">
          <a:xfrm flipH="1" flipV="1">
            <a:off x="3497518" y="5013991"/>
            <a:ext cx="138113" cy="142875"/>
          </a:xfrm>
          <a:prstGeom prst="ellipse">
            <a:avLst/>
          </a:pr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800" b="1">
                <a:solidFill>
                  <a:schemeClr val="tx1"/>
                </a:solidFill>
                <a:latin typeface="楷体_GB2312" pitchFamily="49" charset="-122"/>
                <a:ea typeface="楷体_GB2312" pitchFamily="49" charset="-122"/>
              </a:defRPr>
            </a:lvl1pPr>
            <a:lvl2pPr marL="742950" indent="-285750" eaLnBrk="0" hangingPunct="0">
              <a:defRPr sz="2800" b="1">
                <a:solidFill>
                  <a:schemeClr val="tx1"/>
                </a:solidFill>
                <a:latin typeface="楷体_GB2312" pitchFamily="49" charset="-122"/>
                <a:ea typeface="楷体_GB2312" pitchFamily="49" charset="-122"/>
              </a:defRPr>
            </a:lvl2pPr>
            <a:lvl3pPr marL="1143000" indent="-228600" eaLnBrk="0" hangingPunct="0">
              <a:defRPr sz="2800" b="1">
                <a:solidFill>
                  <a:schemeClr val="tx1"/>
                </a:solidFill>
                <a:latin typeface="楷体_GB2312" pitchFamily="49" charset="-122"/>
                <a:ea typeface="楷体_GB2312" pitchFamily="49" charset="-122"/>
              </a:defRPr>
            </a:lvl3pPr>
            <a:lvl4pPr marL="1600200" indent="-228600" eaLnBrk="0" hangingPunct="0">
              <a:defRPr sz="2800" b="1">
                <a:solidFill>
                  <a:schemeClr val="tx1"/>
                </a:solidFill>
                <a:latin typeface="楷体_GB2312" pitchFamily="49" charset="-122"/>
                <a:ea typeface="楷体_GB2312" pitchFamily="49" charset="-122"/>
              </a:defRPr>
            </a:lvl4pPr>
            <a:lvl5pPr marL="2057400" indent="-228600" eaLnBrk="0" hangingPunct="0">
              <a:defRPr sz="2800" b="1">
                <a:solidFill>
                  <a:schemeClr val="tx1"/>
                </a:solidFill>
                <a:latin typeface="楷体_GB2312" pitchFamily="49" charset="-122"/>
                <a:ea typeface="楷体_GB2312" pitchFamily="49" charset="-122"/>
              </a:defRPr>
            </a:lvl5pPr>
            <a:lvl6pPr marL="25146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6pPr>
            <a:lvl7pPr marL="29718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7pPr>
            <a:lvl8pPr marL="34290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8pPr>
            <a:lvl9pPr marL="3886200" indent="-228600" eaLnBrk="0" fontAlgn="base" hangingPunct="0">
              <a:spcBef>
                <a:spcPct val="0"/>
              </a:spcBef>
              <a:spcAft>
                <a:spcPct val="0"/>
              </a:spcAft>
              <a:defRPr sz="2800" b="1">
                <a:solidFill>
                  <a:schemeClr val="tx1"/>
                </a:solidFill>
                <a:latin typeface="楷体_GB2312" pitchFamily="49" charset="-122"/>
                <a:ea typeface="楷体_GB2312"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prstClr val="black"/>
              </a:solidFill>
              <a:effectLst/>
              <a:uLnTx/>
              <a:uFillTx/>
              <a:ea typeface="楷体_GB2312" pitchFamily="49" charset="-122"/>
            </a:endParaRPr>
          </a:p>
        </p:txBody>
      </p:sp>
      <p:sp>
        <p:nvSpPr>
          <p:cNvPr id="392" name="Text Box 3">
            <a:extLst>
              <a:ext uri="{FF2B5EF4-FFF2-40B4-BE49-F238E27FC236}">
                <a16:creationId xmlns:a16="http://schemas.microsoft.com/office/drawing/2014/main" xmlns="" id="{695B213D-2EF1-418C-837F-435BEB9C5A34}"/>
              </a:ext>
            </a:extLst>
          </p:cNvPr>
          <p:cNvSpPr txBox="1">
            <a:spLocks noChangeArrowheads="1"/>
          </p:cNvSpPr>
          <p:nvPr/>
        </p:nvSpPr>
        <p:spPr bwMode="auto">
          <a:xfrm>
            <a:off x="8168512" y="1226335"/>
            <a:ext cx="1310197" cy="662554"/>
          </a:xfrm>
          <a:prstGeom prst="rect">
            <a:avLst/>
          </a:prstGeom>
          <a:noFill/>
          <a:ln w="9525">
            <a:noFill/>
            <a:miter lim="800000"/>
            <a:headEnd/>
            <a:tailEnd/>
          </a:ln>
        </p:spPr>
        <p:txBody>
          <a:bodyPr wrap="square">
            <a:spAutoFit/>
          </a:bodyPr>
          <a:lstStyle/>
          <a:p>
            <a:pPr algn="ctr" defTabSz="914400">
              <a:lnSpc>
                <a:spcPct val="150000"/>
              </a:lnSpc>
              <a:spcBef>
                <a:spcPts val="0"/>
              </a:spcBef>
            </a:pPr>
            <a:r>
              <a:rPr kumimoji="1" lang="zh-CN" altLang="en-US" sz="2800" b="1" dirty="0">
                <a:solidFill>
                  <a:srgbClr val="FF0000"/>
                </a:solidFill>
                <a:latin typeface="微软雅黑" pitchFamily="34" charset="-122"/>
                <a:ea typeface="微软雅黑" pitchFamily="34" charset="-122"/>
              </a:rPr>
              <a:t>硅晶体</a:t>
            </a:r>
          </a:p>
        </p:txBody>
      </p:sp>
      <p:sp>
        <p:nvSpPr>
          <p:cNvPr id="393" name="Text Box 2">
            <a:extLst>
              <a:ext uri="{FF2B5EF4-FFF2-40B4-BE49-F238E27FC236}">
                <a16:creationId xmlns:a16="http://schemas.microsoft.com/office/drawing/2014/main" xmlns="" id="{620FCF9C-2AF6-40EB-AB9B-0C9DE1C54ED9}"/>
              </a:ext>
            </a:extLst>
          </p:cNvPr>
          <p:cNvSpPr txBox="1">
            <a:spLocks noChangeArrowheads="1"/>
          </p:cNvSpPr>
          <p:nvPr/>
        </p:nvSpPr>
        <p:spPr bwMode="auto">
          <a:xfrm>
            <a:off x="4871558" y="1019386"/>
            <a:ext cx="3222968" cy="646331"/>
          </a:xfrm>
          <a:prstGeom prst="rect">
            <a:avLst/>
          </a:prstGeom>
          <a:noFill/>
          <a:ln w="9525">
            <a:noFill/>
            <a:miter lim="800000"/>
            <a:headEnd/>
            <a:tailEnd/>
          </a:ln>
        </p:spPr>
        <p:txBody>
          <a:bodyPr wrap="square">
            <a:spAutoFit/>
          </a:bodyPr>
          <a:lstStyle/>
          <a:p>
            <a:pPr algn="ctr" defTabSz="914400">
              <a:spcBef>
                <a:spcPct val="50000"/>
              </a:spcBef>
            </a:pPr>
            <a:r>
              <a:rPr kumimoji="1" lang="en-US" altLang="zh-CN" sz="3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P</a:t>
            </a:r>
            <a:r>
              <a:rPr kumimoji="1" lang="zh-CN" altLang="en-US" sz="36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型半导体</a:t>
            </a:r>
          </a:p>
        </p:txBody>
      </p:sp>
      <p:sp>
        <p:nvSpPr>
          <p:cNvPr id="394" name="Text Box 3">
            <a:extLst>
              <a:ext uri="{FF2B5EF4-FFF2-40B4-BE49-F238E27FC236}">
                <a16:creationId xmlns:a16="http://schemas.microsoft.com/office/drawing/2014/main" xmlns="" id="{64A20667-03B0-4BC0-A074-1D50CA9AAEA7}"/>
              </a:ext>
            </a:extLst>
          </p:cNvPr>
          <p:cNvSpPr txBox="1">
            <a:spLocks noChangeArrowheads="1"/>
          </p:cNvSpPr>
          <p:nvPr/>
        </p:nvSpPr>
        <p:spPr bwMode="auto">
          <a:xfrm>
            <a:off x="8180199" y="5842798"/>
            <a:ext cx="5118564" cy="1179810"/>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noFill/>
            <a:miter lim="800000"/>
            <a:headEnd/>
            <a:tailEnd/>
          </a:ln>
        </p:spPr>
        <p:txBody>
          <a:bodyPr wrap="square" lIns="0" tIns="0" rIns="0" bIns="0">
            <a:spAutoFit/>
          </a:bodyPr>
          <a:lstStyle/>
          <a:p>
            <a:pPr algn="ctr" defTabSz="914400">
              <a:lnSpc>
                <a:spcPts val="4600"/>
              </a:lnSpc>
              <a:spcBef>
                <a:spcPct val="50000"/>
              </a:spcBef>
            </a:pPr>
            <a:r>
              <a:rPr kumimoji="1" lang="zh-CN" altLang="en-US" sz="2400" b="1" dirty="0">
                <a:latin typeface="微软雅黑" pitchFamily="34" charset="-122"/>
                <a:ea typeface="微软雅黑" pitchFamily="34" charset="-122"/>
                <a:cs typeface="Times New Roman" pitchFamily="18" charset="0"/>
              </a:rPr>
              <a:t>容易获得电子的原子称为</a:t>
            </a:r>
            <a:r>
              <a:rPr kumimoji="1" lang="zh-CN" altLang="en-US" sz="2400" b="1" dirty="0">
                <a:solidFill>
                  <a:srgbClr val="FF0000"/>
                </a:solidFill>
                <a:latin typeface="微软雅黑" pitchFamily="34" charset="-122"/>
                <a:ea typeface="微软雅黑" pitchFamily="34" charset="-122"/>
                <a:cs typeface="Times New Roman" pitchFamily="18" charset="0"/>
              </a:rPr>
              <a:t>受主</a:t>
            </a:r>
            <a:r>
              <a:rPr kumimoji="1" lang="zh-CN" altLang="en-US" sz="2400" b="1" dirty="0">
                <a:latin typeface="微软雅黑" pitchFamily="34" charset="-122"/>
                <a:ea typeface="微软雅黑" pitchFamily="34" charset="-122"/>
                <a:cs typeface="Times New Roman" pitchFamily="18" charset="0"/>
              </a:rPr>
              <a:t>。受主获取电子的能量状态称为</a:t>
            </a:r>
            <a:r>
              <a:rPr kumimoji="1" lang="zh-CN" altLang="en-US" sz="2400" b="1" dirty="0">
                <a:solidFill>
                  <a:srgbClr val="FF0000"/>
                </a:solidFill>
                <a:latin typeface="微软雅黑" pitchFamily="34" charset="-122"/>
                <a:ea typeface="微软雅黑" pitchFamily="34" charset="-122"/>
                <a:cs typeface="Times New Roman" pitchFamily="18" charset="0"/>
              </a:rPr>
              <a:t>受主能级</a:t>
            </a:r>
            <a:r>
              <a:rPr kumimoji="1" lang="zh-CN" altLang="en-US" sz="2400" b="1" dirty="0">
                <a:latin typeface="微软雅黑" pitchFamily="34" charset="-122"/>
                <a:ea typeface="微软雅黑" pitchFamily="34" charset="-122"/>
                <a:cs typeface="Times New Roman" pitchFamily="18" charset="0"/>
              </a:rPr>
              <a:t>。</a:t>
            </a:r>
          </a:p>
        </p:txBody>
      </p:sp>
      <p:sp>
        <p:nvSpPr>
          <p:cNvPr id="395" name="Text Box 3">
            <a:extLst>
              <a:ext uri="{FF2B5EF4-FFF2-40B4-BE49-F238E27FC236}">
                <a16:creationId xmlns:a16="http://schemas.microsoft.com/office/drawing/2014/main" xmlns="" id="{76690CDD-5E4E-483E-AF27-F7BC4B7FA6D1}"/>
              </a:ext>
            </a:extLst>
          </p:cNvPr>
          <p:cNvSpPr txBox="1">
            <a:spLocks noChangeArrowheads="1"/>
          </p:cNvSpPr>
          <p:nvPr/>
        </p:nvSpPr>
        <p:spPr bwMode="auto">
          <a:xfrm>
            <a:off x="9703155" y="1292717"/>
            <a:ext cx="816313" cy="553998"/>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31750">
            <a:noFill/>
            <a:miter lim="800000"/>
            <a:headEnd/>
            <a:tailEnd/>
          </a:ln>
        </p:spPr>
        <p:txBody>
          <a:bodyPr wrap="square" lIns="0" tIns="0" rIns="0" bIns="0">
            <a:spAutoFit/>
          </a:bodyPr>
          <a:lstStyle/>
          <a:p>
            <a:pPr algn="ctr" defTabSz="914400">
              <a:lnSpc>
                <a:spcPct val="150000"/>
              </a:lnSpc>
              <a:spcBef>
                <a:spcPts val="0"/>
              </a:spcBef>
            </a:pPr>
            <a:r>
              <a:rPr kumimoji="1" lang="zh-CN" altLang="en-US" sz="2400" b="1" dirty="0">
                <a:latin typeface="微软雅黑" pitchFamily="34" charset="-122"/>
                <a:ea typeface="微软雅黑" pitchFamily="34" charset="-122"/>
              </a:rPr>
              <a:t>掺杂</a:t>
            </a:r>
          </a:p>
        </p:txBody>
      </p:sp>
      <p:sp>
        <p:nvSpPr>
          <p:cNvPr id="396" name="Text Box 3">
            <a:extLst>
              <a:ext uri="{FF2B5EF4-FFF2-40B4-BE49-F238E27FC236}">
                <a16:creationId xmlns:a16="http://schemas.microsoft.com/office/drawing/2014/main" xmlns="" id="{216E7E95-B0BE-4167-B18C-CEFC5C5C9D80}"/>
              </a:ext>
            </a:extLst>
          </p:cNvPr>
          <p:cNvSpPr txBox="1">
            <a:spLocks noChangeArrowheads="1"/>
          </p:cNvSpPr>
          <p:nvPr/>
        </p:nvSpPr>
        <p:spPr bwMode="auto">
          <a:xfrm>
            <a:off x="10845377" y="1267402"/>
            <a:ext cx="2135993" cy="488532"/>
          </a:xfrm>
          <a:prstGeom prst="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w="31750">
            <a:noFill/>
            <a:miter lim="800000"/>
            <a:headEnd/>
            <a:tailEnd/>
          </a:ln>
        </p:spPr>
        <p:txBody>
          <a:bodyPr wrap="square" lIns="0" tIns="0" rIns="0" bIns="0">
            <a:spAutoFit/>
          </a:bodyPr>
          <a:lstStyle/>
          <a:p>
            <a:pPr algn="ctr" defTabSz="914400">
              <a:lnSpc>
                <a:spcPct val="150000"/>
              </a:lnSpc>
              <a:spcBef>
                <a:spcPts val="0"/>
              </a:spcBef>
            </a:pPr>
            <a:r>
              <a:rPr kumimoji="1" lang="zh-CN" altLang="en-US" sz="2400" b="1" dirty="0">
                <a:latin typeface="Times New Roman" panose="02020603050405020304" pitchFamily="18" charset="0"/>
                <a:ea typeface="微软雅黑" pitchFamily="34" charset="-122"/>
                <a:cs typeface="Times New Roman" panose="02020603050405020304" pitchFamily="18" charset="0"/>
              </a:rPr>
              <a:t>三价原子</a:t>
            </a:r>
            <a:r>
              <a:rPr kumimoji="1" lang="zh-CN" altLang="en-US" sz="2400" b="1" dirty="0">
                <a:solidFill>
                  <a:srgbClr val="FF0000"/>
                </a:solidFill>
                <a:latin typeface="微软雅黑" pitchFamily="34" charset="-122"/>
                <a:ea typeface="微软雅黑" pitchFamily="34" charset="-122"/>
                <a:cs typeface="Times New Roman" pitchFamily="18" charset="0"/>
              </a:rPr>
              <a:t>硼</a:t>
            </a:r>
            <a:r>
              <a:rPr kumimoji="1" lang="en-US" altLang="zh-CN" sz="2400" b="1" dirty="0">
                <a:solidFill>
                  <a:srgbClr val="FF0000"/>
                </a:solidFill>
                <a:latin typeface="微软雅黑" pitchFamily="34" charset="-122"/>
                <a:ea typeface="微软雅黑" pitchFamily="34" charset="-122"/>
                <a:cs typeface="Times New Roman" pitchFamily="18" charset="0"/>
              </a:rPr>
              <a:t>(B)</a:t>
            </a:r>
            <a:endParaRPr kumimoji="1" lang="en-US" altLang="zh-CN" sz="2400" b="1" dirty="0">
              <a:latin typeface="Times New Roman" panose="02020603050405020304" pitchFamily="18" charset="0"/>
              <a:ea typeface="微软雅黑" pitchFamily="34" charset="-122"/>
              <a:cs typeface="Times New Roman" panose="02020603050405020304" pitchFamily="18" charset="0"/>
            </a:endParaRPr>
          </a:p>
        </p:txBody>
      </p:sp>
      <p:sp>
        <p:nvSpPr>
          <p:cNvPr id="397" name="Text Box 3">
            <a:extLst>
              <a:ext uri="{FF2B5EF4-FFF2-40B4-BE49-F238E27FC236}">
                <a16:creationId xmlns:a16="http://schemas.microsoft.com/office/drawing/2014/main" xmlns="" id="{77EE72F7-0560-497A-A647-AFA3AEF3FAA4}"/>
              </a:ext>
            </a:extLst>
          </p:cNvPr>
          <p:cNvSpPr txBox="1">
            <a:spLocks noChangeArrowheads="1"/>
          </p:cNvSpPr>
          <p:nvPr/>
        </p:nvSpPr>
        <p:spPr bwMode="auto">
          <a:xfrm>
            <a:off x="9203654" y="2080408"/>
            <a:ext cx="3434317" cy="553998"/>
          </a:xfrm>
          <a:prstGeom prst="rect">
            <a:avLst/>
          </a:prstGeom>
          <a:gradFill>
            <a:gsLst>
              <a:gs pos="0">
                <a:schemeClr val="accent4">
                  <a:lumMod val="67000"/>
                </a:schemeClr>
              </a:gs>
              <a:gs pos="48000">
                <a:schemeClr val="accent4">
                  <a:lumMod val="97000"/>
                  <a:lumOff val="3000"/>
                </a:schemeClr>
              </a:gs>
              <a:gs pos="100000">
                <a:schemeClr val="accent4">
                  <a:lumMod val="60000"/>
                  <a:lumOff val="40000"/>
                </a:schemeClr>
              </a:gs>
            </a:gsLst>
            <a:lin ang="16200000" scaled="1"/>
          </a:gradFill>
          <a:ln w="31750">
            <a:noFill/>
            <a:miter lim="800000"/>
            <a:headEnd/>
            <a:tailEnd/>
          </a:ln>
        </p:spPr>
        <p:txBody>
          <a:bodyPr wrap="square" lIns="0" tIns="0" rIns="0" bIns="0">
            <a:spAutoFit/>
          </a:bodyPr>
          <a:lstStyle/>
          <a:p>
            <a:pPr algn="ctr" defTabSz="914400">
              <a:lnSpc>
                <a:spcPct val="150000"/>
              </a:lnSpc>
              <a:spcBef>
                <a:spcPts val="0"/>
              </a:spcBef>
            </a:pPr>
            <a:r>
              <a:rPr kumimoji="1" lang="zh-CN" altLang="en-US" sz="2400" b="1" dirty="0">
                <a:latin typeface="微软雅黑" pitchFamily="34" charset="-122"/>
                <a:ea typeface="微软雅黑" pitchFamily="34" charset="-122"/>
              </a:rPr>
              <a:t>硅原子被硼原子所替代</a:t>
            </a:r>
          </a:p>
        </p:txBody>
      </p:sp>
      <p:sp>
        <p:nvSpPr>
          <p:cNvPr id="398" name="Text Box 3">
            <a:extLst>
              <a:ext uri="{FF2B5EF4-FFF2-40B4-BE49-F238E27FC236}">
                <a16:creationId xmlns:a16="http://schemas.microsoft.com/office/drawing/2014/main" xmlns="" id="{4833C7C4-8F73-446A-B7A0-F48CD26C26B0}"/>
              </a:ext>
            </a:extLst>
          </p:cNvPr>
          <p:cNvSpPr txBox="1">
            <a:spLocks noChangeArrowheads="1"/>
          </p:cNvSpPr>
          <p:nvPr/>
        </p:nvSpPr>
        <p:spPr bwMode="auto">
          <a:xfrm>
            <a:off x="9025057" y="2989546"/>
            <a:ext cx="3943878" cy="1107996"/>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noFill/>
            <a:miter lim="800000"/>
            <a:headEnd/>
            <a:tailEnd/>
          </a:ln>
        </p:spPr>
        <p:txBody>
          <a:bodyPr wrap="square" lIns="0" tIns="0" rIns="0" bIns="0">
            <a:spAutoFit/>
          </a:bodyPr>
          <a:lstStyle/>
          <a:p>
            <a:pPr algn="ctr" defTabSz="914400">
              <a:spcBef>
                <a:spcPts val="0"/>
              </a:spcBef>
            </a:pPr>
            <a:r>
              <a:rPr kumimoji="1" lang="zh-CN" altLang="en-US" sz="2400" b="1" dirty="0">
                <a:latin typeface="微软雅黑" pitchFamily="34" charset="-122"/>
                <a:ea typeface="微软雅黑" pitchFamily="34" charset="-122"/>
              </a:rPr>
              <a:t>硼原子形成共价键稳定结构缺一个电子，会从硅中获取一个电子形成稳定结构</a:t>
            </a:r>
          </a:p>
        </p:txBody>
      </p:sp>
      <p:sp>
        <p:nvSpPr>
          <p:cNvPr id="399" name="Text Box 3">
            <a:extLst>
              <a:ext uri="{FF2B5EF4-FFF2-40B4-BE49-F238E27FC236}">
                <a16:creationId xmlns:a16="http://schemas.microsoft.com/office/drawing/2014/main" xmlns="" id="{B6C30C74-82D4-4CE4-8103-8F72308A6A8C}"/>
              </a:ext>
            </a:extLst>
          </p:cNvPr>
          <p:cNvSpPr txBox="1">
            <a:spLocks noChangeArrowheads="1"/>
          </p:cNvSpPr>
          <p:nvPr/>
        </p:nvSpPr>
        <p:spPr bwMode="auto">
          <a:xfrm>
            <a:off x="9292470" y="4472510"/>
            <a:ext cx="3334602" cy="1107996"/>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31750">
            <a:noFill/>
            <a:miter lim="800000"/>
            <a:headEnd/>
            <a:tailEnd/>
          </a:ln>
        </p:spPr>
        <p:txBody>
          <a:bodyPr wrap="square" lIns="0" tIns="0" rIns="0" bIns="0">
            <a:spAutoFit/>
          </a:bodyPr>
          <a:lstStyle/>
          <a:p>
            <a:pPr algn="ctr" defTabSz="914400">
              <a:lnSpc>
                <a:spcPct val="150000"/>
              </a:lnSpc>
              <a:spcBef>
                <a:spcPts val="0"/>
              </a:spcBef>
            </a:pPr>
            <a:r>
              <a:rPr kumimoji="1" lang="zh-CN" altLang="en-US" sz="2400" b="1" dirty="0">
                <a:latin typeface="微软雅黑" pitchFamily="34" charset="-122"/>
                <a:ea typeface="微软雅黑" pitchFamily="34" charset="-122"/>
                <a:cs typeface="Times New Roman" pitchFamily="18" charset="0"/>
              </a:rPr>
              <a:t>硼变成负离子</a:t>
            </a:r>
            <a:endParaRPr kumimoji="1" lang="en-US" altLang="zh-CN" sz="2400" b="1" dirty="0">
              <a:latin typeface="微软雅黑" pitchFamily="34" charset="-122"/>
              <a:ea typeface="微软雅黑" pitchFamily="34" charset="-122"/>
              <a:cs typeface="Times New Roman" pitchFamily="18" charset="0"/>
            </a:endParaRPr>
          </a:p>
          <a:p>
            <a:pPr algn="ctr" defTabSz="914400">
              <a:lnSpc>
                <a:spcPct val="150000"/>
              </a:lnSpc>
              <a:spcBef>
                <a:spcPts val="0"/>
              </a:spcBef>
            </a:pPr>
            <a:r>
              <a:rPr kumimoji="1" lang="zh-CN" altLang="en-US" sz="2400" b="1" dirty="0">
                <a:latin typeface="微软雅黑" pitchFamily="34" charset="-122"/>
                <a:ea typeface="微软雅黑" pitchFamily="34" charset="-122"/>
                <a:cs typeface="Times New Roman" pitchFamily="18" charset="0"/>
              </a:rPr>
              <a:t>硅晶体中出现自由空穴</a:t>
            </a:r>
          </a:p>
        </p:txBody>
      </p:sp>
    </p:spTree>
    <p:extLst>
      <p:ext uri="{BB962C8B-B14F-4D97-AF65-F5344CB8AC3E}">
        <p14:creationId xmlns:p14="http://schemas.microsoft.com/office/powerpoint/2010/main" val="277347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box(in)">
                                      <p:cBhvr>
                                        <p:cTn id="7" dur="5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77"/>
                                        </p:tgtEl>
                                        <p:attrNameLst>
                                          <p:attrName>style.visibility</p:attrName>
                                        </p:attrNameLst>
                                      </p:cBhvr>
                                      <p:to>
                                        <p:strVal val="visible"/>
                                      </p:to>
                                    </p:set>
                                    <p:animEffect transition="in" filter="box(in)">
                                      <p:cBhvr>
                                        <p:cTn id="12" dur="500"/>
                                        <p:tgtEl>
                                          <p:spTgt spid="377"/>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389"/>
                                        </p:tgtEl>
                                        <p:attrNameLst>
                                          <p:attrName>style.visibility</p:attrName>
                                        </p:attrNameLst>
                                      </p:cBhvr>
                                      <p:to>
                                        <p:strVal val="visible"/>
                                      </p:to>
                                    </p:set>
                                    <p:animEffect transition="in" filter="box(in)">
                                      <p:cBhvr>
                                        <p:cTn id="15" dur="500"/>
                                        <p:tgtEl>
                                          <p:spTgt spid="389"/>
                                        </p:tgtEl>
                                      </p:cBhvr>
                                    </p:animEffect>
                                  </p:childTnLst>
                                </p:cTn>
                              </p:par>
                            </p:childTnLst>
                          </p:cTn>
                        </p:par>
                      </p:childTnLst>
                    </p:cTn>
                  </p:par>
                  <p:par>
                    <p:cTn id="16" fill="hold">
                      <p:stCondLst>
                        <p:cond delay="indefinite"/>
                      </p:stCondLst>
                      <p:childTnLst>
                        <p:par>
                          <p:cTn id="17" fill="hold">
                            <p:stCondLst>
                              <p:cond delay="0"/>
                            </p:stCondLst>
                            <p:childTnLst>
                              <p:par>
                                <p:cTn id="18" presetID="0" presetClass="path" presetSubtype="0" accel="50000" decel="50000" fill="hold" grpId="1" nodeType="clickEffect">
                                  <p:stCondLst>
                                    <p:cond delay="0"/>
                                  </p:stCondLst>
                                  <p:childTnLst>
                                    <p:animMotion origin="layout" path="M -3.60144E-6 -3.12757E-6 C 0.02049 -0.01934 0.04155 -0.03868 0.0603 -0.0395 C 0.07905 -0.04033 0.10242 -0.03477 0.11272 -0.00514 C 0.12314 0.02428 0.12244 0.08046 0.1221 0.13683 " pathEditMode="relative" rAng="0" ptsTypes="AAAA">
                                      <p:cBhvr>
                                        <p:cTn id="19" dur="2000" fill="hold"/>
                                        <p:tgtEl>
                                          <p:spTgt spid="389"/>
                                        </p:tgtEl>
                                        <p:attrNameLst>
                                          <p:attrName>ppt_x</p:attrName>
                                          <p:attrName>ppt_y</p:attrName>
                                        </p:attrNameLst>
                                      </p:cBhvr>
                                      <p:rCtr x="6110" y="4856"/>
                                    </p:animMotion>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nodeType="clickEffect">
                                  <p:stCondLst>
                                    <p:cond delay="0"/>
                                  </p:stCondLst>
                                  <p:childTnLst>
                                    <p:set>
                                      <p:cBhvr>
                                        <p:cTn id="23" dur="1" fill="hold">
                                          <p:stCondLst>
                                            <p:cond delay="0"/>
                                          </p:stCondLst>
                                        </p:cTn>
                                        <p:tgtEl>
                                          <p:spTgt spid="109"/>
                                        </p:tgtEl>
                                        <p:attrNameLst>
                                          <p:attrName>style.visibility</p:attrName>
                                        </p:attrNameLst>
                                      </p:cBhvr>
                                      <p:to>
                                        <p:strVal val="visible"/>
                                      </p:to>
                                    </p:set>
                                    <p:animEffect transition="in" filter="box(in)">
                                      <p:cBhvr>
                                        <p:cTn id="24" dur="500"/>
                                        <p:tgtEl>
                                          <p:spTgt spid="109"/>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113"/>
                                        </p:tgtEl>
                                        <p:attrNameLst>
                                          <p:attrName>style.visibility</p:attrName>
                                        </p:attrNameLst>
                                      </p:cBhvr>
                                      <p:to>
                                        <p:strVal val="visible"/>
                                      </p:to>
                                    </p:set>
                                    <p:animEffect transition="in" filter="box(in)">
                                      <p:cBhvr>
                                        <p:cTn id="27" dur="500"/>
                                        <p:tgtEl>
                                          <p:spTgt spid="11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ox(in)">
                                      <p:cBhvr>
                                        <p:cTn id="32" dur="500"/>
                                        <p:tgtEl>
                                          <p:spTgt spid="10"/>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box(in)">
                                      <p:cBhvr>
                                        <p:cTn id="35" dur="500"/>
                                        <p:tgtEl>
                                          <p:spTgt spid="14"/>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box(in)">
                                      <p:cBhvr>
                                        <p:cTn id="38" dur="500"/>
                                        <p:tgtEl>
                                          <p:spTgt spid="15"/>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box(in)">
                                      <p:cBhvr>
                                        <p:cTn id="41" dur="500"/>
                                        <p:tgtEl>
                                          <p:spTgt spid="16"/>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box(in)">
                                      <p:cBhvr>
                                        <p:cTn id="44" dur="500"/>
                                        <p:tgtEl>
                                          <p:spTgt spid="17"/>
                                        </p:tgtEl>
                                      </p:cBhvr>
                                    </p:animEffect>
                                  </p:childTnLst>
                                </p:cTn>
                              </p:par>
                              <p:par>
                                <p:cTn id="45" presetID="4" presetClass="entr" presetSubtype="16"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box(in)">
                                      <p:cBhvr>
                                        <p:cTn id="47" dur="500"/>
                                        <p:tgtEl>
                                          <p:spTgt spid="18"/>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box(in)">
                                      <p:cBhvr>
                                        <p:cTn id="50" dur="500"/>
                                        <p:tgtEl>
                                          <p:spTgt spid="19"/>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box(in)">
                                      <p:cBhvr>
                                        <p:cTn id="53" dur="500"/>
                                        <p:tgtEl>
                                          <p:spTgt spid="21"/>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box(in)">
                                      <p:cBhvr>
                                        <p:cTn id="56" dur="500"/>
                                        <p:tgtEl>
                                          <p:spTgt spid="22"/>
                                        </p:tgtEl>
                                      </p:cBhvr>
                                    </p:animEffect>
                                  </p:childTnLst>
                                </p:cTn>
                              </p:par>
                              <p:par>
                                <p:cTn id="57" presetID="4" presetClass="entr" presetSubtype="16"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box(in)">
                                      <p:cBhvr>
                                        <p:cTn id="59" dur="500"/>
                                        <p:tgtEl>
                                          <p:spTgt spid="23"/>
                                        </p:tgtEl>
                                      </p:cBhvr>
                                    </p:animEffect>
                                  </p:childTnLst>
                                </p:cTn>
                              </p:par>
                              <p:par>
                                <p:cTn id="60" presetID="4" presetClass="entr" presetSubtype="16"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box(in)">
                                      <p:cBhvr>
                                        <p:cTn id="62" dur="500"/>
                                        <p:tgtEl>
                                          <p:spTgt spid="24"/>
                                        </p:tgtEl>
                                      </p:cBhvr>
                                    </p:animEffect>
                                  </p:childTnLst>
                                </p:cTn>
                              </p:par>
                              <p:par>
                                <p:cTn id="63" presetID="4" presetClass="entr" presetSubtype="16"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box(in)">
                                      <p:cBhvr>
                                        <p:cTn id="65" dur="500"/>
                                        <p:tgtEl>
                                          <p:spTgt spid="27"/>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box(in)">
                                      <p:cBhvr>
                                        <p:cTn id="68" dur="500"/>
                                        <p:tgtEl>
                                          <p:spTgt spid="28"/>
                                        </p:tgtEl>
                                      </p:cBhvr>
                                    </p:animEffect>
                                  </p:childTnLst>
                                </p:cTn>
                              </p:par>
                              <p:par>
                                <p:cTn id="69" presetID="4" presetClass="entr" presetSubtype="16" fill="hold" nodeType="with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box(in)">
                                      <p:cBhvr>
                                        <p:cTn id="71" dur="500"/>
                                        <p:tgtEl>
                                          <p:spTgt spid="29"/>
                                        </p:tgtEl>
                                      </p:cBhvr>
                                    </p:animEffect>
                                  </p:childTnLst>
                                </p:cTn>
                              </p:par>
                              <p:par>
                                <p:cTn id="72" presetID="4" presetClass="entr" presetSubtype="16" fill="hold" nodeType="withEffect">
                                  <p:stCondLst>
                                    <p:cond delay="0"/>
                                  </p:stCondLst>
                                  <p:childTnLst>
                                    <p:set>
                                      <p:cBhvr>
                                        <p:cTn id="73" dur="1" fill="hold">
                                          <p:stCondLst>
                                            <p:cond delay="0"/>
                                          </p:stCondLst>
                                        </p:cTn>
                                        <p:tgtEl>
                                          <p:spTgt spid="44"/>
                                        </p:tgtEl>
                                        <p:attrNameLst>
                                          <p:attrName>style.visibility</p:attrName>
                                        </p:attrNameLst>
                                      </p:cBhvr>
                                      <p:to>
                                        <p:strVal val="visible"/>
                                      </p:to>
                                    </p:set>
                                    <p:animEffect transition="in" filter="box(in)">
                                      <p:cBhvr>
                                        <p:cTn id="74" dur="500"/>
                                        <p:tgtEl>
                                          <p:spTgt spid="44"/>
                                        </p:tgtEl>
                                      </p:cBhvr>
                                    </p:animEffect>
                                  </p:childTnLst>
                                </p:cTn>
                              </p:par>
                              <p:par>
                                <p:cTn id="75" presetID="4" presetClass="entr" presetSubtype="16" fill="hold" nodeType="withEffect">
                                  <p:stCondLst>
                                    <p:cond delay="0"/>
                                  </p:stCondLst>
                                  <p:childTnLst>
                                    <p:set>
                                      <p:cBhvr>
                                        <p:cTn id="76" dur="1" fill="hold">
                                          <p:stCondLst>
                                            <p:cond delay="0"/>
                                          </p:stCondLst>
                                        </p:cTn>
                                        <p:tgtEl>
                                          <p:spTgt spid="57"/>
                                        </p:tgtEl>
                                        <p:attrNameLst>
                                          <p:attrName>style.visibility</p:attrName>
                                        </p:attrNameLst>
                                      </p:cBhvr>
                                      <p:to>
                                        <p:strVal val="visible"/>
                                      </p:to>
                                    </p:set>
                                    <p:animEffect transition="in" filter="box(in)">
                                      <p:cBhvr>
                                        <p:cTn id="77" dur="500"/>
                                        <p:tgtEl>
                                          <p:spTgt spid="57"/>
                                        </p:tgtEl>
                                      </p:cBhvr>
                                    </p:animEffect>
                                  </p:childTnLst>
                                </p:cTn>
                              </p:par>
                              <p:par>
                                <p:cTn id="78" presetID="4" presetClass="entr" presetSubtype="16" fill="hold" nodeType="withEffect">
                                  <p:stCondLst>
                                    <p:cond delay="0"/>
                                  </p:stCondLst>
                                  <p:childTnLst>
                                    <p:set>
                                      <p:cBhvr>
                                        <p:cTn id="79" dur="1" fill="hold">
                                          <p:stCondLst>
                                            <p:cond delay="0"/>
                                          </p:stCondLst>
                                        </p:cTn>
                                        <p:tgtEl>
                                          <p:spTgt spid="70"/>
                                        </p:tgtEl>
                                        <p:attrNameLst>
                                          <p:attrName>style.visibility</p:attrName>
                                        </p:attrNameLst>
                                      </p:cBhvr>
                                      <p:to>
                                        <p:strVal val="visible"/>
                                      </p:to>
                                    </p:set>
                                    <p:animEffect transition="in" filter="box(in)">
                                      <p:cBhvr>
                                        <p:cTn id="80" dur="500"/>
                                        <p:tgtEl>
                                          <p:spTgt spid="70"/>
                                        </p:tgtEl>
                                      </p:cBhvr>
                                    </p:animEffect>
                                  </p:childTnLst>
                                </p:cTn>
                              </p:par>
                              <p:par>
                                <p:cTn id="81" presetID="4" presetClass="entr" presetSubtype="16" fill="hold" nodeType="withEffect">
                                  <p:stCondLst>
                                    <p:cond delay="0"/>
                                  </p:stCondLst>
                                  <p:childTnLst>
                                    <p:set>
                                      <p:cBhvr>
                                        <p:cTn id="82" dur="1" fill="hold">
                                          <p:stCondLst>
                                            <p:cond delay="0"/>
                                          </p:stCondLst>
                                        </p:cTn>
                                        <p:tgtEl>
                                          <p:spTgt spid="83"/>
                                        </p:tgtEl>
                                        <p:attrNameLst>
                                          <p:attrName>style.visibility</p:attrName>
                                        </p:attrNameLst>
                                      </p:cBhvr>
                                      <p:to>
                                        <p:strVal val="visible"/>
                                      </p:to>
                                    </p:set>
                                    <p:animEffect transition="in" filter="box(in)">
                                      <p:cBhvr>
                                        <p:cTn id="83" dur="500"/>
                                        <p:tgtEl>
                                          <p:spTgt spid="83"/>
                                        </p:tgtEl>
                                      </p:cBhvr>
                                    </p:animEffect>
                                  </p:childTnLst>
                                </p:cTn>
                              </p:par>
                              <p:par>
                                <p:cTn id="84" presetID="4" presetClass="entr" presetSubtype="16" fill="hold" nodeType="withEffect">
                                  <p:stCondLst>
                                    <p:cond delay="0"/>
                                  </p:stCondLst>
                                  <p:childTnLst>
                                    <p:set>
                                      <p:cBhvr>
                                        <p:cTn id="85" dur="1" fill="hold">
                                          <p:stCondLst>
                                            <p:cond delay="0"/>
                                          </p:stCondLst>
                                        </p:cTn>
                                        <p:tgtEl>
                                          <p:spTgt spid="96"/>
                                        </p:tgtEl>
                                        <p:attrNameLst>
                                          <p:attrName>style.visibility</p:attrName>
                                        </p:attrNameLst>
                                      </p:cBhvr>
                                      <p:to>
                                        <p:strVal val="visible"/>
                                      </p:to>
                                    </p:set>
                                    <p:animEffect transition="in" filter="box(in)">
                                      <p:cBhvr>
                                        <p:cTn id="86" dur="500"/>
                                        <p:tgtEl>
                                          <p:spTgt spid="96"/>
                                        </p:tgtEl>
                                      </p:cBhvr>
                                    </p:animEffect>
                                  </p:childTnLst>
                                </p:cTn>
                              </p:par>
                            </p:childTnLst>
                          </p:cTn>
                        </p:par>
                      </p:childTnLst>
                    </p:cTn>
                  </p:par>
                  <p:par>
                    <p:cTn id="87" fill="hold">
                      <p:stCondLst>
                        <p:cond delay="indefinite"/>
                      </p:stCondLst>
                      <p:childTnLst>
                        <p:par>
                          <p:cTn id="88" fill="hold">
                            <p:stCondLst>
                              <p:cond delay="0"/>
                            </p:stCondLst>
                            <p:childTnLst>
                              <p:par>
                                <p:cTn id="89" presetID="4" presetClass="entr" presetSubtype="16" fill="hold" grpId="0" nodeType="clickEffect">
                                  <p:stCondLst>
                                    <p:cond delay="0"/>
                                  </p:stCondLst>
                                  <p:childTnLst>
                                    <p:set>
                                      <p:cBhvr>
                                        <p:cTn id="90" dur="1" fill="hold">
                                          <p:stCondLst>
                                            <p:cond delay="0"/>
                                          </p:stCondLst>
                                        </p:cTn>
                                        <p:tgtEl>
                                          <p:spTgt spid="12"/>
                                        </p:tgtEl>
                                        <p:attrNameLst>
                                          <p:attrName>style.visibility</p:attrName>
                                        </p:attrNameLst>
                                      </p:cBhvr>
                                      <p:to>
                                        <p:strVal val="visible"/>
                                      </p:to>
                                    </p:set>
                                    <p:animEffect transition="in" filter="box(in)">
                                      <p:cBhvr>
                                        <p:cTn id="91" dur="500"/>
                                        <p:tgtEl>
                                          <p:spTgt spid="12"/>
                                        </p:tgtEl>
                                      </p:cBhvr>
                                    </p:animEffect>
                                  </p:childTnLst>
                                </p:cTn>
                              </p:par>
                            </p:childTnLst>
                          </p:cTn>
                        </p:par>
                      </p:childTnLst>
                    </p:cTn>
                  </p:par>
                  <p:par>
                    <p:cTn id="92" fill="hold">
                      <p:stCondLst>
                        <p:cond delay="indefinite"/>
                      </p:stCondLst>
                      <p:childTnLst>
                        <p:par>
                          <p:cTn id="93" fill="hold">
                            <p:stCondLst>
                              <p:cond delay="0"/>
                            </p:stCondLst>
                            <p:childTnLst>
                              <p:par>
                                <p:cTn id="94" presetID="4" presetClass="entr" presetSubtype="16" fill="hold" grpId="0" nodeType="clickEffect">
                                  <p:stCondLst>
                                    <p:cond delay="0"/>
                                  </p:stCondLst>
                                  <p:childTnLst>
                                    <p:set>
                                      <p:cBhvr>
                                        <p:cTn id="95" dur="1" fill="hold">
                                          <p:stCondLst>
                                            <p:cond delay="0"/>
                                          </p:stCondLst>
                                        </p:cTn>
                                        <p:tgtEl>
                                          <p:spTgt spid="111"/>
                                        </p:tgtEl>
                                        <p:attrNameLst>
                                          <p:attrName>style.visibility</p:attrName>
                                        </p:attrNameLst>
                                      </p:cBhvr>
                                      <p:to>
                                        <p:strVal val="visible"/>
                                      </p:to>
                                    </p:set>
                                    <p:animEffect transition="in" filter="box(in)">
                                      <p:cBhvr>
                                        <p:cTn id="96" dur="500"/>
                                        <p:tgtEl>
                                          <p:spTgt spid="111"/>
                                        </p:tgtEl>
                                      </p:cBhvr>
                                    </p:animEffect>
                                  </p:childTnLst>
                                </p:cTn>
                              </p:par>
                              <p:par>
                                <p:cTn id="97" presetID="4" presetClass="entr" presetSubtype="16" fill="hold" grpId="0" nodeType="withEffect">
                                  <p:stCondLst>
                                    <p:cond delay="0"/>
                                  </p:stCondLst>
                                  <p:childTnLst>
                                    <p:set>
                                      <p:cBhvr>
                                        <p:cTn id="98" dur="1" fill="hold">
                                          <p:stCondLst>
                                            <p:cond delay="0"/>
                                          </p:stCondLst>
                                        </p:cTn>
                                        <p:tgtEl>
                                          <p:spTgt spid="112"/>
                                        </p:tgtEl>
                                        <p:attrNameLst>
                                          <p:attrName>style.visibility</p:attrName>
                                        </p:attrNameLst>
                                      </p:cBhvr>
                                      <p:to>
                                        <p:strVal val="visible"/>
                                      </p:to>
                                    </p:set>
                                    <p:animEffect transition="in" filter="box(in)">
                                      <p:cBhvr>
                                        <p:cTn id="99" dur="500"/>
                                        <p:tgtEl>
                                          <p:spTgt spid="112"/>
                                        </p:tgtEl>
                                      </p:cBhvr>
                                    </p:animEffect>
                                  </p:childTnLst>
                                </p:cTn>
                              </p:par>
                            </p:childTnLst>
                          </p:cTn>
                        </p:par>
                      </p:childTnLst>
                    </p:cTn>
                  </p:par>
                  <p:par>
                    <p:cTn id="100" fill="hold">
                      <p:stCondLst>
                        <p:cond delay="indefinite"/>
                      </p:stCondLst>
                      <p:childTnLst>
                        <p:par>
                          <p:cTn id="101" fill="hold">
                            <p:stCondLst>
                              <p:cond delay="0"/>
                            </p:stCondLst>
                            <p:childTnLst>
                              <p:par>
                                <p:cTn id="102" presetID="4" presetClass="entr" presetSubtype="16" fill="hold" nodeType="clickEffect">
                                  <p:stCondLst>
                                    <p:cond delay="0"/>
                                  </p:stCondLst>
                                  <p:childTnLst>
                                    <p:set>
                                      <p:cBhvr>
                                        <p:cTn id="103" dur="1" fill="hold">
                                          <p:stCondLst>
                                            <p:cond delay="0"/>
                                          </p:stCondLst>
                                        </p:cTn>
                                        <p:tgtEl>
                                          <p:spTgt spid="380"/>
                                        </p:tgtEl>
                                        <p:attrNameLst>
                                          <p:attrName>style.visibility</p:attrName>
                                        </p:attrNameLst>
                                      </p:cBhvr>
                                      <p:to>
                                        <p:strVal val="visible"/>
                                      </p:to>
                                    </p:set>
                                    <p:animEffect transition="in" filter="box(in)">
                                      <p:cBhvr>
                                        <p:cTn id="104" dur="500"/>
                                        <p:tgtEl>
                                          <p:spTgt spid="380"/>
                                        </p:tgtEl>
                                      </p:cBhvr>
                                    </p:animEffect>
                                  </p:childTnLst>
                                </p:cTn>
                              </p:par>
                              <p:par>
                                <p:cTn id="105" presetID="4" presetClass="entr" presetSubtype="16" fill="hold" nodeType="withEffect">
                                  <p:stCondLst>
                                    <p:cond delay="0"/>
                                  </p:stCondLst>
                                  <p:childTnLst>
                                    <p:set>
                                      <p:cBhvr>
                                        <p:cTn id="106" dur="1" fill="hold">
                                          <p:stCondLst>
                                            <p:cond delay="0"/>
                                          </p:stCondLst>
                                        </p:cTn>
                                        <p:tgtEl>
                                          <p:spTgt spid="383"/>
                                        </p:tgtEl>
                                        <p:attrNameLst>
                                          <p:attrName>style.visibility</p:attrName>
                                        </p:attrNameLst>
                                      </p:cBhvr>
                                      <p:to>
                                        <p:strVal val="visible"/>
                                      </p:to>
                                    </p:set>
                                    <p:animEffect transition="in" filter="box(in)">
                                      <p:cBhvr>
                                        <p:cTn id="107" dur="500"/>
                                        <p:tgtEl>
                                          <p:spTgt spid="383"/>
                                        </p:tgtEl>
                                      </p:cBhvr>
                                    </p:animEffect>
                                  </p:childTnLst>
                                </p:cTn>
                              </p:par>
                              <p:par>
                                <p:cTn id="108" presetID="4" presetClass="entr" presetSubtype="16" fill="hold" nodeType="withEffect">
                                  <p:stCondLst>
                                    <p:cond delay="0"/>
                                  </p:stCondLst>
                                  <p:childTnLst>
                                    <p:set>
                                      <p:cBhvr>
                                        <p:cTn id="109" dur="1" fill="hold">
                                          <p:stCondLst>
                                            <p:cond delay="0"/>
                                          </p:stCondLst>
                                        </p:cTn>
                                        <p:tgtEl>
                                          <p:spTgt spid="381"/>
                                        </p:tgtEl>
                                        <p:attrNameLst>
                                          <p:attrName>style.visibility</p:attrName>
                                        </p:attrNameLst>
                                      </p:cBhvr>
                                      <p:to>
                                        <p:strVal val="visible"/>
                                      </p:to>
                                    </p:set>
                                    <p:animEffect transition="in" filter="box(in)">
                                      <p:cBhvr>
                                        <p:cTn id="110" dur="500"/>
                                        <p:tgtEl>
                                          <p:spTgt spid="381"/>
                                        </p:tgtEl>
                                      </p:cBhvr>
                                    </p:animEffect>
                                  </p:childTnLst>
                                </p:cTn>
                              </p:par>
                              <p:par>
                                <p:cTn id="111" presetID="4" presetClass="entr" presetSubtype="16" fill="hold" nodeType="withEffect">
                                  <p:stCondLst>
                                    <p:cond delay="0"/>
                                  </p:stCondLst>
                                  <p:childTnLst>
                                    <p:set>
                                      <p:cBhvr>
                                        <p:cTn id="112" dur="1" fill="hold">
                                          <p:stCondLst>
                                            <p:cond delay="0"/>
                                          </p:stCondLst>
                                        </p:cTn>
                                        <p:tgtEl>
                                          <p:spTgt spid="382"/>
                                        </p:tgtEl>
                                        <p:attrNameLst>
                                          <p:attrName>style.visibility</p:attrName>
                                        </p:attrNameLst>
                                      </p:cBhvr>
                                      <p:to>
                                        <p:strVal val="visible"/>
                                      </p:to>
                                    </p:set>
                                    <p:animEffect transition="in" filter="box(in)">
                                      <p:cBhvr>
                                        <p:cTn id="113" dur="500"/>
                                        <p:tgtEl>
                                          <p:spTgt spid="382"/>
                                        </p:tgtEl>
                                      </p:cBhvr>
                                    </p:animEffect>
                                  </p:childTnLst>
                                </p:cTn>
                              </p:par>
                              <p:par>
                                <p:cTn id="114" presetID="4" presetClass="entr" presetSubtype="16" fill="hold" grpId="0" nodeType="withEffect">
                                  <p:stCondLst>
                                    <p:cond delay="0"/>
                                  </p:stCondLst>
                                  <p:childTnLst>
                                    <p:set>
                                      <p:cBhvr>
                                        <p:cTn id="115" dur="1" fill="hold">
                                          <p:stCondLst>
                                            <p:cond delay="0"/>
                                          </p:stCondLst>
                                        </p:cTn>
                                        <p:tgtEl>
                                          <p:spTgt spid="385"/>
                                        </p:tgtEl>
                                        <p:attrNameLst>
                                          <p:attrName>style.visibility</p:attrName>
                                        </p:attrNameLst>
                                      </p:cBhvr>
                                      <p:to>
                                        <p:strVal val="visible"/>
                                      </p:to>
                                    </p:set>
                                    <p:animEffect transition="in" filter="box(in)">
                                      <p:cBhvr>
                                        <p:cTn id="116" dur="500"/>
                                        <p:tgtEl>
                                          <p:spTgt spid="385"/>
                                        </p:tgtEl>
                                      </p:cBhvr>
                                    </p:animEffect>
                                  </p:childTnLst>
                                </p:cTn>
                              </p:par>
                              <p:par>
                                <p:cTn id="117" presetID="4" presetClass="entr" presetSubtype="16" fill="hold" grpId="0" nodeType="withEffect">
                                  <p:stCondLst>
                                    <p:cond delay="0"/>
                                  </p:stCondLst>
                                  <p:childTnLst>
                                    <p:set>
                                      <p:cBhvr>
                                        <p:cTn id="118" dur="1" fill="hold">
                                          <p:stCondLst>
                                            <p:cond delay="0"/>
                                          </p:stCondLst>
                                        </p:cTn>
                                        <p:tgtEl>
                                          <p:spTgt spid="384"/>
                                        </p:tgtEl>
                                        <p:attrNameLst>
                                          <p:attrName>style.visibility</p:attrName>
                                        </p:attrNameLst>
                                      </p:cBhvr>
                                      <p:to>
                                        <p:strVal val="visible"/>
                                      </p:to>
                                    </p:set>
                                    <p:animEffect transition="in" filter="box(in)">
                                      <p:cBhvr>
                                        <p:cTn id="119" dur="500"/>
                                        <p:tgtEl>
                                          <p:spTgt spid="384"/>
                                        </p:tgtEl>
                                      </p:cBhvr>
                                    </p:animEffect>
                                  </p:childTnLst>
                                </p:cTn>
                              </p:par>
                              <p:par>
                                <p:cTn id="120" presetID="4" presetClass="entr" presetSubtype="16" fill="hold" grpId="0" nodeType="withEffect">
                                  <p:stCondLst>
                                    <p:cond delay="0"/>
                                  </p:stCondLst>
                                  <p:childTnLst>
                                    <p:set>
                                      <p:cBhvr>
                                        <p:cTn id="121" dur="1" fill="hold">
                                          <p:stCondLst>
                                            <p:cond delay="0"/>
                                          </p:stCondLst>
                                        </p:cTn>
                                        <p:tgtEl>
                                          <p:spTgt spid="9"/>
                                        </p:tgtEl>
                                        <p:attrNameLst>
                                          <p:attrName>style.visibility</p:attrName>
                                        </p:attrNameLst>
                                      </p:cBhvr>
                                      <p:to>
                                        <p:strVal val="visible"/>
                                      </p:to>
                                    </p:set>
                                    <p:animEffect transition="in" filter="box(in)">
                                      <p:cBhvr>
                                        <p:cTn id="122" dur="500"/>
                                        <p:tgtEl>
                                          <p:spTgt spid="9"/>
                                        </p:tgtEl>
                                      </p:cBhvr>
                                    </p:animEffect>
                                  </p:child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grpId="0" nodeType="clickEffect">
                                  <p:stCondLst>
                                    <p:cond delay="0"/>
                                  </p:stCondLst>
                                  <p:childTnLst>
                                    <p:set>
                                      <p:cBhvr>
                                        <p:cTn id="126" dur="1" fill="hold">
                                          <p:stCondLst>
                                            <p:cond delay="0"/>
                                          </p:stCondLst>
                                        </p:cTn>
                                        <p:tgtEl>
                                          <p:spTgt spid="110"/>
                                        </p:tgtEl>
                                        <p:attrNameLst>
                                          <p:attrName>style.visibility</p:attrName>
                                        </p:attrNameLst>
                                      </p:cBhvr>
                                      <p:to>
                                        <p:strVal val="visible"/>
                                      </p:to>
                                    </p:set>
                                    <p:animEffect transition="in" filter="box(in)">
                                      <p:cBhvr>
                                        <p:cTn id="127" dur="500"/>
                                        <p:tgtEl>
                                          <p:spTgt spid="110"/>
                                        </p:tgtEl>
                                      </p:cBhvr>
                                    </p:animEffect>
                                  </p:childTnLst>
                                </p:cTn>
                              </p:par>
                            </p:childTnLst>
                          </p:cTn>
                        </p:par>
                      </p:childTnLst>
                    </p:cTn>
                  </p:par>
                  <p:par>
                    <p:cTn id="128" fill="hold">
                      <p:stCondLst>
                        <p:cond delay="indefinite"/>
                      </p:stCondLst>
                      <p:childTnLst>
                        <p:par>
                          <p:cTn id="129" fill="hold">
                            <p:stCondLst>
                              <p:cond delay="0"/>
                            </p:stCondLst>
                            <p:childTnLst>
                              <p:par>
                                <p:cTn id="130" presetID="0" presetClass="path" presetSubtype="0" accel="50000" decel="50000" fill="hold" grpId="1" nodeType="clickEffect">
                                  <p:stCondLst>
                                    <p:cond delay="0"/>
                                  </p:stCondLst>
                                  <p:childTnLst>
                                    <p:animMotion origin="layout" path="M 1.48131E-6 1.06996E-6 L 1.48131E-6 -0.05905 " pathEditMode="relative" rAng="0" ptsTypes="AA">
                                      <p:cBhvr>
                                        <p:cTn id="131" dur="2000" fill="hold"/>
                                        <p:tgtEl>
                                          <p:spTgt spid="15"/>
                                        </p:tgtEl>
                                        <p:attrNameLst>
                                          <p:attrName>ppt_x</p:attrName>
                                          <p:attrName>ppt_y</p:attrName>
                                        </p:attrNameLst>
                                      </p:cBhvr>
                                      <p:rCtr x="0" y="-2963"/>
                                    </p:animMotion>
                                  </p:childTnLst>
                                </p:cTn>
                              </p:par>
                            </p:childTnLst>
                          </p:cTn>
                        </p:par>
                        <p:par>
                          <p:cTn id="132" fill="hold">
                            <p:stCondLst>
                              <p:cond delay="2000"/>
                            </p:stCondLst>
                            <p:childTnLst>
                              <p:par>
                                <p:cTn id="133" presetID="4" presetClass="entr" presetSubtype="16" fill="hold" grpId="0" nodeType="afterEffect">
                                  <p:stCondLst>
                                    <p:cond delay="0"/>
                                  </p:stCondLst>
                                  <p:childTnLst>
                                    <p:set>
                                      <p:cBhvr>
                                        <p:cTn id="134" dur="1" fill="hold">
                                          <p:stCondLst>
                                            <p:cond delay="0"/>
                                          </p:stCondLst>
                                        </p:cTn>
                                        <p:tgtEl>
                                          <p:spTgt spid="386"/>
                                        </p:tgtEl>
                                        <p:attrNameLst>
                                          <p:attrName>style.visibility</p:attrName>
                                        </p:attrNameLst>
                                      </p:cBhvr>
                                      <p:to>
                                        <p:strVal val="visible"/>
                                      </p:to>
                                    </p:set>
                                    <p:animEffect transition="in" filter="box(in)">
                                      <p:cBhvr>
                                        <p:cTn id="135" dur="500"/>
                                        <p:tgtEl>
                                          <p:spTgt spid="386"/>
                                        </p:tgtEl>
                                      </p:cBhvr>
                                    </p:animEffect>
                                  </p:childTnLst>
                                </p:cTn>
                              </p:par>
                            </p:childTnLst>
                          </p:cTn>
                        </p:par>
                        <p:par>
                          <p:cTn id="136" fill="hold">
                            <p:stCondLst>
                              <p:cond delay="2500"/>
                            </p:stCondLst>
                            <p:childTnLst>
                              <p:par>
                                <p:cTn id="137" presetID="0" presetClass="path" presetSubtype="0" accel="50000" decel="50000" fill="hold" grpId="1" nodeType="afterEffect">
                                  <p:stCondLst>
                                    <p:cond delay="0"/>
                                  </p:stCondLst>
                                  <p:childTnLst>
                                    <p:animMotion origin="layout" path="M -3.0147E-6 -4.69136E-6 L -3.0147E-6 -0.05905 " pathEditMode="relative" rAng="0" ptsTypes="AA">
                                      <p:cBhvr>
                                        <p:cTn id="138" dur="2000" fill="hold"/>
                                        <p:tgtEl>
                                          <p:spTgt spid="19"/>
                                        </p:tgtEl>
                                        <p:attrNameLst>
                                          <p:attrName>ppt_x</p:attrName>
                                          <p:attrName>ppt_y</p:attrName>
                                        </p:attrNameLst>
                                      </p:cBhvr>
                                      <p:rCtr x="0" y="-2963"/>
                                    </p:animMotion>
                                  </p:childTnLst>
                                </p:cTn>
                              </p:par>
                            </p:childTnLst>
                          </p:cTn>
                        </p:par>
                        <p:par>
                          <p:cTn id="139" fill="hold">
                            <p:stCondLst>
                              <p:cond delay="4500"/>
                            </p:stCondLst>
                            <p:childTnLst>
                              <p:par>
                                <p:cTn id="140" presetID="4" presetClass="entr" presetSubtype="16" fill="hold" grpId="0" nodeType="afterEffect">
                                  <p:stCondLst>
                                    <p:cond delay="0"/>
                                  </p:stCondLst>
                                  <p:childTnLst>
                                    <p:set>
                                      <p:cBhvr>
                                        <p:cTn id="141" dur="1" fill="hold">
                                          <p:stCondLst>
                                            <p:cond delay="0"/>
                                          </p:stCondLst>
                                        </p:cTn>
                                        <p:tgtEl>
                                          <p:spTgt spid="390"/>
                                        </p:tgtEl>
                                        <p:attrNameLst>
                                          <p:attrName>style.visibility</p:attrName>
                                        </p:attrNameLst>
                                      </p:cBhvr>
                                      <p:to>
                                        <p:strVal val="visible"/>
                                      </p:to>
                                    </p:set>
                                    <p:animEffect transition="in" filter="box(in)">
                                      <p:cBhvr>
                                        <p:cTn id="142" dur="500"/>
                                        <p:tgtEl>
                                          <p:spTgt spid="390"/>
                                        </p:tgtEl>
                                      </p:cBhvr>
                                    </p:animEffect>
                                  </p:childTnLst>
                                </p:cTn>
                              </p:par>
                            </p:childTnLst>
                          </p:cTn>
                        </p:par>
                        <p:par>
                          <p:cTn id="143" fill="hold">
                            <p:stCondLst>
                              <p:cond delay="5000"/>
                            </p:stCondLst>
                            <p:childTnLst>
                              <p:par>
                                <p:cTn id="144" presetID="0" presetClass="path" presetSubtype="0" accel="50000" decel="50000" fill="hold" grpId="1" nodeType="afterEffect">
                                  <p:stCondLst>
                                    <p:cond delay="0"/>
                                  </p:stCondLst>
                                  <p:childTnLst>
                                    <p:animMotion origin="layout" path="M 0.00093 -0.00864 L 0.00093 -0.06111 " pathEditMode="relative" rAng="0" ptsTypes="AA">
                                      <p:cBhvr>
                                        <p:cTn id="145" dur="2000" fill="hold"/>
                                        <p:tgtEl>
                                          <p:spTgt spid="28"/>
                                        </p:tgtEl>
                                        <p:attrNameLst>
                                          <p:attrName>ppt_x</p:attrName>
                                          <p:attrName>ppt_y</p:attrName>
                                        </p:attrNameLst>
                                      </p:cBhvr>
                                      <p:rCtr x="0" y="-2634"/>
                                    </p:animMotion>
                                  </p:childTnLst>
                                </p:cTn>
                              </p:par>
                            </p:childTnLst>
                          </p:cTn>
                        </p:par>
                        <p:par>
                          <p:cTn id="146" fill="hold">
                            <p:stCondLst>
                              <p:cond delay="7000"/>
                            </p:stCondLst>
                            <p:childTnLst>
                              <p:par>
                                <p:cTn id="147" presetID="4" presetClass="entr" presetSubtype="16" fill="hold" grpId="0" nodeType="afterEffect">
                                  <p:stCondLst>
                                    <p:cond delay="0"/>
                                  </p:stCondLst>
                                  <p:childTnLst>
                                    <p:set>
                                      <p:cBhvr>
                                        <p:cTn id="148" dur="1" fill="hold">
                                          <p:stCondLst>
                                            <p:cond delay="0"/>
                                          </p:stCondLst>
                                        </p:cTn>
                                        <p:tgtEl>
                                          <p:spTgt spid="391"/>
                                        </p:tgtEl>
                                        <p:attrNameLst>
                                          <p:attrName>style.visibility</p:attrName>
                                        </p:attrNameLst>
                                      </p:cBhvr>
                                      <p:to>
                                        <p:strVal val="visible"/>
                                      </p:to>
                                    </p:set>
                                    <p:animEffect transition="in" filter="box(in)">
                                      <p:cBhvr>
                                        <p:cTn id="149" dur="500"/>
                                        <p:tgtEl>
                                          <p:spTgt spid="391"/>
                                        </p:tgtEl>
                                      </p:cBhvr>
                                    </p:animEffect>
                                  </p:childTnLst>
                                </p:cTn>
                              </p:par>
                            </p:childTnLst>
                          </p:cTn>
                        </p:par>
                      </p:childTnLst>
                    </p:cTn>
                  </p:par>
                  <p:par>
                    <p:cTn id="150" fill="hold">
                      <p:stCondLst>
                        <p:cond delay="indefinite"/>
                      </p:stCondLst>
                      <p:childTnLst>
                        <p:par>
                          <p:cTn id="151" fill="hold">
                            <p:stCondLst>
                              <p:cond delay="0"/>
                            </p:stCondLst>
                            <p:childTnLst>
                              <p:par>
                                <p:cTn id="152" presetID="4" presetClass="entr" presetSubtype="16" fill="hold" grpId="0" nodeType="clickEffect">
                                  <p:stCondLst>
                                    <p:cond delay="0"/>
                                  </p:stCondLst>
                                  <p:childTnLst>
                                    <p:set>
                                      <p:cBhvr>
                                        <p:cTn id="153" dur="1" fill="hold">
                                          <p:stCondLst>
                                            <p:cond delay="0"/>
                                          </p:stCondLst>
                                        </p:cTn>
                                        <p:tgtEl>
                                          <p:spTgt spid="387"/>
                                        </p:tgtEl>
                                        <p:attrNameLst>
                                          <p:attrName>style.visibility</p:attrName>
                                        </p:attrNameLst>
                                      </p:cBhvr>
                                      <p:to>
                                        <p:strVal val="visible"/>
                                      </p:to>
                                    </p:set>
                                    <p:animEffect transition="in" filter="box(in)">
                                      <p:cBhvr>
                                        <p:cTn id="154" dur="500"/>
                                        <p:tgtEl>
                                          <p:spTgt spid="387"/>
                                        </p:tgtEl>
                                      </p:cBhvr>
                                    </p:animEffect>
                                  </p:childTnLst>
                                </p:cTn>
                              </p:par>
                              <p:par>
                                <p:cTn id="155" presetID="4" presetClass="entr" presetSubtype="16" fill="hold" nodeType="withEffect">
                                  <p:stCondLst>
                                    <p:cond delay="0"/>
                                  </p:stCondLst>
                                  <p:childTnLst>
                                    <p:set>
                                      <p:cBhvr>
                                        <p:cTn id="156" dur="1" fill="hold">
                                          <p:stCondLst>
                                            <p:cond delay="0"/>
                                          </p:stCondLst>
                                        </p:cTn>
                                        <p:tgtEl>
                                          <p:spTgt spid="388"/>
                                        </p:tgtEl>
                                        <p:attrNameLst>
                                          <p:attrName>style.visibility</p:attrName>
                                        </p:attrNameLst>
                                      </p:cBhvr>
                                      <p:to>
                                        <p:strVal val="visible"/>
                                      </p:to>
                                    </p:set>
                                    <p:animEffect transition="in" filter="box(in)">
                                      <p:cBhvr>
                                        <p:cTn id="157" dur="500"/>
                                        <p:tgtEl>
                                          <p:spTgt spid="388"/>
                                        </p:tgtEl>
                                      </p:cBhvr>
                                    </p:animEffect>
                                  </p:childTnLst>
                                </p:cTn>
                              </p:par>
                            </p:childTnLst>
                          </p:cTn>
                        </p:par>
                      </p:childTnLst>
                    </p:cTn>
                  </p:par>
                  <p:par>
                    <p:cTn id="158" fill="hold">
                      <p:stCondLst>
                        <p:cond delay="indefinite"/>
                      </p:stCondLst>
                      <p:childTnLst>
                        <p:par>
                          <p:cTn id="159" fill="hold">
                            <p:stCondLst>
                              <p:cond delay="0"/>
                            </p:stCondLst>
                            <p:childTnLst>
                              <p:par>
                                <p:cTn id="160" presetID="1" presetClass="entr" presetSubtype="0" fill="hold" grpId="0" nodeType="clickEffect">
                                  <p:stCondLst>
                                    <p:cond delay="0"/>
                                  </p:stCondLst>
                                  <p:childTnLst>
                                    <p:set>
                                      <p:cBhvr>
                                        <p:cTn id="161" dur="1" fill="hold">
                                          <p:stCondLst>
                                            <p:cond delay="0"/>
                                          </p:stCondLst>
                                        </p:cTn>
                                        <p:tgtEl>
                                          <p:spTgt spid="392"/>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395"/>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396"/>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397"/>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1" presetClass="entr" presetSubtype="0" fill="hold" grpId="0" nodeType="clickEffect">
                                  <p:stCondLst>
                                    <p:cond delay="0"/>
                                  </p:stCondLst>
                                  <p:childTnLst>
                                    <p:set>
                                      <p:cBhvr>
                                        <p:cTn id="177" dur="1" fill="hold">
                                          <p:stCondLst>
                                            <p:cond delay="0"/>
                                          </p:stCondLst>
                                        </p:cTn>
                                        <p:tgtEl>
                                          <p:spTgt spid="398"/>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0"/>
                                          </p:stCondLst>
                                        </p:cTn>
                                        <p:tgtEl>
                                          <p:spTgt spid="399"/>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1" presetClass="entr" presetSubtype="0" fill="hold" grpId="0" nodeType="clickEffect">
                                  <p:stCondLst>
                                    <p:cond delay="0"/>
                                  </p:stCondLst>
                                  <p:childTnLst>
                                    <p:set>
                                      <p:cBhvr>
                                        <p:cTn id="185"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2" grpId="0" animBg="1"/>
      <p:bldP spid="14" grpId="0" animBg="1"/>
      <p:bldP spid="15" grpId="0" animBg="1"/>
      <p:bldP spid="15" grpId="1" animBg="1"/>
      <p:bldP spid="16" grpId="0" animBg="1"/>
      <p:bldP spid="17" grpId="0" animBg="1"/>
      <p:bldP spid="18" grpId="0" animBg="1"/>
      <p:bldP spid="19" grpId="0" animBg="1"/>
      <p:bldP spid="19" grpId="1" animBg="1"/>
      <p:bldP spid="21" grpId="0" animBg="1"/>
      <p:bldP spid="22" grpId="0" animBg="1"/>
      <p:bldP spid="23" grpId="0" animBg="1"/>
      <p:bldP spid="24" grpId="0" animBg="1"/>
      <p:bldP spid="27" grpId="0" animBg="1"/>
      <p:bldP spid="28" grpId="0" animBg="1"/>
      <p:bldP spid="28" grpId="1" animBg="1"/>
      <p:bldP spid="110" grpId="0"/>
      <p:bldP spid="111" grpId="0"/>
      <p:bldP spid="112" grpId="0"/>
      <p:bldP spid="113" grpId="0"/>
      <p:bldP spid="384" grpId="0"/>
      <p:bldP spid="385" grpId="0"/>
      <p:bldP spid="386" grpId="0" animBg="1"/>
      <p:bldP spid="387" grpId="0" animBg="1"/>
      <p:bldP spid="389" grpId="0" animBg="1"/>
      <p:bldP spid="389" grpId="1" animBg="1"/>
      <p:bldP spid="390" grpId="0" animBg="1"/>
      <p:bldP spid="391" grpId="0" animBg="1"/>
      <p:bldP spid="392" grpId="0"/>
      <p:bldP spid="394" grpId="0" animBg="1"/>
      <p:bldP spid="395" grpId="0" animBg="1"/>
      <p:bldP spid="396" grpId="0" animBg="1"/>
      <p:bldP spid="397" grpId="0" animBg="1"/>
      <p:bldP spid="398" grpId="0" animBg="1"/>
      <p:bldP spid="39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晶体的能带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9" name="Rectangle 2">
            <a:extLst>
              <a:ext uri="{FF2B5EF4-FFF2-40B4-BE49-F238E27FC236}">
                <a16:creationId xmlns:a16="http://schemas.microsoft.com/office/drawing/2014/main" xmlns="" id="{B6369500-B2FC-4761-8C6F-0113D37FA9FD}"/>
              </a:ext>
            </a:extLst>
          </p:cNvPr>
          <p:cNvSpPr>
            <a:spLocks noChangeArrowheads="1"/>
          </p:cNvSpPr>
          <p:nvPr/>
        </p:nvSpPr>
        <p:spPr bwMode="auto">
          <a:xfrm>
            <a:off x="2205990" y="29257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10" name="Rectangle 3">
            <a:extLst>
              <a:ext uri="{FF2B5EF4-FFF2-40B4-BE49-F238E27FC236}">
                <a16:creationId xmlns:a16="http://schemas.microsoft.com/office/drawing/2014/main" xmlns="" id="{7B88D074-7A0D-4F14-AE8C-83D54D2CB9E1}"/>
              </a:ext>
            </a:extLst>
          </p:cNvPr>
          <p:cNvSpPr>
            <a:spLocks noChangeArrowheads="1"/>
          </p:cNvSpPr>
          <p:nvPr/>
        </p:nvSpPr>
        <p:spPr bwMode="auto">
          <a:xfrm>
            <a:off x="2205990" y="29114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12" name="Group 5">
            <a:extLst>
              <a:ext uri="{FF2B5EF4-FFF2-40B4-BE49-F238E27FC236}">
                <a16:creationId xmlns:a16="http://schemas.microsoft.com/office/drawing/2014/main" xmlns="" id="{56ECC827-CCC5-4A6E-884D-840B1F48E90D}"/>
              </a:ext>
            </a:extLst>
          </p:cNvPr>
          <p:cNvGraphicFramePr>
            <a:graphicFrameLocks noGrp="1"/>
          </p:cNvGraphicFramePr>
          <p:nvPr>
            <p:extLst>
              <p:ext uri="{D42A27DB-BD31-4B8C-83A1-F6EECF244321}">
                <p14:modId xmlns:p14="http://schemas.microsoft.com/office/powerpoint/2010/main" val="2406338250"/>
              </p:ext>
            </p:extLst>
          </p:nvPr>
        </p:nvGraphicFramePr>
        <p:xfrm>
          <a:off x="1145004" y="3035029"/>
          <a:ext cx="11540490" cy="3145898"/>
        </p:xfrm>
        <a:graphic>
          <a:graphicData uri="http://schemas.openxmlformats.org/drawingml/2006/table">
            <a:tbl>
              <a:tblPr/>
              <a:tblGrid>
                <a:gridCol w="1329690">
                  <a:extLst>
                    <a:ext uri="{9D8B030D-6E8A-4147-A177-3AD203B41FA5}">
                      <a16:colId xmlns:a16="http://schemas.microsoft.com/office/drawing/2014/main" xmlns="" val="20000"/>
                    </a:ext>
                  </a:extLst>
                </a:gridCol>
                <a:gridCol w="1661160">
                  <a:extLst>
                    <a:ext uri="{9D8B030D-6E8A-4147-A177-3AD203B41FA5}">
                      <a16:colId xmlns:a16="http://schemas.microsoft.com/office/drawing/2014/main" xmlns="" val="20001"/>
                    </a:ext>
                  </a:extLst>
                </a:gridCol>
                <a:gridCol w="2103120">
                  <a:extLst>
                    <a:ext uri="{9D8B030D-6E8A-4147-A177-3AD203B41FA5}">
                      <a16:colId xmlns:a16="http://schemas.microsoft.com/office/drawing/2014/main" xmlns="" val="20002"/>
                    </a:ext>
                  </a:extLst>
                </a:gridCol>
                <a:gridCol w="2042160">
                  <a:extLst>
                    <a:ext uri="{9D8B030D-6E8A-4147-A177-3AD203B41FA5}">
                      <a16:colId xmlns:a16="http://schemas.microsoft.com/office/drawing/2014/main" xmlns="" val="20003"/>
                    </a:ext>
                  </a:extLst>
                </a:gridCol>
                <a:gridCol w="4404360">
                  <a:extLst>
                    <a:ext uri="{9D8B030D-6E8A-4147-A177-3AD203B41FA5}">
                      <a16:colId xmlns:a16="http://schemas.microsoft.com/office/drawing/2014/main" xmlns="" val="20004"/>
                    </a:ext>
                  </a:extLst>
                </a:gridCol>
              </a:tblGrid>
              <a:tr h="1383106">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半导体</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所掺杂质</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多数载流子（多子）</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少数载流子（少子）</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特            性</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0"/>
                  </a:ext>
                </a:extLst>
              </a:tr>
              <a:tr h="893810">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  </a:t>
                      </a:r>
                      <a:r>
                        <a:rPr kumimoji="0" lang="en-US" altLang="zh-CN"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N</a:t>
                      </a: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型</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施主杂质</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 电子</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 空穴</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电子浓度</a:t>
                      </a:r>
                      <a:r>
                        <a:rPr kumimoji="0" lang="en-US" altLang="zh-CN"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n</a:t>
                      </a:r>
                      <a:r>
                        <a:rPr kumimoji="0" lang="en-US" altLang="zh-CN" sz="2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n</a:t>
                      </a:r>
                      <a:r>
                        <a:rPr kumimoji="0" lang="en-US" altLang="zh-CN"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&gt;&gt;</a:t>
                      </a: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空穴浓度</a:t>
                      </a:r>
                      <a:r>
                        <a:rPr kumimoji="0" lang="en-US" altLang="zh-CN"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p</a:t>
                      </a:r>
                      <a:r>
                        <a:rPr kumimoji="0" lang="en-US" altLang="zh-CN" sz="2800" b="1" i="0" u="none" strike="noStrike" cap="none" normalizeH="0" baseline="-30000">
                          <a:ln>
                            <a:noFill/>
                          </a:ln>
                          <a:solidFill>
                            <a:schemeClr val="tx1"/>
                          </a:solidFill>
                          <a:effectLst/>
                          <a:latin typeface="Times New Roman" pitchFamily="18" charset="0"/>
                          <a:ea typeface="微软雅黑" pitchFamily="34" charset="-122"/>
                          <a:cs typeface="Times New Roman" pitchFamily="18" charset="0"/>
                        </a:rPr>
                        <a:t>n</a:t>
                      </a:r>
                      <a:endParaRPr kumimoji="0" lang="en-US" altLang="zh-CN"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1"/>
                  </a:ext>
                </a:extLst>
              </a:tr>
              <a:tr h="868982">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  </a:t>
                      </a:r>
                      <a:r>
                        <a:rPr kumimoji="0" lang="en-US" altLang="zh-CN"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P</a:t>
                      </a: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型</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受主杂质</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 空穴</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itchFamily="18" charset="0"/>
                          <a:ea typeface="微软雅黑" pitchFamily="34" charset="-122"/>
                          <a:cs typeface="Times New Roman" pitchFamily="18" charset="0"/>
                        </a:rPr>
                        <a:t> 电子</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电子浓度</a:t>
                      </a:r>
                      <a:r>
                        <a:rPr kumimoji="0" lang="en-US" altLang="zh-CN" sz="2800" b="1" i="0" u="none" strike="noStrike" cap="none" normalizeH="0" baseline="0" dirty="0" err="1">
                          <a:ln>
                            <a:noFill/>
                          </a:ln>
                          <a:solidFill>
                            <a:schemeClr val="tx1"/>
                          </a:solidFill>
                          <a:effectLst/>
                          <a:latin typeface="Times New Roman" pitchFamily="18" charset="0"/>
                          <a:ea typeface="微软雅黑" pitchFamily="34" charset="-122"/>
                          <a:cs typeface="Times New Roman" pitchFamily="18" charset="0"/>
                        </a:rPr>
                        <a:t>n</a:t>
                      </a:r>
                      <a:r>
                        <a:rPr kumimoji="0" lang="en-US" altLang="zh-CN" sz="2800" b="1" i="0" u="none" strike="noStrike" cap="none" normalizeH="0" baseline="-30000" dirty="0" err="1">
                          <a:ln>
                            <a:noFill/>
                          </a:ln>
                          <a:solidFill>
                            <a:schemeClr val="tx1"/>
                          </a:solidFill>
                          <a:effectLst/>
                          <a:latin typeface="Times New Roman" pitchFamily="18" charset="0"/>
                          <a:ea typeface="微软雅黑" pitchFamily="34" charset="-122"/>
                          <a:cs typeface="Times New Roman" pitchFamily="18" charset="0"/>
                        </a:rPr>
                        <a:t>p</a:t>
                      </a:r>
                      <a:r>
                        <a:rPr kumimoji="0" lang="en-US" altLang="zh-CN"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&lt;&lt;</a:t>
                      </a:r>
                      <a:r>
                        <a:rPr kumimoji="0" lang="zh-CN" altLang="en-US"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空穴浓度</a:t>
                      </a:r>
                      <a:r>
                        <a:rPr kumimoji="0" lang="en-US" altLang="zh-CN"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rPr>
                        <a:t>p</a:t>
                      </a:r>
                      <a:r>
                        <a:rPr kumimoji="0" lang="en-US" altLang="zh-CN" sz="2800" b="1" i="0" u="none" strike="noStrike" cap="none" normalizeH="0" baseline="-30000" dirty="0">
                          <a:ln>
                            <a:noFill/>
                          </a:ln>
                          <a:solidFill>
                            <a:schemeClr val="tx1"/>
                          </a:solidFill>
                          <a:effectLst/>
                          <a:latin typeface="Times New Roman" pitchFamily="18" charset="0"/>
                          <a:ea typeface="微软雅黑" pitchFamily="34" charset="-122"/>
                          <a:cs typeface="Times New Roman" pitchFamily="18" charset="0"/>
                        </a:rPr>
                        <a:t>p</a:t>
                      </a:r>
                      <a:endParaRPr kumimoji="0" lang="en-US" altLang="zh-CN" sz="2800" b="1" i="0" u="none" strike="noStrike" cap="none" normalizeH="0" baseline="0" dirty="0">
                        <a:ln>
                          <a:noFill/>
                        </a:ln>
                        <a:solidFill>
                          <a:schemeClr val="tx1"/>
                        </a:solidFill>
                        <a:effectLst/>
                        <a:latin typeface="Times New Roman" pitchFamily="18" charset="0"/>
                        <a:ea typeface="微软雅黑" pitchFamily="34" charset="-122"/>
                        <a:cs typeface="Times New Roman"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xmlns="" val="10002"/>
                  </a:ext>
                </a:extLst>
              </a:tr>
            </a:tbl>
          </a:graphicData>
        </a:graphic>
      </p:graphicFrame>
      <p:sp>
        <p:nvSpPr>
          <p:cNvPr id="14" name="TextBox 8">
            <a:extLst>
              <a:ext uri="{FF2B5EF4-FFF2-40B4-BE49-F238E27FC236}">
                <a16:creationId xmlns:a16="http://schemas.microsoft.com/office/drawing/2014/main" xmlns="" id="{538AED42-BA89-4250-B786-4FEA9FB4A78F}"/>
              </a:ext>
            </a:extLst>
          </p:cNvPr>
          <p:cNvSpPr txBox="1">
            <a:spLocks noChangeArrowheads="1"/>
          </p:cNvSpPr>
          <p:nvPr/>
        </p:nvSpPr>
        <p:spPr bwMode="auto">
          <a:xfrm>
            <a:off x="1612843" y="1359112"/>
            <a:ext cx="10469880" cy="707886"/>
          </a:xfrm>
          <a:prstGeom prst="rect">
            <a:avLst/>
          </a:prstGeom>
          <a:solidFill>
            <a:srgbClr val="FFC000"/>
          </a:solidFill>
          <a:ln w="9525">
            <a:noFill/>
            <a:miter lim="800000"/>
            <a:headEnd/>
            <a:tailEnd/>
          </a:ln>
        </p:spPr>
        <p:txBody>
          <a:bodyPr wrap="square">
            <a:spAutoFit/>
          </a:bodyPr>
          <a:lstStyle/>
          <a:p>
            <a:pPr algn="ctr" defTabSz="914400"/>
            <a:r>
              <a:rPr lang="zh-CN" altLang="en-US" sz="4000" b="1" dirty="0">
                <a:solidFill>
                  <a:srgbClr val="0000CC"/>
                </a:solidFill>
                <a:latin typeface="微软雅黑" pitchFamily="34" charset="-122"/>
                <a:ea typeface="微软雅黑" pitchFamily="34" charset="-122"/>
              </a:rPr>
              <a:t>总结：</a:t>
            </a:r>
            <a:r>
              <a:rPr lang="en-US" altLang="zh-CN" sz="4000" b="1" dirty="0">
                <a:solidFill>
                  <a:srgbClr val="0000CC"/>
                </a:solidFill>
                <a:latin typeface="微软雅黑" pitchFamily="34" charset="-122"/>
                <a:ea typeface="微软雅黑" pitchFamily="34" charset="-122"/>
              </a:rPr>
              <a:t>N</a:t>
            </a:r>
            <a:r>
              <a:rPr lang="zh-CN" altLang="en-US" sz="4000" b="1" dirty="0">
                <a:solidFill>
                  <a:srgbClr val="0000CC"/>
                </a:solidFill>
                <a:latin typeface="微软雅黑" pitchFamily="34" charset="-122"/>
                <a:ea typeface="微软雅黑" pitchFamily="34" charset="-122"/>
              </a:rPr>
              <a:t>型半导体与</a:t>
            </a:r>
            <a:r>
              <a:rPr lang="en-US" altLang="zh-CN" sz="4000" b="1" dirty="0">
                <a:solidFill>
                  <a:srgbClr val="0000CC"/>
                </a:solidFill>
                <a:latin typeface="微软雅黑" pitchFamily="34" charset="-122"/>
                <a:ea typeface="微软雅黑" pitchFamily="34" charset="-122"/>
              </a:rPr>
              <a:t>P</a:t>
            </a:r>
            <a:r>
              <a:rPr lang="zh-CN" altLang="en-US" sz="4000" b="1" dirty="0">
                <a:solidFill>
                  <a:srgbClr val="0000CC"/>
                </a:solidFill>
                <a:latin typeface="微软雅黑" pitchFamily="34" charset="-122"/>
                <a:ea typeface="微软雅黑" pitchFamily="34" charset="-122"/>
              </a:rPr>
              <a:t>型半导体的比较</a:t>
            </a:r>
          </a:p>
        </p:txBody>
      </p:sp>
    </p:spTree>
    <p:extLst>
      <p:ext uri="{BB962C8B-B14F-4D97-AF65-F5344CB8AC3E}">
        <p14:creationId xmlns:p14="http://schemas.microsoft.com/office/powerpoint/2010/main" val="4121696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ppt_x</p:attrName>
                                        </p:attrNameLst>
                                      </p:cBhvr>
                                      <p:tavLst>
                                        <p:tav tm="0">
                                          <p:val>
                                            <p:strVal val="#ppt_x-#ppt_w/2"/>
                                          </p:val>
                                        </p:tav>
                                        <p:tav tm="100000">
                                          <p:val>
                                            <p:strVal val="#ppt_x"/>
                                          </p:val>
                                        </p:tav>
                                      </p:tavLst>
                                    </p:anim>
                                    <p:anim calcmode="lin" valueType="num">
                                      <p:cBhvr>
                                        <p:cTn id="8" dur="500" fill="hold"/>
                                        <p:tgtEl>
                                          <p:spTgt spid="12"/>
                                        </p:tgtEl>
                                        <p:attrNameLst>
                                          <p:attrName>ppt_y</p:attrName>
                                        </p:attrNameLst>
                                      </p:cBhvr>
                                      <p:tavLst>
                                        <p:tav tm="0">
                                          <p:val>
                                            <p:strVal val="#ppt_y"/>
                                          </p:val>
                                        </p:tav>
                                        <p:tav tm="100000">
                                          <p:val>
                                            <p:strVal val="#ppt_y"/>
                                          </p:val>
                                        </p:tav>
                                      </p:tavLst>
                                    </p:anim>
                                    <p:anim calcmode="lin" valueType="num">
                                      <p:cBhvr>
                                        <p:cTn id="9" dur="500" fill="hold"/>
                                        <p:tgtEl>
                                          <p:spTgt spid="12"/>
                                        </p:tgtEl>
                                        <p:attrNameLst>
                                          <p:attrName>ppt_w</p:attrName>
                                        </p:attrNameLst>
                                      </p:cBhvr>
                                      <p:tavLst>
                                        <p:tav tm="0">
                                          <p:val>
                                            <p:fltVal val="0"/>
                                          </p:val>
                                        </p:tav>
                                        <p:tav tm="100000">
                                          <p:val>
                                            <p:strVal val="#ppt_w"/>
                                          </p:val>
                                        </p:tav>
                                      </p:tavLst>
                                    </p:anim>
                                    <p:anim calcmode="lin" valueType="num">
                                      <p:cBhvr>
                                        <p:cTn id="10"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热平衡态下的载流子浓度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400761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
        <p:nvSpPr>
          <p:cNvPr id="12" name="Rectangle 5">
            <a:extLst>
              <a:ext uri="{FF2B5EF4-FFF2-40B4-BE49-F238E27FC236}">
                <a16:creationId xmlns:a16="http://schemas.microsoft.com/office/drawing/2014/main" xmlns="" id="{9E07E1AA-2D3A-4250-96E4-B3967B4DFDF2}"/>
              </a:ext>
            </a:extLst>
          </p:cNvPr>
          <p:cNvSpPr>
            <a:spLocks noChangeArrowheads="1"/>
          </p:cNvSpPr>
          <p:nvPr/>
        </p:nvSpPr>
        <p:spPr bwMode="auto">
          <a:xfrm>
            <a:off x="5622608" y="1212765"/>
            <a:ext cx="2236510" cy="707886"/>
          </a:xfrm>
          <a:prstGeom prst="rect">
            <a:avLst/>
          </a:prstGeom>
          <a:noFill/>
          <a:ln w="9525">
            <a:noFill/>
            <a:miter lim="800000"/>
            <a:headEnd/>
            <a:tailEnd/>
          </a:ln>
        </p:spPr>
        <p:txBody>
          <a:bodyPr wrap="none">
            <a:spAutoFit/>
          </a:bodyPr>
          <a:lstStyle/>
          <a:p>
            <a:pPr defTabSz="914400"/>
            <a:r>
              <a:rPr lang="zh-CN" altLang="en-US" sz="4000" b="1" dirty="0">
                <a:solidFill>
                  <a:srgbClr val="0000CC"/>
                </a:solidFill>
                <a:latin typeface="微软雅黑" pitchFamily="34" charset="-122"/>
                <a:ea typeface="微软雅黑" pitchFamily="34" charset="-122"/>
              </a:rPr>
              <a:t>热平衡态</a:t>
            </a:r>
          </a:p>
        </p:txBody>
      </p:sp>
      <p:sp>
        <p:nvSpPr>
          <p:cNvPr id="14" name="Rectangle 7">
            <a:extLst>
              <a:ext uri="{FF2B5EF4-FFF2-40B4-BE49-F238E27FC236}">
                <a16:creationId xmlns:a16="http://schemas.microsoft.com/office/drawing/2014/main" xmlns="" id="{EE04BBF5-8C66-4D54-ACC4-A97DA9715B04}"/>
              </a:ext>
            </a:extLst>
          </p:cNvPr>
          <p:cNvSpPr>
            <a:spLocks noChangeArrowheads="1"/>
          </p:cNvSpPr>
          <p:nvPr/>
        </p:nvSpPr>
        <p:spPr bwMode="auto">
          <a:xfrm>
            <a:off x="741623" y="2225294"/>
            <a:ext cx="12212320" cy="1482650"/>
          </a:xfrm>
          <a:prstGeom prst="rect">
            <a:avLst/>
          </a:prstGeom>
          <a:solidFill>
            <a:schemeClr val="accent4">
              <a:lumMod val="20000"/>
              <a:lumOff val="80000"/>
            </a:schemeClr>
          </a:solidFill>
          <a:ln w="9525">
            <a:noFill/>
            <a:miter lim="800000"/>
            <a:headEnd/>
            <a:tailEnd/>
          </a:ln>
        </p:spPr>
        <p:txBody>
          <a:bodyPr wrap="square" anchor="ctr">
            <a:spAutoFit/>
          </a:bodyPr>
          <a:lstStyle/>
          <a:p>
            <a:pPr defTabSz="914400">
              <a:lnSpc>
                <a:spcPct val="150000"/>
              </a:lnSpc>
              <a:defRPr/>
            </a:pPr>
            <a:r>
              <a:rPr lang="zh-CN" altLang="en-US" sz="3200" b="1" dirty="0">
                <a:latin typeface="微软雅黑" pitchFamily="34" charset="-122"/>
                <a:ea typeface="微软雅黑" pitchFamily="34" charset="-122"/>
              </a:rPr>
              <a:t>一个不受外界影响的封闭系统，其状态参量（如温度、载流子浓度等）与时间无关的状态称为</a:t>
            </a:r>
            <a:r>
              <a:rPr lang="zh-CN" altLang="en-US" sz="3200" b="1" dirty="0">
                <a:solidFill>
                  <a:srgbClr val="FF0000"/>
                </a:solidFill>
                <a:latin typeface="微软雅黑" pitchFamily="34" charset="-122"/>
                <a:ea typeface="微软雅黑" pitchFamily="34" charset="-122"/>
              </a:rPr>
              <a:t>热平衡态。 </a:t>
            </a:r>
          </a:p>
        </p:txBody>
      </p:sp>
      <p:sp>
        <p:nvSpPr>
          <p:cNvPr id="15" name="Rectangle 8">
            <a:extLst>
              <a:ext uri="{FF2B5EF4-FFF2-40B4-BE49-F238E27FC236}">
                <a16:creationId xmlns:a16="http://schemas.microsoft.com/office/drawing/2014/main" xmlns="" id="{4602FBE1-B96F-4628-B244-EC213DD25378}"/>
              </a:ext>
            </a:extLst>
          </p:cNvPr>
          <p:cNvSpPr>
            <a:spLocks noChangeArrowheads="1"/>
          </p:cNvSpPr>
          <p:nvPr/>
        </p:nvSpPr>
        <p:spPr bwMode="auto">
          <a:xfrm>
            <a:off x="2724626" y="5422900"/>
            <a:ext cx="2808288" cy="579438"/>
          </a:xfrm>
          <a:prstGeom prst="rect">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ln w="9525">
            <a:noFill/>
            <a:miter lim="800000"/>
            <a:headEnd/>
            <a:tailEnd/>
          </a:ln>
        </p:spPr>
        <p:txBody>
          <a:bodyPr>
            <a:spAutoFit/>
          </a:bodyPr>
          <a:lstStyle/>
          <a:p>
            <a:pPr algn="ctr" defTabSz="914400"/>
            <a:r>
              <a:rPr lang="zh-CN" altLang="en-US" sz="3200" b="1" dirty="0">
                <a:latin typeface="微软雅黑" pitchFamily="34" charset="-122"/>
                <a:ea typeface="微软雅黑" pitchFamily="34" charset="-122"/>
              </a:rPr>
              <a:t>载流子的分布</a:t>
            </a:r>
          </a:p>
        </p:txBody>
      </p:sp>
      <p:sp>
        <p:nvSpPr>
          <p:cNvPr id="16" name="Rectangle 9">
            <a:extLst>
              <a:ext uri="{FF2B5EF4-FFF2-40B4-BE49-F238E27FC236}">
                <a16:creationId xmlns:a16="http://schemas.microsoft.com/office/drawing/2014/main" xmlns="" id="{BC892AB7-C312-41C8-ADD4-8F221A29DC8D}"/>
              </a:ext>
            </a:extLst>
          </p:cNvPr>
          <p:cNvSpPr>
            <a:spLocks noChangeArrowheads="1"/>
          </p:cNvSpPr>
          <p:nvPr/>
        </p:nvSpPr>
        <p:spPr bwMode="auto">
          <a:xfrm>
            <a:off x="6359208" y="4665663"/>
            <a:ext cx="3890578" cy="584775"/>
          </a:xfrm>
          <a:prstGeom prst="rect">
            <a:avLst/>
          </a:prstGeom>
          <a:gradFill>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gradFill>
          <a:ln w="25400">
            <a:noFill/>
            <a:miter lim="800000"/>
            <a:headEnd/>
            <a:tailEnd/>
          </a:ln>
        </p:spPr>
        <p:txBody>
          <a:bodyPr wrap="square">
            <a:spAutoFit/>
          </a:bodyPr>
          <a:lstStyle/>
          <a:p>
            <a:pPr algn="ctr" defTabSz="914400"/>
            <a:r>
              <a:rPr lang="zh-CN" altLang="en-US" sz="3200" b="1" dirty="0">
                <a:latin typeface="微软雅黑" pitchFamily="34" charset="-122"/>
                <a:ea typeface="微软雅黑" pitchFamily="34" charset="-122"/>
              </a:rPr>
              <a:t>导带中电子的浓度</a:t>
            </a:r>
          </a:p>
        </p:txBody>
      </p:sp>
      <p:sp>
        <p:nvSpPr>
          <p:cNvPr id="17" name="Rectangle 10">
            <a:extLst>
              <a:ext uri="{FF2B5EF4-FFF2-40B4-BE49-F238E27FC236}">
                <a16:creationId xmlns:a16="http://schemas.microsoft.com/office/drawing/2014/main" xmlns="" id="{872DCEE2-3E18-428B-8FF7-C0D14CFDA5FC}"/>
              </a:ext>
            </a:extLst>
          </p:cNvPr>
          <p:cNvSpPr>
            <a:spLocks noChangeArrowheads="1"/>
          </p:cNvSpPr>
          <p:nvPr/>
        </p:nvSpPr>
        <p:spPr bwMode="auto">
          <a:xfrm>
            <a:off x="6359208" y="6038057"/>
            <a:ext cx="3890578" cy="584775"/>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w="25400">
            <a:noFill/>
            <a:miter lim="800000"/>
            <a:headEnd/>
            <a:tailEnd/>
          </a:ln>
        </p:spPr>
        <p:txBody>
          <a:bodyPr wrap="square">
            <a:spAutoFit/>
          </a:bodyPr>
          <a:lstStyle/>
          <a:p>
            <a:pPr algn="ctr" defTabSz="914400"/>
            <a:r>
              <a:rPr lang="zh-CN" altLang="en-US" sz="3200" b="1" dirty="0">
                <a:latin typeface="微软雅黑" pitchFamily="34" charset="-122"/>
                <a:ea typeface="微软雅黑" pitchFamily="34" charset="-122"/>
              </a:rPr>
              <a:t>价带中空穴的浓度</a:t>
            </a:r>
          </a:p>
        </p:txBody>
      </p:sp>
      <p:sp>
        <p:nvSpPr>
          <p:cNvPr id="18" name="左大括号 17">
            <a:extLst>
              <a:ext uri="{FF2B5EF4-FFF2-40B4-BE49-F238E27FC236}">
                <a16:creationId xmlns:a16="http://schemas.microsoft.com/office/drawing/2014/main" xmlns="" id="{4A89690C-7E3E-4C89-8291-812F608CD374}"/>
              </a:ext>
            </a:extLst>
          </p:cNvPr>
          <p:cNvSpPr>
            <a:spLocks/>
          </p:cNvSpPr>
          <p:nvPr/>
        </p:nvSpPr>
        <p:spPr bwMode="auto">
          <a:xfrm>
            <a:off x="5570220" y="4934744"/>
            <a:ext cx="533400" cy="1555750"/>
          </a:xfrm>
          <a:prstGeom prst="leftBrace">
            <a:avLst>
              <a:gd name="adj1" fmla="val 8331"/>
              <a:gd name="adj2" fmla="val 50000"/>
            </a:avLst>
          </a:prstGeom>
          <a:noFill/>
          <a:ln w="31750" algn="ctr">
            <a:solidFill>
              <a:srgbClr val="FF0000"/>
            </a:solidFill>
            <a:round/>
            <a:headEnd/>
            <a:tailEnd/>
          </a:ln>
        </p:spPr>
        <p:txBody>
          <a:bodyPr/>
          <a:lstStyle/>
          <a:p>
            <a:pPr defTabSz="914400"/>
            <a:endParaRPr lang="zh-CN" altLang="en-US" sz="2800" b="1">
              <a:latin typeface="微软雅黑" pitchFamily="34" charset="-122"/>
              <a:ea typeface="微软雅黑" pitchFamily="34" charset="-122"/>
            </a:endParaRPr>
          </a:p>
        </p:txBody>
      </p:sp>
    </p:spTree>
    <p:extLst>
      <p:ext uri="{BB962C8B-B14F-4D97-AF65-F5344CB8AC3E}">
        <p14:creationId xmlns:p14="http://schemas.microsoft.com/office/powerpoint/2010/main" val="420312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ox(i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500" fill="hold"/>
                                        <p:tgtEl>
                                          <p:spTgt spid="15"/>
                                        </p:tgtEl>
                                        <p:attrNameLst>
                                          <p:attrName>ppt_x</p:attrName>
                                        </p:attrNameLst>
                                      </p:cBhvr>
                                      <p:tavLst>
                                        <p:tav tm="0">
                                          <p:val>
                                            <p:strVal val="#ppt_x-#ppt_w/2"/>
                                          </p:val>
                                        </p:tav>
                                        <p:tav tm="100000">
                                          <p:val>
                                            <p:strVal val="#ppt_x"/>
                                          </p:val>
                                        </p:tav>
                                      </p:tavLst>
                                    </p:anim>
                                    <p:anim calcmode="lin" valueType="num">
                                      <p:cBhvr>
                                        <p:cTn id="18" dur="500" fill="hold"/>
                                        <p:tgtEl>
                                          <p:spTgt spid="15"/>
                                        </p:tgtEl>
                                        <p:attrNameLst>
                                          <p:attrName>ppt_y</p:attrName>
                                        </p:attrNameLst>
                                      </p:cBhvr>
                                      <p:tavLst>
                                        <p:tav tm="0">
                                          <p:val>
                                            <p:strVal val="#ppt_y"/>
                                          </p:val>
                                        </p:tav>
                                        <p:tav tm="100000">
                                          <p:val>
                                            <p:strVal val="#ppt_y"/>
                                          </p:val>
                                        </p:tav>
                                      </p:tavLst>
                                    </p:anim>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animBg="1"/>
      <p:bldP spid="15" grpId="0" animBg="1"/>
      <p:bldP spid="16"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5167803" y="1069439"/>
            <a:ext cx="2878754" cy="646331"/>
          </a:xfrm>
          <a:prstGeom prst="rect">
            <a:avLst/>
          </a:prstGeom>
          <a:noFill/>
          <a:ln w="9525">
            <a:noFill/>
            <a:miter lim="800000"/>
            <a:headEnd/>
            <a:tailEnd/>
          </a:ln>
        </p:spPr>
        <p:txBody>
          <a:bodyPr wrap="square">
            <a:spAutoFit/>
          </a:bodyPr>
          <a:lstStyle/>
          <a:p>
            <a:pPr algn="ctr" defTabSz="914400"/>
            <a:r>
              <a:rPr lang="en-US" altLang="zh-CN" sz="3600" b="1" dirty="0">
                <a:solidFill>
                  <a:srgbClr val="0000CC"/>
                </a:solidFill>
                <a:latin typeface="微软雅黑" pitchFamily="34" charset="-122"/>
                <a:ea typeface="微软雅黑" pitchFamily="34" charset="-122"/>
                <a:cs typeface="Times New Roman" pitchFamily="18" charset="0"/>
              </a:rPr>
              <a:t>1 </a:t>
            </a:r>
            <a:r>
              <a:rPr lang="zh-CN" altLang="en-US" sz="3600" b="1" dirty="0">
                <a:solidFill>
                  <a:srgbClr val="0000CC"/>
                </a:solidFill>
                <a:latin typeface="微软雅黑" pitchFamily="34" charset="-122"/>
                <a:ea typeface="微软雅黑" pitchFamily="34" charset="-122"/>
                <a:cs typeface="Times New Roman" pitchFamily="18" charset="0"/>
              </a:rPr>
              <a:t>状态密度</a:t>
            </a:r>
          </a:p>
        </p:txBody>
      </p:sp>
      <p:sp>
        <p:nvSpPr>
          <p:cNvPr id="3" name="TextBox 2"/>
          <p:cNvSpPr txBox="1">
            <a:spLocks noChangeArrowheads="1"/>
          </p:cNvSpPr>
          <p:nvPr/>
        </p:nvSpPr>
        <p:spPr bwMode="auto">
          <a:xfrm>
            <a:off x="1811178" y="2011262"/>
            <a:ext cx="10335999" cy="523220"/>
          </a:xfrm>
          <a:prstGeom prst="rect">
            <a:avLst/>
          </a:prstGeom>
          <a:noFill/>
          <a:ln w="9525">
            <a:noFill/>
            <a:miter lim="800000"/>
            <a:headEnd/>
            <a:tailEnd/>
          </a:ln>
        </p:spPr>
        <p:txBody>
          <a:bodyPr wrap="square">
            <a:spAutoFit/>
          </a:bodyPr>
          <a:lstStyle/>
          <a:p>
            <a:pPr defTabSz="914400"/>
            <a:r>
              <a:rPr lang="zh-CN" altLang="en-US" sz="2800" b="1" dirty="0">
                <a:solidFill>
                  <a:srgbClr val="FF0000"/>
                </a:solidFill>
                <a:latin typeface="Times New Roman" pitchFamily="18" charset="0"/>
                <a:ea typeface="微软雅黑" pitchFamily="34" charset="-122"/>
                <a:cs typeface="Times New Roman" pitchFamily="18" charset="0"/>
              </a:rPr>
              <a:t>状态密度</a:t>
            </a:r>
            <a:r>
              <a:rPr lang="zh-CN" altLang="en-US" sz="2800" b="1" dirty="0">
                <a:latin typeface="Times New Roman" pitchFamily="18" charset="0"/>
                <a:ea typeface="微软雅黑" pitchFamily="34" charset="-122"/>
                <a:cs typeface="Times New Roman" pitchFamily="18" charset="0"/>
              </a:rPr>
              <a:t>就是在能带中能量</a:t>
            </a:r>
            <a:r>
              <a:rPr lang="en-US" altLang="zh-CN" sz="2800" b="1" i="1" dirty="0">
                <a:solidFill>
                  <a:srgbClr val="FF0000"/>
                </a:solidFill>
                <a:latin typeface="Times New Roman" pitchFamily="18" charset="0"/>
                <a:ea typeface="微软雅黑" pitchFamily="34" charset="-122"/>
                <a:cs typeface="Times New Roman" pitchFamily="18" charset="0"/>
              </a:rPr>
              <a:t>E</a:t>
            </a:r>
            <a:r>
              <a:rPr lang="zh-CN" altLang="en-US" sz="2800" b="1" dirty="0">
                <a:latin typeface="Times New Roman" pitchFamily="18" charset="0"/>
                <a:ea typeface="微软雅黑" pitchFamily="34" charset="-122"/>
                <a:cs typeface="Times New Roman" pitchFamily="18" charset="0"/>
              </a:rPr>
              <a:t>附近每单位能量间隔内的</a:t>
            </a:r>
            <a:r>
              <a:rPr lang="zh-CN" altLang="en-US" sz="2800" b="1" dirty="0">
                <a:solidFill>
                  <a:srgbClr val="0000FF"/>
                </a:solidFill>
                <a:latin typeface="Times New Roman" pitchFamily="18" charset="0"/>
                <a:ea typeface="微软雅黑" pitchFamily="34" charset="-122"/>
                <a:cs typeface="Times New Roman" pitchFamily="18" charset="0"/>
              </a:rPr>
              <a:t>量子态数</a:t>
            </a:r>
            <a:r>
              <a:rPr lang="zh-CN" altLang="en-US" sz="2800" b="1" dirty="0">
                <a:latin typeface="Times New Roman" pitchFamily="18" charset="0"/>
                <a:ea typeface="微软雅黑" pitchFamily="34" charset="-122"/>
                <a:cs typeface="Times New Roman" pitchFamily="18" charset="0"/>
              </a:rPr>
              <a:t>。</a:t>
            </a:r>
          </a:p>
        </p:txBody>
      </p:sp>
      <p:graphicFrame>
        <p:nvGraphicFramePr>
          <p:cNvPr id="88065" name="Object 1"/>
          <p:cNvGraphicFramePr>
            <a:graphicFrameLocks noChangeAspect="1"/>
          </p:cNvGraphicFramePr>
          <p:nvPr/>
        </p:nvGraphicFramePr>
        <p:xfrm>
          <a:off x="5426224" y="3926336"/>
          <a:ext cx="2133600" cy="898525"/>
        </p:xfrm>
        <a:graphic>
          <a:graphicData uri="http://schemas.openxmlformats.org/presentationml/2006/ole">
            <mc:AlternateContent xmlns:mc="http://schemas.openxmlformats.org/markup-compatibility/2006">
              <mc:Choice xmlns:v="urn:schemas-microsoft-com:vml" Requires="v">
                <p:oleObj spid="_x0000_s1074" name="公式" r:id="rId4" imgW="710891" imgH="393529" progId="Equation.3">
                  <p:embed/>
                </p:oleObj>
              </mc:Choice>
              <mc:Fallback>
                <p:oleObj name="公式" r:id="rId4" imgW="710891" imgH="39352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6224" y="3926336"/>
                        <a:ext cx="2133600" cy="898525"/>
                      </a:xfrm>
                      <a:prstGeom prst="rect">
                        <a:avLst/>
                      </a:prstGeom>
                      <a:solidFill>
                        <a:srgbClr val="FFFF00"/>
                      </a:solidFill>
                    </p:spPr>
                  </p:pic>
                </p:oleObj>
              </mc:Fallback>
            </mc:AlternateContent>
          </a:graphicData>
        </a:graphic>
      </p:graphicFrame>
      <p:graphicFrame>
        <p:nvGraphicFramePr>
          <p:cNvPr id="88067" name="Object 3"/>
          <p:cNvGraphicFramePr>
            <a:graphicFrameLocks noChangeAspect="1"/>
          </p:cNvGraphicFramePr>
          <p:nvPr/>
        </p:nvGraphicFramePr>
        <p:xfrm>
          <a:off x="8131618" y="4999196"/>
          <a:ext cx="4127500" cy="844550"/>
        </p:xfrm>
        <a:graphic>
          <a:graphicData uri="http://schemas.openxmlformats.org/presentationml/2006/ole">
            <mc:AlternateContent xmlns:mc="http://schemas.openxmlformats.org/markup-compatibility/2006">
              <mc:Choice xmlns:v="urn:schemas-microsoft-com:vml" Requires="v">
                <p:oleObj spid="_x0000_s1075" name="公式" r:id="rId6" imgW="2044700" imgH="419100" progId="Equation.3">
                  <p:embed/>
                </p:oleObj>
              </mc:Choice>
              <mc:Fallback>
                <p:oleObj name="公式" r:id="rId6" imgW="2044700" imgH="4191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31618" y="4999196"/>
                        <a:ext cx="4127500" cy="844550"/>
                      </a:xfrm>
                      <a:prstGeom prst="rect">
                        <a:avLst/>
                      </a:prstGeom>
                      <a:solidFill>
                        <a:srgbClr val="FFFF00"/>
                      </a:solidFill>
                    </p:spPr>
                  </p:pic>
                </p:oleObj>
              </mc:Fallback>
            </mc:AlternateContent>
          </a:graphicData>
        </a:graphic>
      </p:graphicFrame>
      <p:sp>
        <p:nvSpPr>
          <p:cNvPr id="8" name="TextBox 7"/>
          <p:cNvSpPr txBox="1">
            <a:spLocks noChangeArrowheads="1"/>
          </p:cNvSpPr>
          <p:nvPr/>
        </p:nvSpPr>
        <p:spPr bwMode="auto">
          <a:xfrm>
            <a:off x="4313057" y="5161914"/>
            <a:ext cx="3556000" cy="519113"/>
          </a:xfrm>
          <a:prstGeom prst="rect">
            <a:avLst/>
          </a:prstGeom>
          <a:noFill/>
          <a:ln w="9525">
            <a:noFill/>
            <a:miter lim="800000"/>
            <a:headEnd/>
            <a:tailEnd/>
          </a:ln>
        </p:spPr>
        <p:txBody>
          <a:bodyPr>
            <a:spAutoFit/>
          </a:bodyPr>
          <a:lstStyle/>
          <a:p>
            <a:pPr defTabSz="914400"/>
            <a:r>
              <a:rPr lang="zh-CN" altLang="en-US" sz="2800" b="1" dirty="0">
                <a:latin typeface="Times New Roman" pitchFamily="18" charset="0"/>
                <a:ea typeface="微软雅黑" pitchFamily="34" charset="-122"/>
                <a:cs typeface="Times New Roman" pitchFamily="18" charset="0"/>
              </a:rPr>
              <a:t>导带底附近状态密度</a:t>
            </a:r>
          </a:p>
        </p:txBody>
      </p:sp>
      <p:sp>
        <p:nvSpPr>
          <p:cNvPr id="9" name="TextBox 8"/>
          <p:cNvSpPr txBox="1">
            <a:spLocks noChangeArrowheads="1"/>
          </p:cNvSpPr>
          <p:nvPr/>
        </p:nvSpPr>
        <p:spPr bwMode="auto">
          <a:xfrm>
            <a:off x="4345191" y="6326879"/>
            <a:ext cx="3600450" cy="519113"/>
          </a:xfrm>
          <a:prstGeom prst="rect">
            <a:avLst/>
          </a:prstGeom>
          <a:noFill/>
          <a:ln w="9525">
            <a:noFill/>
            <a:miter lim="800000"/>
            <a:headEnd/>
            <a:tailEnd/>
          </a:ln>
        </p:spPr>
        <p:txBody>
          <a:bodyPr>
            <a:spAutoFit/>
          </a:bodyPr>
          <a:lstStyle/>
          <a:p>
            <a:pPr defTabSz="914400"/>
            <a:r>
              <a:rPr lang="zh-CN" altLang="en-US" sz="2800" b="1" dirty="0">
                <a:latin typeface="Times New Roman" pitchFamily="18" charset="0"/>
                <a:ea typeface="微软雅黑" pitchFamily="34" charset="-122"/>
                <a:cs typeface="Times New Roman" pitchFamily="18" charset="0"/>
              </a:rPr>
              <a:t>价带顶附近状态密度</a:t>
            </a:r>
          </a:p>
        </p:txBody>
      </p:sp>
      <p:graphicFrame>
        <p:nvGraphicFramePr>
          <p:cNvPr id="88069" name="Object 5"/>
          <p:cNvGraphicFramePr>
            <a:graphicFrameLocks noChangeAspect="1"/>
          </p:cNvGraphicFramePr>
          <p:nvPr/>
        </p:nvGraphicFramePr>
        <p:xfrm>
          <a:off x="8131618" y="6157702"/>
          <a:ext cx="4129088" cy="844550"/>
        </p:xfrm>
        <a:graphic>
          <a:graphicData uri="http://schemas.openxmlformats.org/presentationml/2006/ole">
            <mc:AlternateContent xmlns:mc="http://schemas.openxmlformats.org/markup-compatibility/2006">
              <mc:Choice xmlns:v="urn:schemas-microsoft-com:vml" Requires="v">
                <p:oleObj spid="_x0000_s1076" name="公式" r:id="rId8" imgW="2095500" imgH="431800" progId="Equation.3">
                  <p:embed/>
                </p:oleObj>
              </mc:Choice>
              <mc:Fallback>
                <p:oleObj name="公式" r:id="rId8" imgW="2095500" imgH="431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31618" y="6157702"/>
                        <a:ext cx="4129088" cy="844550"/>
                      </a:xfrm>
                      <a:prstGeom prst="rect">
                        <a:avLst/>
                      </a:prstGeom>
                      <a:solidFill>
                        <a:srgbClr val="FFFF00"/>
                      </a:solidFill>
                    </p:spPr>
                  </p:pic>
                </p:oleObj>
              </mc:Fallback>
            </mc:AlternateContent>
          </a:graphicData>
        </a:graphic>
      </p:graphicFrame>
      <p:sp>
        <p:nvSpPr>
          <p:cNvPr id="4" name="文本框 3"/>
          <p:cNvSpPr txBox="1"/>
          <p:nvPr/>
        </p:nvSpPr>
        <p:spPr>
          <a:xfrm>
            <a:off x="839036" y="2570029"/>
            <a:ext cx="12098301" cy="1384995"/>
          </a:xfrm>
          <a:prstGeom prst="rect">
            <a:avLst/>
          </a:prstGeom>
          <a:noFill/>
        </p:spPr>
        <p:txBody>
          <a:bodyPr wrap="square" rtlCol="0">
            <a:spAutoFit/>
          </a:bodyPr>
          <a:lstStyle/>
          <a:p>
            <a:pPr>
              <a:lnSpc>
                <a:spcPct val="150000"/>
              </a:lnSpc>
            </a:pP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800" b="1" dirty="0">
                <a:latin typeface="Times New Roman" panose="02020603050405020304" pitchFamily="18" charset="0"/>
                <a:ea typeface="微软雅黑" panose="020B0503020204020204" pitchFamily="34" charset="-122"/>
                <a:cs typeface="Times New Roman" panose="02020603050405020304" pitchFamily="18" charset="0"/>
              </a:rPr>
              <a:t>在能带中能量</a:t>
            </a:r>
            <a:r>
              <a:rPr lang="en-US" altLang="zh-CN" sz="2800" b="1" i="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E~E+dE</a:t>
            </a:r>
            <a:r>
              <a:rPr lang="zh-CN" altLang="zh-CN" sz="2800" b="1" dirty="0">
                <a:latin typeface="Times New Roman" panose="02020603050405020304" pitchFamily="18" charset="0"/>
                <a:ea typeface="微软雅黑" panose="020B0503020204020204" pitchFamily="34" charset="-122"/>
                <a:cs typeface="Times New Roman" panose="02020603050405020304" pitchFamily="18" charset="0"/>
              </a:rPr>
              <a:t>之间无限小的能量间隔内有</a:t>
            </a:r>
            <a:r>
              <a:rPr lang="en-US" altLang="zh-CN" sz="2800" b="1" i="1" dirty="0" err="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dZ</a:t>
            </a:r>
            <a:r>
              <a:rPr lang="zh-CN" altLang="zh-CN" sz="2800" b="1" dirty="0">
                <a:latin typeface="Times New Roman" panose="02020603050405020304" pitchFamily="18" charset="0"/>
                <a:ea typeface="微软雅黑" panose="020B0503020204020204" pitchFamily="34" charset="-122"/>
                <a:cs typeface="Times New Roman" panose="02020603050405020304" pitchFamily="18" charset="0"/>
              </a:rPr>
              <a:t>个量子态，则状态密度</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(Density of State)</a:t>
            </a:r>
            <a:r>
              <a:rPr lang="en-US" altLang="zh-CN" sz="28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g(E)</a:t>
            </a:r>
            <a:r>
              <a:rPr lang="zh-CN" altLang="zh-CN" sz="2800" b="1" dirty="0">
                <a:latin typeface="Times New Roman" panose="02020603050405020304" pitchFamily="18" charset="0"/>
                <a:ea typeface="微软雅黑" panose="020B0503020204020204" pitchFamily="34" charset="-122"/>
                <a:cs typeface="Times New Roman" panose="02020603050405020304" pitchFamily="18" charset="0"/>
              </a:rPr>
              <a:t>为</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596900" y="5782261"/>
            <a:ext cx="3453596" cy="584775"/>
          </a:xfrm>
          <a:prstGeom prst="rect">
            <a:avLst/>
          </a:prstGeom>
          <a:solidFill>
            <a:srgbClr val="FFC000"/>
          </a:solidFill>
        </p:spPr>
        <p:txBody>
          <a:bodyPr wrap="square" rtlCol="0">
            <a:spAutoFit/>
          </a:bodyPr>
          <a:lstStyle/>
          <a:p>
            <a:pPr algn="ctr"/>
            <a:r>
              <a:rPr lang="zh-CN" altLang="en-US" sz="3200" b="1" dirty="0">
                <a:latin typeface="微软雅黑" panose="020B0503020204020204" pitchFamily="34" charset="-122"/>
                <a:ea typeface="微软雅黑" panose="020B0503020204020204" pitchFamily="34" charset="-122"/>
              </a:rPr>
              <a:t>理论推导可以得</a:t>
            </a:r>
          </a:p>
        </p:txBody>
      </p:sp>
      <p:sp>
        <p:nvSpPr>
          <p:cNvPr id="19" name="文本框 60">
            <a:extLst>
              <a:ext uri="{FF2B5EF4-FFF2-40B4-BE49-F238E27FC236}">
                <a16:creationId xmlns:a16="http://schemas.microsoft.com/office/drawing/2014/main" xmlns="" id="{24C39751-98C3-45A3-B3EC-F03B4B48DE70}"/>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20" name="矩形 19">
            <a:extLst>
              <a:ext uri="{FF2B5EF4-FFF2-40B4-BE49-F238E27FC236}">
                <a16:creationId xmlns:a16="http://schemas.microsoft.com/office/drawing/2014/main" xmlns="" id="{DE32E195-D18F-401E-B37F-7C5EAE70992A}"/>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xmlns="" id="{60D7F081-BA2B-41DB-B7B6-CDA784D2CEC7}"/>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xmlns="" id="{69310F7A-7E3A-43C2-AE7F-F1F8E118AE43}"/>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3" name="直接连接符 58">
            <a:extLst>
              <a:ext uri="{FF2B5EF4-FFF2-40B4-BE49-F238E27FC236}">
                <a16:creationId xmlns:a16="http://schemas.microsoft.com/office/drawing/2014/main" xmlns="" id="{C77570CC-0E35-4E9E-AFBF-E9399F485B8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xmlns="" id="{A8721584-B45F-4F67-A95C-FE47D164D04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xmlns="" id="{1B9348EF-0299-4597-A431-B9085D11394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06340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88065"/>
                                        </p:tgtEl>
                                        <p:attrNameLst>
                                          <p:attrName>style.visibility</p:attrName>
                                        </p:attrNameLst>
                                      </p:cBhvr>
                                      <p:to>
                                        <p:strVal val="visible"/>
                                      </p:to>
                                    </p:set>
                                    <p:animEffect transition="in" filter="box(in)">
                                      <p:cBhvr>
                                        <p:cTn id="21" dur="500"/>
                                        <p:tgtEl>
                                          <p:spTgt spid="8806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ox(in)">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88067"/>
                                        </p:tgtEl>
                                        <p:attrNameLst>
                                          <p:attrName>style.visibility</p:attrName>
                                        </p:attrNameLst>
                                      </p:cBhvr>
                                      <p:to>
                                        <p:strVal val="visible"/>
                                      </p:to>
                                    </p:set>
                                    <p:animEffect transition="in" filter="box(in)">
                                      <p:cBhvr>
                                        <p:cTn id="35" dur="500"/>
                                        <p:tgtEl>
                                          <p:spTgt spid="88067"/>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ox(in)">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88069"/>
                                        </p:tgtEl>
                                        <p:attrNameLst>
                                          <p:attrName>style.visibility</p:attrName>
                                        </p:attrNameLst>
                                      </p:cBhvr>
                                      <p:to>
                                        <p:strVal val="visible"/>
                                      </p:to>
                                    </p:set>
                                    <p:animEffect transition="in" filter="box(in)">
                                      <p:cBhvr>
                                        <p:cTn id="45" dur="500"/>
                                        <p:tgtEl>
                                          <p:spTgt spid="88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8" grpId="0"/>
      <p:bldP spid="9" grpId="0"/>
      <p:bldP spid="4" grpId="0"/>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2383415" y="1045947"/>
            <a:ext cx="8928735" cy="584775"/>
          </a:xfrm>
          <a:prstGeom prst="rect">
            <a:avLst/>
          </a:prstGeom>
          <a:noFill/>
          <a:ln w="9525">
            <a:noFill/>
            <a:miter lim="800000"/>
            <a:headEnd/>
            <a:tailEnd/>
          </a:ln>
        </p:spPr>
        <p:txBody>
          <a:bodyPr wrap="square">
            <a:spAutoFit/>
          </a:bodyPr>
          <a:lstStyle/>
          <a:p>
            <a:pPr algn="ctr" defTabSz="914400"/>
            <a:r>
              <a:rPr lang="en-US" altLang="zh-CN" sz="3200" b="1" dirty="0">
                <a:solidFill>
                  <a:srgbClr val="0000CC"/>
                </a:solidFill>
                <a:latin typeface="微软雅黑" pitchFamily="34" charset="-122"/>
                <a:ea typeface="微软雅黑" pitchFamily="34" charset="-122"/>
                <a:cs typeface="Times New Roman" pitchFamily="18" charset="0"/>
              </a:rPr>
              <a:t>2 </a:t>
            </a:r>
            <a:r>
              <a:rPr lang="zh-CN" altLang="en-US" sz="3200" b="1" dirty="0">
                <a:solidFill>
                  <a:srgbClr val="0000CC"/>
                </a:solidFill>
                <a:latin typeface="微软雅黑" pitchFamily="34" charset="-122"/>
                <a:ea typeface="微软雅黑" pitchFamily="34" charset="-122"/>
                <a:cs typeface="Times New Roman" pitchFamily="18" charset="0"/>
              </a:rPr>
              <a:t>费米能级和载流子的统计分布</a:t>
            </a:r>
          </a:p>
        </p:txBody>
      </p:sp>
      <p:sp>
        <p:nvSpPr>
          <p:cNvPr id="3" name="Rectangle 7"/>
          <p:cNvSpPr>
            <a:spLocks noChangeArrowheads="1"/>
          </p:cNvSpPr>
          <p:nvPr/>
        </p:nvSpPr>
        <p:spPr bwMode="auto">
          <a:xfrm>
            <a:off x="699135" y="2071176"/>
            <a:ext cx="9347835"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rPr>
              <a:t>载流子的分布</a:t>
            </a:r>
            <a:r>
              <a:rPr lang="en-US" altLang="zh-CN" sz="2800" b="1" dirty="0">
                <a:latin typeface="微软雅黑" pitchFamily="34" charset="-122"/>
                <a:ea typeface="微软雅黑" pitchFamily="34" charset="-122"/>
              </a:rPr>
              <a:t>:</a:t>
            </a:r>
            <a:r>
              <a:rPr lang="zh-CN" altLang="en-US" sz="2800" b="1" dirty="0">
                <a:latin typeface="微软雅黑" pitchFamily="34" charset="-122"/>
                <a:ea typeface="微软雅黑" pitchFamily="34" charset="-122"/>
              </a:rPr>
              <a:t>    服从费米统计分布规律 </a:t>
            </a:r>
          </a:p>
        </p:txBody>
      </p:sp>
      <p:sp>
        <p:nvSpPr>
          <p:cNvPr id="4" name="Rectangle 4"/>
          <p:cNvSpPr>
            <a:spLocks noChangeArrowheads="1"/>
          </p:cNvSpPr>
          <p:nvPr/>
        </p:nvSpPr>
        <p:spPr bwMode="auto">
          <a:xfrm>
            <a:off x="699135" y="2829602"/>
            <a:ext cx="10258425" cy="523220"/>
          </a:xfrm>
          <a:prstGeom prst="rect">
            <a:avLst/>
          </a:prstGeom>
          <a:noFill/>
          <a:ln w="9525">
            <a:noFill/>
            <a:miter lim="800000"/>
            <a:headEnd/>
            <a:tailEnd/>
          </a:ln>
        </p:spPr>
        <p:txBody>
          <a:bodyPr wrap="square" anchor="ctr">
            <a:spAutoFit/>
          </a:bodyPr>
          <a:lstStyle/>
          <a:p>
            <a:pPr defTabSz="914400"/>
            <a:r>
              <a:rPr lang="zh-CN" altLang="en-US" sz="2800" b="1" dirty="0">
                <a:latin typeface="Times New Roman" panose="02020603050405020304" pitchFamily="18" charset="0"/>
                <a:ea typeface="微软雅黑" pitchFamily="34" charset="-122"/>
                <a:cs typeface="Times New Roman" panose="02020603050405020304" pitchFamily="18" charset="0"/>
              </a:rPr>
              <a:t>热平衡条件下，能量为</a:t>
            </a:r>
            <a:r>
              <a:rPr lang="en-US" altLang="zh-CN" sz="2800" b="1" i="1" dirty="0">
                <a:latin typeface="Times New Roman" panose="02020603050405020304" pitchFamily="18" charset="0"/>
                <a:ea typeface="微软雅黑" pitchFamily="34" charset="-122"/>
                <a:cs typeface="Times New Roman" panose="02020603050405020304" pitchFamily="18" charset="0"/>
              </a:rPr>
              <a:t>E </a:t>
            </a:r>
            <a:r>
              <a:rPr lang="zh-CN" altLang="en-US" sz="2800" b="1" dirty="0">
                <a:latin typeface="Times New Roman" panose="02020603050405020304" pitchFamily="18" charset="0"/>
                <a:ea typeface="微软雅黑" pitchFamily="34" charset="-122"/>
                <a:cs typeface="Times New Roman" panose="02020603050405020304" pitchFamily="18" charset="0"/>
              </a:rPr>
              <a:t>的能级被电子占据的概率为： </a:t>
            </a:r>
          </a:p>
        </p:txBody>
      </p:sp>
      <p:graphicFrame>
        <p:nvGraphicFramePr>
          <p:cNvPr id="167941" name="Object 5"/>
          <p:cNvGraphicFramePr>
            <a:graphicFrameLocks noChangeAspect="1"/>
          </p:cNvGraphicFramePr>
          <p:nvPr/>
        </p:nvGraphicFramePr>
        <p:xfrm>
          <a:off x="3962356" y="3608398"/>
          <a:ext cx="4854575" cy="1200150"/>
        </p:xfrm>
        <a:graphic>
          <a:graphicData uri="http://schemas.openxmlformats.org/presentationml/2006/ole">
            <mc:AlternateContent xmlns:mc="http://schemas.openxmlformats.org/markup-compatibility/2006">
              <mc:Choice xmlns:v="urn:schemas-microsoft-com:vml" Requires="v">
                <p:oleObj spid="_x0000_s2066" name="Equation" r:id="rId4" imgW="1473120" imgH="583920" progId="Equation.DSMT4">
                  <p:embed/>
                </p:oleObj>
              </mc:Choice>
              <mc:Fallback>
                <p:oleObj name="Equation" r:id="rId4" imgW="1473120" imgH="583920" progId="Equation.DSMT4">
                  <p:embed/>
                  <p:pic>
                    <p:nvPicPr>
                      <p:cNvPr id="0" name=""/>
                      <p:cNvPicPr>
                        <a:picLocks noChangeAspect="1" noChangeArrowheads="1"/>
                      </p:cNvPicPr>
                      <p:nvPr/>
                    </p:nvPicPr>
                    <p:blipFill>
                      <a:blip r:embed="rId5"/>
                      <a:srcRect/>
                      <a:stretch>
                        <a:fillRect/>
                      </a:stretch>
                    </p:blipFill>
                    <p:spPr bwMode="auto">
                      <a:xfrm>
                        <a:off x="3962356" y="3608398"/>
                        <a:ext cx="4854575" cy="1200150"/>
                      </a:xfrm>
                      <a:prstGeom prst="rect">
                        <a:avLst/>
                      </a:prstGeom>
                      <a:solidFill>
                        <a:srgbClr val="FFFF00"/>
                      </a:solidFill>
                    </p:spPr>
                  </p:pic>
                </p:oleObj>
              </mc:Fallback>
            </mc:AlternateContent>
          </a:graphicData>
        </a:graphic>
      </p:graphicFrame>
      <p:sp>
        <p:nvSpPr>
          <p:cNvPr id="6" name="TextBox 5"/>
          <p:cNvSpPr txBox="1">
            <a:spLocks noChangeArrowheads="1"/>
          </p:cNvSpPr>
          <p:nvPr/>
        </p:nvSpPr>
        <p:spPr bwMode="auto">
          <a:xfrm>
            <a:off x="778769" y="4978573"/>
            <a:ext cx="12138025" cy="1384995"/>
          </a:xfrm>
          <a:prstGeom prst="rect">
            <a:avLst/>
          </a:prstGeom>
          <a:noFill/>
          <a:ln w="9525">
            <a:noFill/>
            <a:miter lim="800000"/>
            <a:headEnd/>
            <a:tailEnd/>
          </a:ln>
        </p:spPr>
        <p:txBody>
          <a:bodyPr wrap="square">
            <a:spAutoFit/>
          </a:bodyPr>
          <a:lstStyle/>
          <a:p>
            <a:pPr defTabSz="914400">
              <a:lnSpc>
                <a:spcPct val="150000"/>
              </a:lnSpc>
            </a:pPr>
            <a:r>
              <a:rPr lang="en-US" altLang="zh-CN" sz="2800" i="1" dirty="0">
                <a:latin typeface="Times New Roman" panose="02020603050405020304" pitchFamily="18" charset="0"/>
                <a:ea typeface="微软雅黑" pitchFamily="34" charset="-122"/>
                <a:cs typeface="Times New Roman" panose="02020603050405020304" pitchFamily="18" charset="0"/>
              </a:rPr>
              <a:t>f </a:t>
            </a:r>
            <a:r>
              <a:rPr lang="en-US" altLang="zh-CN" sz="2800" dirty="0">
                <a:latin typeface="Times New Roman" panose="02020603050405020304" pitchFamily="18" charset="0"/>
                <a:ea typeface="微软雅黑" pitchFamily="34" charset="-122"/>
                <a:cs typeface="Times New Roman" panose="02020603050405020304" pitchFamily="18" charset="0"/>
              </a:rPr>
              <a:t>(E</a:t>
            </a:r>
            <a:r>
              <a:rPr lang="en-US" altLang="zh-CN" sz="2800" b="1" dirty="0">
                <a:latin typeface="Times New Roman" panose="02020603050405020304" pitchFamily="18" charset="0"/>
                <a:ea typeface="微软雅黑" pitchFamily="34" charset="-122"/>
                <a:cs typeface="Times New Roman" panose="02020603050405020304" pitchFamily="18" charset="0"/>
              </a:rPr>
              <a:t>) </a:t>
            </a:r>
            <a:r>
              <a:rPr lang="en-US" sz="2800" b="1" dirty="0">
                <a:latin typeface="Times New Roman" panose="02020603050405020304" pitchFamily="18" charset="0"/>
                <a:ea typeface="微软雅黑" pitchFamily="34" charset="-122"/>
                <a:cs typeface="Times New Roman" panose="02020603050405020304" pitchFamily="18" charset="0"/>
              </a:rPr>
              <a:t>称为电子的费米分布函数，它是描述热平衡状态下，电子在允许的量子态上如何分布的一个统计分布函数。</a:t>
            </a:r>
            <a:endParaRPr lang="zh-CN" altLang="en-US" sz="2800" b="1" dirty="0">
              <a:latin typeface="Times New Roman" panose="02020603050405020304" pitchFamily="18" charset="0"/>
              <a:ea typeface="微软雅黑" pitchFamily="34" charset="-122"/>
              <a:cs typeface="Times New Roman" panose="02020603050405020304" pitchFamily="18" charset="0"/>
            </a:endParaRPr>
          </a:p>
        </p:txBody>
      </p:sp>
      <p:sp>
        <p:nvSpPr>
          <p:cNvPr id="5" name="TextBox 6"/>
          <p:cNvSpPr txBox="1">
            <a:spLocks noChangeArrowheads="1"/>
          </p:cNvSpPr>
          <p:nvPr/>
        </p:nvSpPr>
        <p:spPr bwMode="auto">
          <a:xfrm>
            <a:off x="4122494" y="6559910"/>
            <a:ext cx="4978400" cy="523220"/>
          </a:xfrm>
          <a:prstGeom prst="rect">
            <a:avLst/>
          </a:prstGeom>
          <a:solidFill>
            <a:schemeClr val="accent4">
              <a:lumMod val="20000"/>
              <a:lumOff val="80000"/>
            </a:schemeClr>
          </a:solidFill>
          <a:ln w="9525">
            <a:noFill/>
            <a:miter lim="800000"/>
            <a:headEnd/>
            <a:tailEnd/>
          </a:ln>
        </p:spPr>
        <p:txBody>
          <a:bodyPr>
            <a:spAutoFit/>
          </a:bodyPr>
          <a:lstStyle/>
          <a:p>
            <a:pPr algn="ctr" defTabSz="914400"/>
            <a:r>
              <a:rPr lang="en-US" altLang="zh-CN" sz="2800" b="1" i="1" dirty="0">
                <a:solidFill>
                  <a:srgbClr val="FF0000"/>
                </a:solidFill>
                <a:latin typeface="Times New Roman" panose="02020603050405020304" pitchFamily="18" charset="0"/>
                <a:ea typeface="微软雅黑" pitchFamily="34" charset="-122"/>
                <a:cs typeface="Times New Roman" panose="02020603050405020304" pitchFamily="18" charset="0"/>
              </a:rPr>
              <a:t>E</a:t>
            </a:r>
            <a:r>
              <a:rPr lang="en-US" altLang="zh-CN" sz="2800" b="1" i="1" baseline="-25000" dirty="0">
                <a:solidFill>
                  <a:srgbClr val="FF0000"/>
                </a:solidFill>
                <a:latin typeface="Times New Roman" panose="02020603050405020304" pitchFamily="18" charset="0"/>
                <a:ea typeface="微软雅黑" pitchFamily="34" charset="-122"/>
                <a:cs typeface="Times New Roman" panose="02020603050405020304" pitchFamily="18" charset="0"/>
              </a:rPr>
              <a:t>f</a:t>
            </a:r>
            <a:r>
              <a:rPr lang="zh-CN" altLang="en-US" sz="2800" b="1" dirty="0">
                <a:solidFill>
                  <a:srgbClr val="FF0000"/>
                </a:solidFill>
                <a:latin typeface="Times New Roman" panose="02020603050405020304" pitchFamily="18" charset="0"/>
                <a:ea typeface="微软雅黑" pitchFamily="34" charset="-122"/>
                <a:cs typeface="Times New Roman" panose="02020603050405020304" pitchFamily="18" charset="0"/>
              </a:rPr>
              <a:t>为费米能级或费米能量</a:t>
            </a:r>
          </a:p>
        </p:txBody>
      </p:sp>
      <p:sp>
        <p:nvSpPr>
          <p:cNvPr id="15" name="文本框 60">
            <a:extLst>
              <a:ext uri="{FF2B5EF4-FFF2-40B4-BE49-F238E27FC236}">
                <a16:creationId xmlns:a16="http://schemas.microsoft.com/office/drawing/2014/main" xmlns="" id="{C56F4B6A-A8B8-4943-9C63-6291EB49F514}"/>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16" name="矩形 15">
            <a:extLst>
              <a:ext uri="{FF2B5EF4-FFF2-40B4-BE49-F238E27FC236}">
                <a16:creationId xmlns:a16="http://schemas.microsoft.com/office/drawing/2014/main" xmlns="" id="{71066C31-DB9D-41DB-9148-88062656163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xmlns="" id="{87B69083-EDD6-4744-80F5-1BA8F2FA412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xmlns="" id="{E98F6DFD-2CB8-4FC7-88BB-197C19D1A72D}"/>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a16="http://schemas.microsoft.com/office/drawing/2014/main" xmlns="" id="{F7EA5606-F4E5-4D94-B3F4-C8C3BB30402D}"/>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xmlns="" id="{AF8C6C89-9AB7-416F-82BF-9F1980B13183}"/>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xmlns="" id="{6BD7E35B-E24A-422A-A95E-000DF5CC015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437254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ox(i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67941"/>
                                        </p:tgtEl>
                                        <p:attrNameLst>
                                          <p:attrName>style.visibility</p:attrName>
                                        </p:attrNameLst>
                                      </p:cBhvr>
                                      <p:to>
                                        <p:strVal val="visible"/>
                                      </p:to>
                                    </p:set>
                                    <p:animEffect transition="in" filter="box(in)">
                                      <p:cBhvr>
                                        <p:cTn id="22" dur="500"/>
                                        <p:tgtEl>
                                          <p:spTgt spid="16794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ox(i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ox(in)">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ctrTitle" idx="4294967295"/>
          </p:nvPr>
        </p:nvSpPr>
        <p:spPr>
          <a:xfrm>
            <a:off x="5010980" y="926032"/>
            <a:ext cx="4037327" cy="660912"/>
          </a:xfr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w="31750">
            <a:noFill/>
          </a:ln>
        </p:spPr>
        <p:txBody>
          <a:bodyPr lIns="0" tIns="0" rIns="0" bIns="0" anchor="t"/>
          <a:lstStyle/>
          <a:p>
            <a:pPr algn="ctr">
              <a:lnSpc>
                <a:spcPct val="150000"/>
              </a:lnSpc>
            </a:pPr>
            <a:r>
              <a:rPr lang="zh-CN" altLang="en-US" sz="2800" b="1" dirty="0">
                <a:latin typeface="Times New Roman" pitchFamily="18" charset="0"/>
                <a:ea typeface="微软雅黑" pitchFamily="34" charset="-122"/>
                <a:cs typeface="Times New Roman" pitchFamily="18" charset="0"/>
              </a:rPr>
              <a:t>费米能级</a:t>
            </a:r>
            <a:r>
              <a:rPr lang="en-US" altLang="zh-CN" sz="2800" b="1" i="1" dirty="0" err="1">
                <a:latin typeface="Times New Roman" pitchFamily="18" charset="0"/>
                <a:ea typeface="微软雅黑" pitchFamily="34" charset="-122"/>
                <a:cs typeface="Times New Roman" pitchFamily="18" charset="0"/>
              </a:rPr>
              <a:t>E</a:t>
            </a:r>
            <a:r>
              <a:rPr lang="en-US" altLang="zh-CN" sz="2800" b="1" i="1" baseline="-25000" dirty="0" err="1">
                <a:latin typeface="Times New Roman" pitchFamily="18" charset="0"/>
                <a:ea typeface="微软雅黑" pitchFamily="34" charset="-122"/>
                <a:cs typeface="Times New Roman" pitchFamily="18" charset="0"/>
              </a:rPr>
              <a:t>f</a:t>
            </a:r>
            <a:r>
              <a:rPr lang="en-US" altLang="zh-CN" sz="2800" b="1" i="1" baseline="-25000" dirty="0">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的物理意义</a:t>
            </a:r>
            <a:r>
              <a:rPr lang="zh-CN" altLang="en-US" sz="2800" b="1" dirty="0">
                <a:solidFill>
                  <a:srgbClr val="FFFF00"/>
                </a:solidFill>
                <a:latin typeface="Times New Roman" pitchFamily="18" charset="0"/>
                <a:ea typeface="微软雅黑" pitchFamily="34" charset="-122"/>
                <a:cs typeface="Times New Roman" pitchFamily="18" charset="0"/>
              </a:rPr>
              <a:t> </a:t>
            </a:r>
          </a:p>
        </p:txBody>
      </p:sp>
      <p:sp>
        <p:nvSpPr>
          <p:cNvPr id="31756" name="Rectangle 17"/>
          <p:cNvSpPr>
            <a:spLocks noChangeArrowheads="1"/>
          </p:cNvSpPr>
          <p:nvPr/>
        </p:nvSpPr>
        <p:spPr bwMode="auto">
          <a:xfrm>
            <a:off x="2820988" y="6554727"/>
            <a:ext cx="8250977" cy="584775"/>
          </a:xfrm>
          <a:prstGeom prst="rect">
            <a:avLst/>
          </a:prstGeom>
          <a:solidFill>
            <a:srgbClr val="0000FF"/>
          </a:solidFill>
          <a:ln w="9525">
            <a:noFill/>
            <a:miter lim="800000"/>
            <a:headEnd/>
            <a:tailEnd/>
          </a:ln>
        </p:spPr>
        <p:txBody>
          <a:bodyPr wrap="none" anchor="ctr">
            <a:spAutoFit/>
          </a:bodyPr>
          <a:lstStyle/>
          <a:p>
            <a:pPr algn="ctr" defTabSz="914400"/>
            <a:r>
              <a:rPr lang="en-US" altLang="zh-CN" sz="3200" b="1" i="1" dirty="0">
                <a:solidFill>
                  <a:schemeClr val="bg1"/>
                </a:solidFill>
                <a:latin typeface="Times New Roman" pitchFamily="18" charset="0"/>
                <a:ea typeface="微软雅黑" pitchFamily="34" charset="-122"/>
                <a:cs typeface="Times New Roman" pitchFamily="18" charset="0"/>
              </a:rPr>
              <a:t>E</a:t>
            </a:r>
            <a:r>
              <a:rPr lang="en-US" altLang="zh-CN" sz="3200" b="1" baseline="-25000" dirty="0">
                <a:solidFill>
                  <a:schemeClr val="bg1"/>
                </a:solidFill>
                <a:latin typeface="Times New Roman" pitchFamily="18" charset="0"/>
                <a:ea typeface="微软雅黑" pitchFamily="34" charset="-122"/>
                <a:cs typeface="Times New Roman" pitchFamily="18" charset="0"/>
              </a:rPr>
              <a:t>f</a:t>
            </a:r>
            <a:r>
              <a:rPr lang="zh-CN" altLang="en-US" sz="3200" b="1" dirty="0">
                <a:solidFill>
                  <a:schemeClr val="bg1"/>
                </a:solidFill>
                <a:latin typeface="Times New Roman" pitchFamily="18" charset="0"/>
                <a:ea typeface="微软雅黑" pitchFamily="34" charset="-122"/>
                <a:cs typeface="Times New Roman" pitchFamily="18" charset="0"/>
              </a:rPr>
              <a:t>的意义是电子占据率为</a:t>
            </a:r>
            <a:r>
              <a:rPr lang="en-US" altLang="zh-CN" sz="3200" b="1" dirty="0">
                <a:solidFill>
                  <a:schemeClr val="bg1"/>
                </a:solidFill>
                <a:latin typeface="Times New Roman" pitchFamily="18" charset="0"/>
                <a:ea typeface="微软雅黑" pitchFamily="34" charset="-122"/>
                <a:cs typeface="Times New Roman" pitchFamily="18" charset="0"/>
              </a:rPr>
              <a:t>0.5</a:t>
            </a:r>
            <a:r>
              <a:rPr lang="zh-CN" altLang="en-US" sz="3200" b="1" dirty="0">
                <a:solidFill>
                  <a:schemeClr val="bg1"/>
                </a:solidFill>
                <a:latin typeface="Times New Roman" pitchFamily="18" charset="0"/>
                <a:ea typeface="微软雅黑" pitchFamily="34" charset="-122"/>
                <a:cs typeface="Times New Roman" pitchFamily="18" charset="0"/>
              </a:rPr>
              <a:t>时所对应的能级 </a:t>
            </a:r>
          </a:p>
        </p:txBody>
      </p:sp>
      <p:sp>
        <p:nvSpPr>
          <p:cNvPr id="20" name="文本框 19"/>
          <p:cNvSpPr txBox="1"/>
          <p:nvPr/>
        </p:nvSpPr>
        <p:spPr>
          <a:xfrm>
            <a:off x="599479" y="2631792"/>
            <a:ext cx="1195830"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T=0K</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28" name="文本框 27"/>
          <p:cNvSpPr txBox="1"/>
          <p:nvPr/>
        </p:nvSpPr>
        <p:spPr>
          <a:xfrm>
            <a:off x="1795309" y="1739240"/>
            <a:ext cx="11496980" cy="2308324"/>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E&lt;E</a:t>
            </a:r>
            <a:r>
              <a:rPr lang="en-US" altLang="zh-CN" sz="2400" b="1" i="1" baseline="-25000"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，则 </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能量比</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b="1" i="1" baseline="-25000"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小的量子态被电子占据的概率为</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，量子态上都是有电子的。</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Wingdings" panose="05000000000000000000" pitchFamily="2" charset="2"/>
              <a:buChar char="l"/>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E&gt;E</a:t>
            </a:r>
            <a:r>
              <a:rPr lang="en-US" altLang="zh-CN" sz="2400" b="1" i="1" baseline="-25000"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，则 </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)=0;</a:t>
            </a:r>
          </a:p>
          <a:p>
            <a:pPr>
              <a:lnSpc>
                <a:spcPct val="150000"/>
              </a:lnSpc>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能量比</a:t>
            </a:r>
            <a:r>
              <a:rPr lang="en-US" altLang="zh-CN" sz="2400" b="1" dirty="0">
                <a:latin typeface="Times New Roman" panose="02020603050405020304" pitchFamily="18" charset="0"/>
                <a:cs typeface="Times New Roman" panose="02020603050405020304" pitchFamily="18" charset="0"/>
              </a:rPr>
              <a:t>E</a:t>
            </a:r>
            <a:r>
              <a:rPr lang="en-US" altLang="zh-CN" sz="2400" b="1" i="1" baseline="-25000" dirty="0">
                <a:latin typeface="Times New Roman" panose="02020603050405020304" pitchFamily="18" charset="0"/>
                <a:cs typeface="Times New Roman" panose="02020603050405020304" pitchFamily="18" charset="0"/>
              </a:rPr>
              <a:t>f</a:t>
            </a:r>
            <a:r>
              <a:rPr lang="en-US" altLang="zh-CN" sz="2400" b="1"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大的量子态被电子占据的概率为</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，量子态上都没有电子，是空的。</a:t>
            </a:r>
          </a:p>
        </p:txBody>
      </p:sp>
      <p:sp>
        <p:nvSpPr>
          <p:cNvPr id="30" name="文本框 29"/>
          <p:cNvSpPr txBox="1"/>
          <p:nvPr/>
        </p:nvSpPr>
        <p:spPr>
          <a:xfrm>
            <a:off x="505379" y="5120890"/>
            <a:ext cx="1195830" cy="523220"/>
          </a:xfrm>
          <a:prstGeom prst="rect">
            <a:avLst/>
          </a:prstGeom>
          <a:noFill/>
        </p:spPr>
        <p:txBody>
          <a:bodyPr wrap="square" rtlCol="0">
            <a:spAutoFit/>
          </a:bodyPr>
          <a:lstStyle/>
          <a:p>
            <a:r>
              <a:rPr lang="en-US" altLang="zh-CN" sz="2800" b="1" dirty="0">
                <a:solidFill>
                  <a:srgbClr val="FF0000"/>
                </a:solidFill>
                <a:latin typeface="Times New Roman" panose="02020603050405020304" pitchFamily="18" charset="0"/>
                <a:cs typeface="Times New Roman" panose="02020603050405020304" pitchFamily="18" charset="0"/>
              </a:rPr>
              <a:t>T&gt;0K</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31" name="文本框 30"/>
          <p:cNvSpPr txBox="1"/>
          <p:nvPr/>
        </p:nvSpPr>
        <p:spPr>
          <a:xfrm>
            <a:off x="1701209" y="4505337"/>
            <a:ext cx="11685181" cy="1754326"/>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E&lt;E</a:t>
            </a:r>
            <a:r>
              <a:rPr lang="en-US" altLang="zh-CN" sz="2400" b="1" i="1" baseline="-25000"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则</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&gt;1/2</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，比费米能级低的量子态被电子占据的概率大于</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nSpc>
                <a:spcPct val="150000"/>
              </a:lnSpc>
              <a:buFont typeface="Wingdings" panose="05000000000000000000" pitchFamily="2" charset="2"/>
              <a:buChar char="l"/>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E=E</a:t>
            </a:r>
            <a:r>
              <a:rPr lang="en-US" altLang="zh-CN" sz="2400" b="1" i="1" baseline="-25000"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则</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=1/2</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，量子态能量等于费米能级时，量子态被占据的概率为</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p>
          <a:p>
            <a:pPr marL="342900" indent="-342900">
              <a:lnSpc>
                <a:spcPct val="150000"/>
              </a:lnSpc>
              <a:buFont typeface="Wingdings" panose="05000000000000000000" pitchFamily="2" charset="2"/>
              <a:buChar char="l"/>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若</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E&gt;E</a:t>
            </a:r>
            <a:r>
              <a:rPr lang="en-US" altLang="zh-CN" sz="2400" b="1" i="1" baseline="-25000"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则 </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i="1"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&lt;1/2</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，比费米能级高的量子态被电子占据的概率小于</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50%</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 name="文本框 60">
            <a:extLst>
              <a:ext uri="{FF2B5EF4-FFF2-40B4-BE49-F238E27FC236}">
                <a16:creationId xmlns:a16="http://schemas.microsoft.com/office/drawing/2014/main" xmlns="" id="{44107C9A-3A64-4DEE-9D03-92C4B6F28DA1}"/>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15" name="矩形 14">
            <a:extLst>
              <a:ext uri="{FF2B5EF4-FFF2-40B4-BE49-F238E27FC236}">
                <a16:creationId xmlns:a16="http://schemas.microsoft.com/office/drawing/2014/main" xmlns="" id="{A83452A0-18B5-42C6-9C6D-9538A526834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a16="http://schemas.microsoft.com/office/drawing/2014/main" xmlns="" id="{3CB1DB27-C9C8-4D5F-9D73-16B7ACECF62D}"/>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xmlns="" id="{E09FB3DF-F522-4A6D-BE69-24A4AA1B0C9E}"/>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 name="直接连接符 58">
            <a:extLst>
              <a:ext uri="{FF2B5EF4-FFF2-40B4-BE49-F238E27FC236}">
                <a16:creationId xmlns:a16="http://schemas.microsoft.com/office/drawing/2014/main" xmlns="" id="{1448D579-ADE5-4312-8B5F-05A879143AE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xmlns="" id="{F3E8AB05-18FC-4BD6-981E-A427BE1896C8}"/>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xmlns="" id="{08F41C58-E29B-4637-A2A7-CC78A258AA9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81158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8">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1756"/>
                                        </p:tgtEl>
                                        <p:attrNameLst>
                                          <p:attrName>style.visibility</p:attrName>
                                        </p:attrNameLst>
                                      </p:cBhvr>
                                      <p:to>
                                        <p:strVal val="visible"/>
                                      </p:to>
                                    </p:set>
                                    <p:animEffect transition="in" filter="wipe(down)">
                                      <p:cBhvr>
                                        <p:cTn id="47" dur="500"/>
                                        <p:tgtEl>
                                          <p:spTgt spid="31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animBg="1"/>
      <p:bldP spid="31756" grpId="0" animBg="1"/>
      <p:bldP spid="20" grpId="0"/>
      <p:bldP spid="3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018483" y="1249356"/>
            <a:ext cx="11658599" cy="646331"/>
          </a:xfrm>
          <a:prstGeom prst="rect">
            <a:avLst/>
          </a:prstGeom>
          <a:noFill/>
          <a:ln w="9525">
            <a:noFill/>
            <a:miter lim="800000"/>
            <a:headEnd/>
            <a:tailEnd/>
          </a:ln>
        </p:spPr>
        <p:txBody>
          <a:bodyPr wrap="square">
            <a:spAutoFit/>
          </a:bodyPr>
          <a:lstStyle/>
          <a:p>
            <a:pPr algn="ctr" defTabSz="914400"/>
            <a:r>
              <a:rPr lang="en-US" altLang="zh-CN" sz="3600" b="1" dirty="0">
                <a:solidFill>
                  <a:srgbClr val="0000CC"/>
                </a:solidFill>
                <a:latin typeface="Times New Roman" pitchFamily="18" charset="0"/>
                <a:ea typeface="微软雅黑" pitchFamily="34" charset="-122"/>
                <a:cs typeface="Times New Roman" pitchFamily="18" charset="0"/>
              </a:rPr>
              <a:t>3 </a:t>
            </a:r>
            <a:r>
              <a:rPr lang="zh-CN" altLang="en-US" sz="3600" b="1" dirty="0">
                <a:solidFill>
                  <a:srgbClr val="0000CC"/>
                </a:solidFill>
                <a:latin typeface="Times New Roman" pitchFamily="18" charset="0"/>
                <a:ea typeface="微软雅黑" pitchFamily="34" charset="-122"/>
                <a:cs typeface="Times New Roman" pitchFamily="18" charset="0"/>
              </a:rPr>
              <a:t>热平衡状态下导带中的电子浓度和价带中的空穴浓度</a:t>
            </a:r>
          </a:p>
        </p:txBody>
      </p:sp>
      <p:sp>
        <p:nvSpPr>
          <p:cNvPr id="3" name="TextBox 2"/>
          <p:cNvSpPr txBox="1">
            <a:spLocks noChangeArrowheads="1"/>
          </p:cNvSpPr>
          <p:nvPr/>
        </p:nvSpPr>
        <p:spPr bwMode="auto">
          <a:xfrm>
            <a:off x="715962" y="2385222"/>
            <a:ext cx="12222797" cy="1569660"/>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      导带中大多数电子是在</a:t>
            </a:r>
            <a:r>
              <a:rPr lang="zh-CN" altLang="en-US" sz="3200" b="1" dirty="0">
                <a:solidFill>
                  <a:srgbClr val="0000FF"/>
                </a:solidFill>
                <a:latin typeface="Times New Roman" pitchFamily="18" charset="0"/>
                <a:ea typeface="微软雅黑" pitchFamily="34" charset="-122"/>
                <a:cs typeface="Times New Roman" pitchFamily="18" charset="0"/>
              </a:rPr>
              <a:t>导带底附近</a:t>
            </a:r>
            <a:r>
              <a:rPr lang="zh-CN" altLang="en-US" sz="2800" b="1" dirty="0">
                <a:latin typeface="Times New Roman" pitchFamily="18" charset="0"/>
                <a:ea typeface="微软雅黑" pitchFamily="34" charset="-122"/>
                <a:cs typeface="Times New Roman" pitchFamily="18" charset="0"/>
              </a:rPr>
              <a:t>，而价带中大多数空穴则在</a:t>
            </a:r>
            <a:r>
              <a:rPr lang="zh-CN" altLang="en-US" sz="3200" b="1" dirty="0">
                <a:solidFill>
                  <a:srgbClr val="0000FF"/>
                </a:solidFill>
                <a:latin typeface="Times New Roman" pitchFamily="18" charset="0"/>
                <a:ea typeface="微软雅黑" pitchFamily="34" charset="-122"/>
                <a:cs typeface="Times New Roman" pitchFamily="18" charset="0"/>
              </a:rPr>
              <a:t>价带顶附近</a:t>
            </a:r>
            <a:r>
              <a:rPr lang="zh-CN" altLang="en-US" sz="2800" b="1" dirty="0">
                <a:latin typeface="Times New Roman" pitchFamily="18" charset="0"/>
                <a:ea typeface="微软雅黑" pitchFamily="34" charset="-122"/>
                <a:cs typeface="Times New Roman" pitchFamily="18" charset="0"/>
              </a:rPr>
              <a:t>。导带中能量为</a:t>
            </a:r>
            <a:r>
              <a:rPr lang="en-US" altLang="zh-CN" sz="2800" b="1" i="1" dirty="0" err="1">
                <a:latin typeface="Times New Roman" pitchFamily="18" charset="0"/>
                <a:ea typeface="微软雅黑" pitchFamily="34" charset="-122"/>
                <a:cs typeface="Times New Roman" pitchFamily="18" charset="0"/>
              </a:rPr>
              <a:t>E~E+dE</a:t>
            </a:r>
            <a:r>
              <a:rPr lang="zh-CN" altLang="en-US" sz="2800" b="1" dirty="0">
                <a:latin typeface="Times New Roman" pitchFamily="18" charset="0"/>
                <a:ea typeface="微软雅黑" pitchFamily="34" charset="-122"/>
                <a:cs typeface="Times New Roman" pitchFamily="18" charset="0"/>
              </a:rPr>
              <a:t>之间的电子数为</a:t>
            </a:r>
          </a:p>
        </p:txBody>
      </p:sp>
      <p:graphicFrame>
        <p:nvGraphicFramePr>
          <p:cNvPr id="105473" name="Object 1"/>
          <p:cNvGraphicFramePr>
            <a:graphicFrameLocks noChangeAspect="1"/>
          </p:cNvGraphicFramePr>
          <p:nvPr/>
        </p:nvGraphicFramePr>
        <p:xfrm>
          <a:off x="4863783" y="4042410"/>
          <a:ext cx="3133725" cy="533400"/>
        </p:xfrm>
        <a:graphic>
          <a:graphicData uri="http://schemas.openxmlformats.org/presentationml/2006/ole">
            <mc:AlternateContent xmlns:mc="http://schemas.openxmlformats.org/markup-compatibility/2006">
              <mc:Choice xmlns:v="urn:schemas-microsoft-com:vml" Requires="v">
                <p:oleObj spid="_x0000_s3106" name="公式" r:id="rId4" imgW="1346200" imgH="228600" progId="Equation.3">
                  <p:embed/>
                </p:oleObj>
              </mc:Choice>
              <mc:Fallback>
                <p:oleObj name="公式" r:id="rId4" imgW="13462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3783" y="4042410"/>
                        <a:ext cx="3133725" cy="533400"/>
                      </a:xfrm>
                      <a:prstGeom prst="rect">
                        <a:avLst/>
                      </a:prstGeom>
                      <a:solidFill>
                        <a:srgbClr val="FFFF00"/>
                      </a:solidFill>
                    </p:spPr>
                  </p:pic>
                </p:oleObj>
              </mc:Fallback>
            </mc:AlternateContent>
          </a:graphicData>
        </a:graphic>
      </p:graphicFrame>
      <p:sp>
        <p:nvSpPr>
          <p:cNvPr id="6" name="TextBox 5"/>
          <p:cNvSpPr txBox="1">
            <a:spLocks noChangeArrowheads="1"/>
          </p:cNvSpPr>
          <p:nvPr/>
        </p:nvSpPr>
        <p:spPr bwMode="auto">
          <a:xfrm>
            <a:off x="835343" y="4908550"/>
            <a:ext cx="7600950" cy="519113"/>
          </a:xfrm>
          <a:prstGeom prst="rect">
            <a:avLst/>
          </a:prstGeom>
          <a:noFill/>
          <a:ln w="9525">
            <a:noFill/>
            <a:miter lim="800000"/>
            <a:headEnd/>
            <a:tailEnd/>
          </a:ln>
        </p:spPr>
        <p:txBody>
          <a:bodyPr>
            <a:spAutoFit/>
          </a:bodyPr>
          <a:lstStyle/>
          <a:p>
            <a:pPr defTabSz="914400"/>
            <a:r>
              <a:rPr lang="zh-CN" altLang="en-US" sz="2800" b="1" dirty="0">
                <a:latin typeface="Times New Roman" pitchFamily="18" charset="0"/>
                <a:ea typeface="微软雅黑" pitchFamily="34" charset="-122"/>
                <a:cs typeface="Times New Roman" pitchFamily="18" charset="0"/>
              </a:rPr>
              <a:t>能量在</a:t>
            </a:r>
            <a:r>
              <a:rPr lang="en-US" altLang="zh-CN" sz="2800" b="1" i="1" dirty="0" err="1">
                <a:latin typeface="Times New Roman" pitchFamily="18" charset="0"/>
                <a:ea typeface="微软雅黑" pitchFamily="34" charset="-122"/>
                <a:cs typeface="Times New Roman" pitchFamily="18" charset="0"/>
              </a:rPr>
              <a:t>E~E+dE</a:t>
            </a:r>
            <a:r>
              <a:rPr lang="zh-CN" altLang="en-US" sz="2800" b="1" dirty="0">
                <a:latin typeface="Times New Roman" pitchFamily="18" charset="0"/>
                <a:ea typeface="微软雅黑" pitchFamily="34" charset="-122"/>
                <a:cs typeface="Times New Roman" pitchFamily="18" charset="0"/>
              </a:rPr>
              <a:t>之间的单位体积内的电子数为</a:t>
            </a:r>
          </a:p>
        </p:txBody>
      </p:sp>
      <p:graphicFrame>
        <p:nvGraphicFramePr>
          <p:cNvPr id="105475" name="Object 3"/>
          <p:cNvGraphicFramePr>
            <a:graphicFrameLocks noChangeAspect="1"/>
          </p:cNvGraphicFramePr>
          <p:nvPr/>
        </p:nvGraphicFramePr>
        <p:xfrm>
          <a:off x="3694113" y="5894070"/>
          <a:ext cx="5673725" cy="1022350"/>
        </p:xfrm>
        <a:graphic>
          <a:graphicData uri="http://schemas.openxmlformats.org/presentationml/2006/ole">
            <mc:AlternateContent xmlns:mc="http://schemas.openxmlformats.org/markup-compatibility/2006">
              <mc:Choice xmlns:v="urn:schemas-microsoft-com:vml" Requires="v">
                <p:oleObj spid="_x0000_s3107" name="公式" r:id="rId6" imgW="3175000" imgH="571500" progId="Equation.3">
                  <p:embed/>
                </p:oleObj>
              </mc:Choice>
              <mc:Fallback>
                <p:oleObj name="公式" r:id="rId6" imgW="3175000" imgH="571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94113" y="5894070"/>
                        <a:ext cx="5673725" cy="1022350"/>
                      </a:xfrm>
                      <a:prstGeom prst="rect">
                        <a:avLst/>
                      </a:prstGeom>
                      <a:solidFill>
                        <a:srgbClr val="FFFF00"/>
                      </a:solidFill>
                    </p:spPr>
                  </p:pic>
                </p:oleObj>
              </mc:Fallback>
            </mc:AlternateContent>
          </a:graphicData>
        </a:graphic>
      </p:graphicFrame>
      <p:sp>
        <p:nvSpPr>
          <p:cNvPr id="16" name="文本框 60">
            <a:extLst>
              <a:ext uri="{FF2B5EF4-FFF2-40B4-BE49-F238E27FC236}">
                <a16:creationId xmlns:a16="http://schemas.microsoft.com/office/drawing/2014/main" xmlns="" id="{8D7B74A3-823E-4B93-B46A-755F46D66F54}"/>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17" name="矩形 16">
            <a:extLst>
              <a:ext uri="{FF2B5EF4-FFF2-40B4-BE49-F238E27FC236}">
                <a16:creationId xmlns:a16="http://schemas.microsoft.com/office/drawing/2014/main" xmlns="" id="{0C30190A-1CBC-45B0-A3B0-D8A4AFD776E1}"/>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8" name="矩形 17">
            <a:extLst>
              <a:ext uri="{FF2B5EF4-FFF2-40B4-BE49-F238E27FC236}">
                <a16:creationId xmlns:a16="http://schemas.microsoft.com/office/drawing/2014/main" xmlns="" id="{C632C6E9-4B57-4DB2-BD28-08DC5E0CA4C1}"/>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xmlns="" id="{17D8BED5-D3E4-47E3-B9D6-EC07AE1DF8E1}"/>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xmlns="" id="{E8D37A07-4C1E-4333-A1A0-53A5045D4CB8}"/>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xmlns="" id="{3CD88434-9B9F-4949-A3E4-58C372DCF98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a16="http://schemas.microsoft.com/office/drawing/2014/main" xmlns="" id="{4522A249-0852-4905-9D4E-FA0F96CAC26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212284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05473"/>
                                        </p:tgtEl>
                                        <p:attrNameLst>
                                          <p:attrName>style.visibility</p:attrName>
                                        </p:attrNameLst>
                                      </p:cBhvr>
                                      <p:to>
                                        <p:strVal val="visible"/>
                                      </p:to>
                                    </p:set>
                                    <p:animEffect transition="in" filter="box(in)">
                                      <p:cBhvr>
                                        <p:cTn id="17" dur="500"/>
                                        <p:tgtEl>
                                          <p:spTgt spid="10547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ox(i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05475"/>
                                        </p:tgtEl>
                                        <p:attrNameLst>
                                          <p:attrName>style.visibility</p:attrName>
                                        </p:attrNameLst>
                                      </p:cBhvr>
                                      <p:to>
                                        <p:strVal val="visible"/>
                                      </p:to>
                                    </p:set>
                                    <p:animEffect transition="in" filter="box(in)">
                                      <p:cBhvr>
                                        <p:cTn id="27" dur="500"/>
                                        <p:tgtEl>
                                          <p:spTgt spid="105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6497" name="Object 1"/>
          <p:cNvGraphicFramePr>
            <a:graphicFrameLocks noChangeAspect="1"/>
          </p:cNvGraphicFramePr>
          <p:nvPr/>
        </p:nvGraphicFramePr>
        <p:xfrm>
          <a:off x="5630974" y="1888070"/>
          <a:ext cx="3378200" cy="955675"/>
        </p:xfrm>
        <a:graphic>
          <a:graphicData uri="http://schemas.openxmlformats.org/presentationml/2006/ole">
            <mc:AlternateContent xmlns:mc="http://schemas.openxmlformats.org/markup-compatibility/2006">
              <mc:Choice xmlns:v="urn:schemas-microsoft-com:vml" Requires="v">
                <p:oleObj spid="_x0000_s4162" name="公式" r:id="rId3" imgW="1447172" imgH="406224" progId="Equation.3">
                  <p:embed/>
                </p:oleObj>
              </mc:Choice>
              <mc:Fallback>
                <p:oleObj name="公式" r:id="rId3" imgW="1447172" imgH="4062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0974" y="1888070"/>
                        <a:ext cx="3378200" cy="955675"/>
                      </a:xfrm>
                      <a:prstGeom prst="rect">
                        <a:avLst/>
                      </a:prstGeom>
                      <a:solidFill>
                        <a:srgbClr val="FFFF00"/>
                      </a:solidFill>
                    </p:spPr>
                  </p:pic>
                </p:oleObj>
              </mc:Fallback>
            </mc:AlternateContent>
          </a:graphicData>
        </a:graphic>
      </p:graphicFrame>
      <p:sp>
        <p:nvSpPr>
          <p:cNvPr id="6" name="TextBox 5"/>
          <p:cNvSpPr txBox="1">
            <a:spLocks noChangeArrowheads="1"/>
          </p:cNvSpPr>
          <p:nvPr/>
        </p:nvSpPr>
        <p:spPr bwMode="auto">
          <a:xfrm>
            <a:off x="977900" y="1188047"/>
            <a:ext cx="4889500" cy="519112"/>
          </a:xfrm>
          <a:prstGeom prst="rect">
            <a:avLst/>
          </a:prstGeom>
          <a:noFill/>
          <a:ln w="9525">
            <a:noFill/>
            <a:miter lim="800000"/>
            <a:headEnd/>
            <a:tailEnd/>
          </a:ln>
        </p:spPr>
        <p:txBody>
          <a:bodyPr>
            <a:spAutoFit/>
          </a:bodyPr>
          <a:lstStyle/>
          <a:p>
            <a:pPr defTabSz="914400"/>
            <a:r>
              <a:rPr lang="zh-CN" altLang="en-US" sz="2800" b="1" dirty="0">
                <a:latin typeface="微软雅黑" pitchFamily="34" charset="-122"/>
                <a:ea typeface="微软雅黑" pitchFamily="34" charset="-122"/>
              </a:rPr>
              <a:t>积分可以得到</a:t>
            </a:r>
            <a:r>
              <a:rPr lang="zh-CN" altLang="en-US" sz="2800" b="1" dirty="0">
                <a:solidFill>
                  <a:srgbClr val="FF0000"/>
                </a:solidFill>
                <a:latin typeface="微软雅黑" pitchFamily="34" charset="-122"/>
                <a:ea typeface="微软雅黑" pitchFamily="34" charset="-122"/>
              </a:rPr>
              <a:t>导带电子浓度</a:t>
            </a:r>
            <a:r>
              <a:rPr lang="zh-CN" altLang="en-US" sz="2800" b="1" dirty="0">
                <a:latin typeface="微软雅黑" pitchFamily="34" charset="-122"/>
                <a:ea typeface="微软雅黑" pitchFamily="34" charset="-122"/>
              </a:rPr>
              <a:t>为</a:t>
            </a:r>
          </a:p>
        </p:txBody>
      </p:sp>
      <p:graphicFrame>
        <p:nvGraphicFramePr>
          <p:cNvPr id="106499" name="Object 3"/>
          <p:cNvGraphicFramePr>
            <a:graphicFrameLocks noChangeAspect="1"/>
          </p:cNvGraphicFramePr>
          <p:nvPr/>
        </p:nvGraphicFramePr>
        <p:xfrm>
          <a:off x="3330099" y="3066392"/>
          <a:ext cx="2667000" cy="909637"/>
        </p:xfrm>
        <a:graphic>
          <a:graphicData uri="http://schemas.openxmlformats.org/presentationml/2006/ole">
            <mc:AlternateContent xmlns:mc="http://schemas.openxmlformats.org/markup-compatibility/2006">
              <mc:Choice xmlns:v="urn:schemas-microsoft-com:vml" Requires="v">
                <p:oleObj spid="_x0000_s4163" name="公式" r:id="rId5" imgW="1231366" imgH="418918" progId="Equation.3">
                  <p:embed/>
                </p:oleObj>
              </mc:Choice>
              <mc:Fallback>
                <p:oleObj name="公式" r:id="rId5" imgW="1231366" imgH="41891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0099" y="3066392"/>
                        <a:ext cx="2667000" cy="909637"/>
                      </a:xfrm>
                      <a:prstGeom prst="rect">
                        <a:avLst/>
                      </a:prstGeom>
                      <a:solidFill>
                        <a:srgbClr val="FFFF00"/>
                      </a:solidFill>
                    </p:spPr>
                  </p:pic>
                </p:oleObj>
              </mc:Fallback>
            </mc:AlternateContent>
          </a:graphicData>
        </a:graphic>
      </p:graphicFrame>
      <p:sp>
        <p:nvSpPr>
          <p:cNvPr id="9" name="TextBox 8"/>
          <p:cNvSpPr txBox="1">
            <a:spLocks noChangeArrowheads="1"/>
          </p:cNvSpPr>
          <p:nvPr/>
        </p:nvSpPr>
        <p:spPr bwMode="auto">
          <a:xfrm>
            <a:off x="6442580" y="3303751"/>
            <a:ext cx="3689350" cy="519112"/>
          </a:xfrm>
          <a:prstGeom prst="rect">
            <a:avLst/>
          </a:prstGeom>
          <a:noFill/>
          <a:ln w="9525">
            <a:noFill/>
            <a:miter lim="800000"/>
            <a:headEnd/>
            <a:tailEnd/>
          </a:ln>
        </p:spPr>
        <p:txBody>
          <a:bodyPr>
            <a:spAutoFit/>
          </a:bodyPr>
          <a:lstStyle/>
          <a:p>
            <a:pPr defTabSz="914400"/>
            <a:r>
              <a:rPr lang="zh-CN" altLang="en-US" sz="2800" b="1" dirty="0">
                <a:latin typeface="微软雅黑" pitchFamily="34" charset="-122"/>
                <a:ea typeface="微软雅黑" pitchFamily="34" charset="-122"/>
              </a:rPr>
              <a:t>导带的有效状态密度</a:t>
            </a:r>
          </a:p>
        </p:txBody>
      </p:sp>
      <p:sp>
        <p:nvSpPr>
          <p:cNvPr id="10" name="TextBox 9"/>
          <p:cNvSpPr txBox="1">
            <a:spLocks noChangeArrowheads="1"/>
          </p:cNvSpPr>
          <p:nvPr/>
        </p:nvSpPr>
        <p:spPr bwMode="auto">
          <a:xfrm>
            <a:off x="1000125" y="4557601"/>
            <a:ext cx="4312602"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rPr>
              <a:t>同理可得</a:t>
            </a:r>
            <a:r>
              <a:rPr lang="zh-CN" altLang="en-US" sz="2800" b="1" dirty="0">
                <a:solidFill>
                  <a:srgbClr val="FF0000"/>
                </a:solidFill>
                <a:latin typeface="微软雅黑" pitchFamily="34" charset="-122"/>
                <a:ea typeface="微软雅黑" pitchFamily="34" charset="-122"/>
              </a:rPr>
              <a:t>价带空穴浓度</a:t>
            </a:r>
            <a:r>
              <a:rPr lang="zh-CN" altLang="en-US" sz="2800" b="1" dirty="0">
                <a:latin typeface="微软雅黑" pitchFamily="34" charset="-122"/>
                <a:ea typeface="微软雅黑" pitchFamily="34" charset="-122"/>
              </a:rPr>
              <a:t>为</a:t>
            </a:r>
          </a:p>
        </p:txBody>
      </p:sp>
      <p:graphicFrame>
        <p:nvGraphicFramePr>
          <p:cNvPr id="106501" name="Object 5"/>
          <p:cNvGraphicFramePr>
            <a:graphicFrameLocks noChangeAspect="1"/>
          </p:cNvGraphicFramePr>
          <p:nvPr/>
        </p:nvGraphicFramePr>
        <p:xfrm>
          <a:off x="5630974" y="4305666"/>
          <a:ext cx="3420106" cy="1016952"/>
        </p:xfrm>
        <a:graphic>
          <a:graphicData uri="http://schemas.openxmlformats.org/presentationml/2006/ole">
            <mc:AlternateContent xmlns:mc="http://schemas.openxmlformats.org/markup-compatibility/2006">
              <mc:Choice xmlns:v="urn:schemas-microsoft-com:vml" Requires="v">
                <p:oleObj spid="_x0000_s4164" name="公式" r:id="rId7" imgW="1409700" imgH="419100" progId="Equation.3">
                  <p:embed/>
                </p:oleObj>
              </mc:Choice>
              <mc:Fallback>
                <p:oleObj name="公式" r:id="rId7" imgW="14097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30974" y="4305666"/>
                        <a:ext cx="3420106" cy="1016952"/>
                      </a:xfrm>
                      <a:prstGeom prst="rect">
                        <a:avLst/>
                      </a:prstGeom>
                      <a:solidFill>
                        <a:srgbClr val="FFFF00"/>
                      </a:solidFill>
                    </p:spPr>
                  </p:pic>
                </p:oleObj>
              </mc:Fallback>
            </mc:AlternateContent>
          </a:graphicData>
        </a:graphic>
      </p:graphicFrame>
      <p:graphicFrame>
        <p:nvGraphicFramePr>
          <p:cNvPr id="106503" name="Object 7"/>
          <p:cNvGraphicFramePr>
            <a:graphicFrameLocks noChangeAspect="1"/>
          </p:cNvGraphicFramePr>
          <p:nvPr/>
        </p:nvGraphicFramePr>
        <p:xfrm>
          <a:off x="3330099" y="5914115"/>
          <a:ext cx="2622550" cy="887412"/>
        </p:xfrm>
        <a:graphic>
          <a:graphicData uri="http://schemas.openxmlformats.org/presentationml/2006/ole">
            <mc:AlternateContent xmlns:mc="http://schemas.openxmlformats.org/markup-compatibility/2006">
              <mc:Choice xmlns:v="urn:schemas-microsoft-com:vml" Requires="v">
                <p:oleObj spid="_x0000_s4165" name="公式" r:id="rId9" imgW="1269449" imgH="431613" progId="Equation.3">
                  <p:embed/>
                </p:oleObj>
              </mc:Choice>
              <mc:Fallback>
                <p:oleObj name="公式" r:id="rId9" imgW="1269449" imgH="431613"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30099" y="5914115"/>
                        <a:ext cx="2622550" cy="887412"/>
                      </a:xfrm>
                      <a:prstGeom prst="rect">
                        <a:avLst/>
                      </a:prstGeom>
                      <a:solidFill>
                        <a:srgbClr val="FFFF00"/>
                      </a:solidFill>
                    </p:spPr>
                  </p:pic>
                </p:oleObj>
              </mc:Fallback>
            </mc:AlternateContent>
          </a:graphicData>
        </a:graphic>
      </p:graphicFrame>
      <p:sp>
        <p:nvSpPr>
          <p:cNvPr id="15" name="TextBox 14"/>
          <p:cNvSpPr txBox="1">
            <a:spLocks noChangeArrowheads="1"/>
          </p:cNvSpPr>
          <p:nvPr/>
        </p:nvSpPr>
        <p:spPr bwMode="auto">
          <a:xfrm>
            <a:off x="6442580" y="6050674"/>
            <a:ext cx="3689350" cy="519112"/>
          </a:xfrm>
          <a:prstGeom prst="rect">
            <a:avLst/>
          </a:prstGeom>
          <a:noFill/>
          <a:ln w="9525">
            <a:noFill/>
            <a:miter lim="800000"/>
            <a:headEnd/>
            <a:tailEnd/>
          </a:ln>
        </p:spPr>
        <p:txBody>
          <a:bodyPr>
            <a:spAutoFit/>
          </a:bodyPr>
          <a:lstStyle/>
          <a:p>
            <a:pPr defTabSz="914400"/>
            <a:r>
              <a:rPr lang="zh-CN" altLang="en-US" sz="2800" b="1" dirty="0">
                <a:latin typeface="微软雅黑" pitchFamily="34" charset="-122"/>
                <a:ea typeface="微软雅黑" pitchFamily="34" charset="-122"/>
              </a:rPr>
              <a:t>价带的有效状态密度</a:t>
            </a:r>
          </a:p>
        </p:txBody>
      </p:sp>
      <p:sp>
        <p:nvSpPr>
          <p:cNvPr id="21" name="文本框 60">
            <a:extLst>
              <a:ext uri="{FF2B5EF4-FFF2-40B4-BE49-F238E27FC236}">
                <a16:creationId xmlns:a16="http://schemas.microsoft.com/office/drawing/2014/main" xmlns="" id="{09B8015A-8CBB-4019-ACCD-9E7025D1D975}"/>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22" name="矩形 21">
            <a:extLst>
              <a:ext uri="{FF2B5EF4-FFF2-40B4-BE49-F238E27FC236}">
                <a16:creationId xmlns:a16="http://schemas.microsoft.com/office/drawing/2014/main" xmlns="" id="{4340AFD4-CB86-4529-BE6E-8221E0DFC5F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3" name="矩形 22">
            <a:extLst>
              <a:ext uri="{FF2B5EF4-FFF2-40B4-BE49-F238E27FC236}">
                <a16:creationId xmlns:a16="http://schemas.microsoft.com/office/drawing/2014/main" xmlns="" id="{E06C5907-7A4E-46B3-B550-10B71E2C300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xmlns="" id="{F7715019-C380-43CB-80AD-DBA18F0BEEE8}"/>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5" name="直接连接符 58">
            <a:extLst>
              <a:ext uri="{FF2B5EF4-FFF2-40B4-BE49-F238E27FC236}">
                <a16:creationId xmlns:a16="http://schemas.microsoft.com/office/drawing/2014/main" xmlns="" id="{F2C180AA-417C-4C87-9FEF-EFFD77EEBD28}"/>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xmlns="" id="{D1135CDB-F19E-4DC7-B398-CEE0F0A2AD28}"/>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7" name="矩形 26">
            <a:extLst>
              <a:ext uri="{FF2B5EF4-FFF2-40B4-BE49-F238E27FC236}">
                <a16:creationId xmlns:a16="http://schemas.microsoft.com/office/drawing/2014/main" xmlns="" id="{1F04C56E-B72A-4C59-911D-F1597B8ABE9F}"/>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267603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6497"/>
                                        </p:tgtEl>
                                        <p:attrNameLst>
                                          <p:attrName>style.visibility</p:attrName>
                                        </p:attrNameLst>
                                      </p:cBhvr>
                                      <p:to>
                                        <p:strVal val="visible"/>
                                      </p:to>
                                    </p:set>
                                    <p:animEffect transition="in" filter="box(in)">
                                      <p:cBhvr>
                                        <p:cTn id="12" dur="500"/>
                                        <p:tgtEl>
                                          <p:spTgt spid="10649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06499"/>
                                        </p:tgtEl>
                                        <p:attrNameLst>
                                          <p:attrName>style.visibility</p:attrName>
                                        </p:attrNameLst>
                                      </p:cBhvr>
                                      <p:to>
                                        <p:strVal val="visible"/>
                                      </p:to>
                                    </p:set>
                                    <p:animEffect transition="in" filter="box(in)">
                                      <p:cBhvr>
                                        <p:cTn id="17" dur="500"/>
                                        <p:tgtEl>
                                          <p:spTgt spid="10649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ox(i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6501"/>
                                        </p:tgtEl>
                                        <p:attrNameLst>
                                          <p:attrName>style.visibility</p:attrName>
                                        </p:attrNameLst>
                                      </p:cBhvr>
                                      <p:to>
                                        <p:strVal val="visible"/>
                                      </p:to>
                                    </p:set>
                                    <p:animEffect transition="in" filter="box(in)">
                                      <p:cBhvr>
                                        <p:cTn id="32" dur="500"/>
                                        <p:tgtEl>
                                          <p:spTgt spid="106501"/>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106503"/>
                                        </p:tgtEl>
                                        <p:attrNameLst>
                                          <p:attrName>style.visibility</p:attrName>
                                        </p:attrNameLst>
                                      </p:cBhvr>
                                      <p:to>
                                        <p:strVal val="visible"/>
                                      </p:to>
                                    </p:set>
                                    <p:animEffect transition="in" filter="box(in)">
                                      <p:cBhvr>
                                        <p:cTn id="37" dur="500"/>
                                        <p:tgtEl>
                                          <p:spTgt spid="106503"/>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ox(in)">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25" name="Object 1"/>
          <p:cNvGraphicFramePr>
            <a:graphicFrameLocks noChangeAspect="1"/>
          </p:cNvGraphicFramePr>
          <p:nvPr/>
        </p:nvGraphicFramePr>
        <p:xfrm>
          <a:off x="4756150" y="3189288"/>
          <a:ext cx="4414838" cy="1289050"/>
        </p:xfrm>
        <a:graphic>
          <a:graphicData uri="http://schemas.openxmlformats.org/presentationml/2006/ole">
            <mc:AlternateContent xmlns:mc="http://schemas.openxmlformats.org/markup-compatibility/2006">
              <mc:Choice xmlns:v="urn:schemas-microsoft-com:vml" Requires="v">
                <p:oleObj spid="_x0000_s5170" r:id="rId3" imgW="1308100" imgH="381000" progId="">
                  <p:embed/>
                </p:oleObj>
              </mc:Choice>
              <mc:Fallback>
                <p:oleObj r:id="rId3" imgW="1308100" imgH="3810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6150" y="3189288"/>
                        <a:ext cx="4414838" cy="1289050"/>
                      </a:xfrm>
                      <a:prstGeom prst="rect">
                        <a:avLst/>
                      </a:prstGeom>
                      <a:solidFill>
                        <a:srgbClr val="FFFF00"/>
                      </a:solidFill>
                    </p:spPr>
                  </p:pic>
                </p:oleObj>
              </mc:Fallback>
            </mc:AlternateContent>
          </a:graphicData>
        </a:graphic>
      </p:graphicFrame>
      <p:sp>
        <p:nvSpPr>
          <p:cNvPr id="34826" name="TextBox 3"/>
          <p:cNvSpPr txBox="1">
            <a:spLocks noChangeArrowheads="1"/>
          </p:cNvSpPr>
          <p:nvPr/>
        </p:nvSpPr>
        <p:spPr bwMode="auto">
          <a:xfrm>
            <a:off x="969691" y="4600052"/>
            <a:ext cx="11756183" cy="2308324"/>
          </a:xfrm>
          <a:prstGeom prst="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w="9525">
            <a:noFill/>
            <a:miter lim="800000"/>
            <a:headEnd/>
            <a:tailEnd/>
          </a:ln>
        </p:spPr>
        <p:txBody>
          <a:bodyPr wrap="square">
            <a:spAutoFit/>
          </a:bodyPr>
          <a:lstStyle/>
          <a:p>
            <a:pPr defTabSz="914400">
              <a:lnSpc>
                <a:spcPct val="150000"/>
              </a:lnSpc>
            </a:pPr>
            <a:r>
              <a:rPr lang="zh-CN" altLang="en-US" sz="3200" b="1" dirty="0">
                <a:latin typeface="微软雅黑" pitchFamily="34" charset="-122"/>
                <a:ea typeface="微软雅黑" pitchFamily="34" charset="-122"/>
              </a:rPr>
              <a:t>可见电子和空穴的浓度乘积和费米能级无关。换言之，当半导体处于热平衡状态时，载流子浓度的乘积保持恒定，如果电子浓度增大，空穴浓度就要减小；反之亦然。</a:t>
            </a:r>
          </a:p>
        </p:txBody>
      </p:sp>
      <p:graphicFrame>
        <p:nvGraphicFramePr>
          <p:cNvPr id="106497" name="Object 1"/>
          <p:cNvGraphicFramePr>
            <a:graphicFrameLocks noChangeAspect="1"/>
          </p:cNvGraphicFramePr>
          <p:nvPr/>
        </p:nvGraphicFramePr>
        <p:xfrm>
          <a:off x="3134043" y="1726248"/>
          <a:ext cx="3378200" cy="955675"/>
        </p:xfrm>
        <a:graphic>
          <a:graphicData uri="http://schemas.openxmlformats.org/presentationml/2006/ole">
            <mc:AlternateContent xmlns:mc="http://schemas.openxmlformats.org/markup-compatibility/2006">
              <mc:Choice xmlns:v="urn:schemas-microsoft-com:vml" Requires="v">
                <p:oleObj spid="_x0000_s5171" name="公式" r:id="rId5" imgW="1447172" imgH="406224" progId="Equation.3">
                  <p:embed/>
                </p:oleObj>
              </mc:Choice>
              <mc:Fallback>
                <p:oleObj name="公式" r:id="rId5" imgW="1447172" imgH="40622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4043" y="1726248"/>
                        <a:ext cx="3378200" cy="955675"/>
                      </a:xfrm>
                      <a:prstGeom prst="rect">
                        <a:avLst/>
                      </a:prstGeom>
                      <a:solidFill>
                        <a:srgbClr val="FFFF00"/>
                      </a:solidFill>
                    </p:spPr>
                  </p:pic>
                </p:oleObj>
              </mc:Fallback>
            </mc:AlternateContent>
          </a:graphicData>
        </a:graphic>
      </p:graphicFrame>
      <p:graphicFrame>
        <p:nvGraphicFramePr>
          <p:cNvPr id="106501" name="Object 5"/>
          <p:cNvGraphicFramePr>
            <a:graphicFrameLocks noChangeAspect="1"/>
          </p:cNvGraphicFramePr>
          <p:nvPr/>
        </p:nvGraphicFramePr>
        <p:xfrm>
          <a:off x="7214553" y="1664653"/>
          <a:ext cx="3419475" cy="1017587"/>
        </p:xfrm>
        <a:graphic>
          <a:graphicData uri="http://schemas.openxmlformats.org/presentationml/2006/ole">
            <mc:AlternateContent xmlns:mc="http://schemas.openxmlformats.org/markup-compatibility/2006">
              <mc:Choice xmlns:v="urn:schemas-microsoft-com:vml" Requires="v">
                <p:oleObj spid="_x0000_s5172" name="公式" r:id="rId7" imgW="1409700" imgH="419100" progId="Equation.3">
                  <p:embed/>
                </p:oleObj>
              </mc:Choice>
              <mc:Fallback>
                <p:oleObj name="公式" r:id="rId7" imgW="1409700" imgH="4191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14553" y="1664653"/>
                        <a:ext cx="3419475" cy="1017587"/>
                      </a:xfrm>
                      <a:prstGeom prst="rect">
                        <a:avLst/>
                      </a:prstGeom>
                      <a:solidFill>
                        <a:srgbClr val="FFFF00"/>
                      </a:solidFill>
                    </p:spPr>
                  </p:pic>
                </p:oleObj>
              </mc:Fallback>
            </mc:AlternateContent>
          </a:graphicData>
        </a:graphic>
      </p:graphicFrame>
      <p:sp>
        <p:nvSpPr>
          <p:cNvPr id="14" name="文本框 60">
            <a:extLst>
              <a:ext uri="{FF2B5EF4-FFF2-40B4-BE49-F238E27FC236}">
                <a16:creationId xmlns:a16="http://schemas.microsoft.com/office/drawing/2014/main" xmlns="" id="{EF47367D-AC84-4BC1-8660-74F5A22AC7D2}"/>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15" name="矩形 14">
            <a:extLst>
              <a:ext uri="{FF2B5EF4-FFF2-40B4-BE49-F238E27FC236}">
                <a16:creationId xmlns:a16="http://schemas.microsoft.com/office/drawing/2014/main" xmlns="" id="{B6C3488D-02A7-4956-AA83-70263EA91723}"/>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a16="http://schemas.microsoft.com/office/drawing/2014/main" xmlns="" id="{0AA49D51-7AA9-4325-B68E-0E42E200D11E}"/>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xmlns="" id="{2210D11E-96DE-4477-865A-1DC05735C9EC}"/>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 name="直接连接符 58">
            <a:extLst>
              <a:ext uri="{FF2B5EF4-FFF2-40B4-BE49-F238E27FC236}">
                <a16:creationId xmlns:a16="http://schemas.microsoft.com/office/drawing/2014/main" xmlns="" id="{A569C237-61A7-4F8B-ABBE-B0D491FEA232}"/>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xmlns="" id="{BFA354A3-5F68-44DA-9B69-A1B255E24CB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0" name="矩形 19">
            <a:extLst>
              <a:ext uri="{FF2B5EF4-FFF2-40B4-BE49-F238E27FC236}">
                <a16:creationId xmlns:a16="http://schemas.microsoft.com/office/drawing/2014/main" xmlns="" id="{EFF978A3-5343-4EF5-AC5E-B6CF11EADE6B}"/>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429202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6497"/>
                                        </p:tgtEl>
                                        <p:attrNameLst>
                                          <p:attrName>style.visibility</p:attrName>
                                        </p:attrNameLst>
                                      </p:cBhvr>
                                      <p:to>
                                        <p:strVal val="visible"/>
                                      </p:to>
                                    </p:set>
                                    <p:animEffect transition="in" filter="box(in)">
                                      <p:cBhvr>
                                        <p:cTn id="7" dur="500"/>
                                        <p:tgtEl>
                                          <p:spTgt spid="10649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6501"/>
                                        </p:tgtEl>
                                        <p:attrNameLst>
                                          <p:attrName>style.visibility</p:attrName>
                                        </p:attrNameLst>
                                      </p:cBhvr>
                                      <p:to>
                                        <p:strVal val="visible"/>
                                      </p:to>
                                    </p:set>
                                    <p:animEffect transition="in" filter="box(in)">
                                      <p:cBhvr>
                                        <p:cTn id="12" dur="500"/>
                                        <p:tgtEl>
                                          <p:spTgt spid="10650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8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8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8" name="TextBox 1"/>
          <p:cNvSpPr txBox="1">
            <a:spLocks noChangeArrowheads="1"/>
          </p:cNvSpPr>
          <p:nvPr/>
        </p:nvSpPr>
        <p:spPr bwMode="auto">
          <a:xfrm>
            <a:off x="2147037" y="1111994"/>
            <a:ext cx="9401492" cy="707886"/>
          </a:xfrm>
          <a:prstGeom prst="rect">
            <a:avLst/>
          </a:prstGeom>
          <a:noFill/>
          <a:ln w="9525">
            <a:noFill/>
            <a:miter lim="800000"/>
            <a:headEnd/>
            <a:tailEnd/>
          </a:ln>
        </p:spPr>
        <p:txBody>
          <a:bodyPr wrap="square">
            <a:spAutoFit/>
          </a:bodyPr>
          <a:lstStyle/>
          <a:p>
            <a:pPr algn="ctr" defTabSz="914400"/>
            <a:r>
              <a:rPr lang="en-US" altLang="zh-CN" sz="4000" b="1" dirty="0">
                <a:solidFill>
                  <a:srgbClr val="0000CC"/>
                </a:solidFill>
                <a:latin typeface="微软雅黑" panose="020B0503020204020204" pitchFamily="34" charset="-122"/>
                <a:ea typeface="微软雅黑" panose="020B0503020204020204" pitchFamily="34" charset="-122"/>
                <a:cs typeface="Times New Roman" pitchFamily="18" charset="0"/>
              </a:rPr>
              <a:t>4 </a:t>
            </a:r>
            <a:r>
              <a:rPr lang="zh-CN" altLang="en-US" sz="4000" b="1" dirty="0">
                <a:solidFill>
                  <a:srgbClr val="0000CC"/>
                </a:solidFill>
                <a:latin typeface="微软雅黑" panose="020B0503020204020204" pitchFamily="34" charset="-122"/>
                <a:ea typeface="微软雅黑" panose="020B0503020204020204" pitchFamily="34" charset="-122"/>
                <a:cs typeface="Times New Roman" pitchFamily="18" charset="0"/>
              </a:rPr>
              <a:t>本征半导体的载流子浓度</a:t>
            </a:r>
          </a:p>
        </p:txBody>
      </p:sp>
      <p:graphicFrame>
        <p:nvGraphicFramePr>
          <p:cNvPr id="35851" name="Object 77"/>
          <p:cNvGraphicFramePr>
            <a:graphicFrameLocks noChangeAspect="1"/>
          </p:cNvGraphicFramePr>
          <p:nvPr/>
        </p:nvGraphicFramePr>
        <p:xfrm>
          <a:off x="1000125" y="5733417"/>
          <a:ext cx="5029200" cy="946150"/>
        </p:xfrm>
        <a:graphic>
          <a:graphicData uri="http://schemas.openxmlformats.org/presentationml/2006/ole">
            <mc:AlternateContent xmlns:mc="http://schemas.openxmlformats.org/markup-compatibility/2006">
              <mc:Choice xmlns:v="urn:schemas-microsoft-com:vml" Requires="v">
                <p:oleObj spid="_x0000_s6226" name="Equation" r:id="rId3" imgW="2247840" imgH="419040" progId="Equation.DSMT4">
                  <p:embed/>
                </p:oleObj>
              </mc:Choice>
              <mc:Fallback>
                <p:oleObj name="Equation" r:id="rId3" imgW="2247840" imgH="419040" progId="Equation.DSMT4">
                  <p:embed/>
                  <p:pic>
                    <p:nvPicPr>
                      <p:cNvPr id="0" name=""/>
                      <p:cNvPicPr>
                        <a:picLocks noChangeAspect="1" noChangeArrowheads="1"/>
                      </p:cNvPicPr>
                      <p:nvPr/>
                    </p:nvPicPr>
                    <p:blipFill>
                      <a:blip r:embed="rId4"/>
                      <a:srcRect/>
                      <a:stretch>
                        <a:fillRect/>
                      </a:stretch>
                    </p:blipFill>
                    <p:spPr bwMode="auto">
                      <a:xfrm>
                        <a:off x="1000125" y="5733417"/>
                        <a:ext cx="5029200" cy="946150"/>
                      </a:xfrm>
                      <a:prstGeom prst="rect">
                        <a:avLst/>
                      </a:prstGeom>
                      <a:solidFill>
                        <a:srgbClr val="FFFF00"/>
                      </a:solidFill>
                    </p:spPr>
                  </p:pic>
                </p:oleObj>
              </mc:Fallback>
            </mc:AlternateContent>
          </a:graphicData>
        </a:graphic>
      </p:graphicFrame>
      <p:graphicFrame>
        <p:nvGraphicFramePr>
          <p:cNvPr id="2" name="对象 1"/>
          <p:cNvGraphicFramePr>
            <a:graphicFrameLocks noChangeAspect="1"/>
          </p:cNvGraphicFramePr>
          <p:nvPr/>
        </p:nvGraphicFramePr>
        <p:xfrm>
          <a:off x="6913925" y="2172624"/>
          <a:ext cx="5813247" cy="4506943"/>
        </p:xfrm>
        <a:graphic>
          <a:graphicData uri="http://schemas.openxmlformats.org/presentationml/2006/ole">
            <mc:AlternateContent xmlns:mc="http://schemas.openxmlformats.org/markup-compatibility/2006">
              <mc:Choice xmlns:v="urn:schemas-microsoft-com:vml" Requires="v">
                <p:oleObj spid="_x0000_s6227" name="Visio" r:id="rId5" imgW="2324085" imgH="1800401" progId="Visio.Drawing.11">
                  <p:embed/>
                </p:oleObj>
              </mc:Choice>
              <mc:Fallback>
                <p:oleObj name="Visio" r:id="rId5" imgW="2324085" imgH="1800401" progId="Visio.Drawing.11">
                  <p:embed/>
                  <p:pic>
                    <p:nvPicPr>
                      <p:cNvPr id="0" name=""/>
                      <p:cNvPicPr>
                        <a:picLocks noChangeAspect="1" noChangeArrowheads="1"/>
                      </p:cNvPicPr>
                      <p:nvPr/>
                    </p:nvPicPr>
                    <p:blipFill>
                      <a:blip r:embed="rId6"/>
                      <a:srcRect/>
                      <a:stretch>
                        <a:fillRect/>
                      </a:stretch>
                    </p:blipFill>
                    <p:spPr bwMode="auto">
                      <a:xfrm>
                        <a:off x="6913925" y="2172624"/>
                        <a:ext cx="5813247" cy="4506943"/>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830912" y="2729098"/>
          <a:ext cx="2482803" cy="702372"/>
        </p:xfrm>
        <a:graphic>
          <a:graphicData uri="http://schemas.openxmlformats.org/presentationml/2006/ole">
            <mc:AlternateContent xmlns:mc="http://schemas.openxmlformats.org/markup-compatibility/2006">
              <mc:Choice xmlns:v="urn:schemas-microsoft-com:vml" Requires="v">
                <p:oleObj spid="_x0000_s6228" name="Equation" r:id="rId7" imgW="1447172" imgH="406224" progId="Equation.DSMT4">
                  <p:embed/>
                </p:oleObj>
              </mc:Choice>
              <mc:Fallback>
                <p:oleObj name="Equation" r:id="rId7" imgW="1447172" imgH="406224"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0912" y="2729098"/>
                        <a:ext cx="2482803" cy="702372"/>
                      </a:xfrm>
                      <a:prstGeom prst="rect">
                        <a:avLst/>
                      </a:prstGeom>
                      <a:noFill/>
                    </p:spPr>
                  </p:pic>
                </p:oleObj>
              </mc:Fallback>
            </mc:AlternateContent>
          </a:graphicData>
        </a:graphic>
      </p:graphicFrame>
      <p:graphicFrame>
        <p:nvGraphicFramePr>
          <p:cNvPr id="6" name="对象 5"/>
          <p:cNvGraphicFramePr>
            <a:graphicFrameLocks noChangeAspect="1"/>
          </p:cNvGraphicFramePr>
          <p:nvPr/>
        </p:nvGraphicFramePr>
        <p:xfrm>
          <a:off x="3708105" y="2719279"/>
          <a:ext cx="2442842" cy="726250"/>
        </p:xfrm>
        <a:graphic>
          <a:graphicData uri="http://schemas.openxmlformats.org/presentationml/2006/ole">
            <mc:AlternateContent xmlns:mc="http://schemas.openxmlformats.org/markup-compatibility/2006">
              <mc:Choice xmlns:v="urn:schemas-microsoft-com:vml" Requires="v">
                <p:oleObj spid="_x0000_s6229" name="Equation" r:id="rId9" imgW="1409700" imgH="419100" progId="Equation.DSMT4">
                  <p:embed/>
                </p:oleObj>
              </mc:Choice>
              <mc:Fallback>
                <p:oleObj name="Equation" r:id="rId9" imgW="1409700" imgH="4191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08105" y="2719279"/>
                        <a:ext cx="2442842" cy="726250"/>
                      </a:xfrm>
                      <a:prstGeom prst="rect">
                        <a:avLst/>
                      </a:prstGeom>
                      <a:noFill/>
                    </p:spPr>
                  </p:pic>
                </p:oleObj>
              </mc:Fallback>
            </mc:AlternateContent>
          </a:graphicData>
        </a:graphic>
      </p:graphicFrame>
      <p:sp>
        <p:nvSpPr>
          <p:cNvPr id="8" name="文本框 7"/>
          <p:cNvSpPr txBox="1"/>
          <p:nvPr/>
        </p:nvSpPr>
        <p:spPr>
          <a:xfrm>
            <a:off x="3366715" y="2928032"/>
            <a:ext cx="405894" cy="400110"/>
          </a:xfrm>
          <a:prstGeom prst="rect">
            <a:avLst/>
          </a:prstGeom>
          <a:noFill/>
        </p:spPr>
        <p:txBody>
          <a:bodyPr wrap="square" rtlCol="0">
            <a:spAutoFit/>
          </a:bodyPr>
          <a:lstStyle/>
          <a:p>
            <a:r>
              <a:rPr lang="en-US" altLang="zh-CN" dirty="0"/>
              <a:t>=</a:t>
            </a:r>
            <a:endParaRPr lang="zh-CN" altLang="en-US" dirty="0"/>
          </a:p>
        </p:txBody>
      </p:sp>
      <p:graphicFrame>
        <p:nvGraphicFramePr>
          <p:cNvPr id="10" name="对象 9"/>
          <p:cNvGraphicFramePr>
            <a:graphicFrameLocks noChangeAspect="1"/>
          </p:cNvGraphicFramePr>
          <p:nvPr/>
        </p:nvGraphicFramePr>
        <p:xfrm>
          <a:off x="2111703" y="4225201"/>
          <a:ext cx="3917622" cy="945633"/>
        </p:xfrm>
        <a:graphic>
          <a:graphicData uri="http://schemas.openxmlformats.org/presentationml/2006/ole">
            <mc:AlternateContent xmlns:mc="http://schemas.openxmlformats.org/markup-compatibility/2006">
              <mc:Choice xmlns:v="urn:schemas-microsoft-com:vml" Requires="v">
                <p:oleObj spid="_x0000_s6230" name="Equation" r:id="rId11" imgW="1930400" imgH="469900" progId="Equation.DSMT4">
                  <p:embed/>
                </p:oleObj>
              </mc:Choice>
              <mc:Fallback>
                <p:oleObj name="Equation" r:id="rId11" imgW="1930400" imgH="4699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11703" y="4225201"/>
                        <a:ext cx="3917622" cy="945633"/>
                      </a:xfrm>
                      <a:prstGeom prst="rect">
                        <a:avLst/>
                      </a:prstGeom>
                      <a:noFill/>
                    </p:spPr>
                  </p:pic>
                </p:oleObj>
              </mc:Fallback>
            </mc:AlternateContent>
          </a:graphicData>
        </a:graphic>
      </p:graphicFrame>
      <p:sp>
        <p:nvSpPr>
          <p:cNvPr id="22" name="文本框 60">
            <a:extLst>
              <a:ext uri="{FF2B5EF4-FFF2-40B4-BE49-F238E27FC236}">
                <a16:creationId xmlns:a16="http://schemas.microsoft.com/office/drawing/2014/main" xmlns="" id="{436AEC8C-68F0-4C9C-AD8D-6B2BDDABE408}"/>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23" name="矩形 22">
            <a:extLst>
              <a:ext uri="{FF2B5EF4-FFF2-40B4-BE49-F238E27FC236}">
                <a16:creationId xmlns:a16="http://schemas.microsoft.com/office/drawing/2014/main" xmlns="" id="{AB29E4BA-B034-4096-98BF-5C4D96807F12}"/>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94B383AD-2A02-4773-8139-CE2A4A94CB36}"/>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xmlns="" id="{B87207E3-BDD0-4A77-BC7F-8D04AEC1960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6" name="直接连接符 58">
            <a:extLst>
              <a:ext uri="{FF2B5EF4-FFF2-40B4-BE49-F238E27FC236}">
                <a16:creationId xmlns:a16="http://schemas.microsoft.com/office/drawing/2014/main" xmlns="" id="{65766DD4-18A0-4384-B434-9D810AD62F52}"/>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xmlns="" id="{ED0C767A-16DA-486A-BFCA-C7ECAEAC097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a16="http://schemas.microsoft.com/office/drawing/2014/main" xmlns="" id="{02EF1D68-5980-4D61-98D5-7DAC0F00611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3457546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2" name="TextBox 1"/>
          <p:cNvSpPr txBox="1">
            <a:spLocks noChangeArrowheads="1"/>
          </p:cNvSpPr>
          <p:nvPr/>
        </p:nvSpPr>
        <p:spPr bwMode="auto">
          <a:xfrm>
            <a:off x="2853988" y="806442"/>
            <a:ext cx="8088312" cy="646331"/>
          </a:xfrm>
          <a:prstGeom prst="rect">
            <a:avLst/>
          </a:prstGeom>
          <a:noFill/>
          <a:ln w="9525">
            <a:noFill/>
            <a:miter lim="800000"/>
            <a:headEnd/>
            <a:tailEnd/>
          </a:ln>
        </p:spPr>
        <p:txBody>
          <a:bodyPr wrap="square">
            <a:spAutoFit/>
          </a:bodyPr>
          <a:lstStyle/>
          <a:p>
            <a:pPr algn="ctr" defTabSz="914400"/>
            <a:r>
              <a:rPr lang="en-US" altLang="zh-CN" sz="3600" b="1" dirty="0">
                <a:solidFill>
                  <a:srgbClr val="0000CC"/>
                </a:solidFill>
                <a:latin typeface="微软雅黑" pitchFamily="34" charset="-122"/>
                <a:ea typeface="微软雅黑" pitchFamily="34" charset="-122"/>
              </a:rPr>
              <a:t>5 </a:t>
            </a:r>
            <a:r>
              <a:rPr lang="zh-CN" altLang="en-US" sz="3600" b="1" dirty="0">
                <a:solidFill>
                  <a:srgbClr val="0000CC"/>
                </a:solidFill>
                <a:latin typeface="微软雅黑" pitchFamily="34" charset="-122"/>
                <a:ea typeface="微软雅黑" pitchFamily="34" charset="-122"/>
              </a:rPr>
              <a:t>杂质半导体的载流子浓度</a:t>
            </a:r>
          </a:p>
        </p:txBody>
      </p:sp>
      <p:sp>
        <p:nvSpPr>
          <p:cNvPr id="36873" name="TextBox 2"/>
          <p:cNvSpPr txBox="1">
            <a:spLocks noChangeArrowheads="1"/>
          </p:cNvSpPr>
          <p:nvPr/>
        </p:nvSpPr>
        <p:spPr bwMode="auto">
          <a:xfrm>
            <a:off x="613869" y="5531433"/>
            <a:ext cx="1995869" cy="523220"/>
          </a:xfrm>
          <a:prstGeom prst="rect">
            <a:avLst/>
          </a:prstGeom>
          <a:noFill/>
          <a:ln w="9525">
            <a:noFill/>
            <a:miter lim="800000"/>
            <a:headEnd/>
            <a:tailEnd/>
          </a:ln>
        </p:spPr>
        <p:txBody>
          <a:bodyPr wrap="square">
            <a:spAutoFit/>
          </a:bodyPr>
          <a:lstStyle/>
          <a:p>
            <a:pPr defTabSz="914400"/>
            <a:r>
              <a:rPr lang="en-US" altLang="zh-CN" sz="2800" b="1" dirty="0">
                <a:latin typeface="Times New Roman" panose="02020603050405020304" pitchFamily="18" charset="0"/>
                <a:ea typeface="微软雅黑" pitchFamily="34" charset="-122"/>
                <a:cs typeface="Times New Roman" panose="02020603050405020304" pitchFamily="18" charset="0"/>
              </a:rPr>
              <a:t>N</a:t>
            </a:r>
            <a:r>
              <a:rPr lang="zh-CN" altLang="en-US" sz="2800" b="1" dirty="0">
                <a:latin typeface="Times New Roman" panose="02020603050405020304" pitchFamily="18" charset="0"/>
                <a:ea typeface="微软雅黑" pitchFamily="34" charset="-122"/>
                <a:cs typeface="Times New Roman" panose="02020603050405020304" pitchFamily="18" charset="0"/>
              </a:rPr>
              <a:t>型半导体</a:t>
            </a:r>
          </a:p>
        </p:txBody>
      </p:sp>
      <p:graphicFrame>
        <p:nvGraphicFramePr>
          <p:cNvPr id="36875" name="Object 1"/>
          <p:cNvGraphicFramePr>
            <a:graphicFrameLocks noChangeAspect="1"/>
          </p:cNvGraphicFramePr>
          <p:nvPr/>
        </p:nvGraphicFramePr>
        <p:xfrm>
          <a:off x="2420313" y="5471897"/>
          <a:ext cx="2956700" cy="616981"/>
        </p:xfrm>
        <a:graphic>
          <a:graphicData uri="http://schemas.openxmlformats.org/presentationml/2006/ole">
            <mc:AlternateContent xmlns:mc="http://schemas.openxmlformats.org/markup-compatibility/2006">
              <mc:Choice xmlns:v="urn:schemas-microsoft-com:vml" Requires="v">
                <p:oleObj spid="_x0000_s7250" name="公式" r:id="rId3" imgW="1091726" imgH="228501" progId="Equation.3">
                  <p:embed/>
                </p:oleObj>
              </mc:Choice>
              <mc:Fallback>
                <p:oleObj name="公式" r:id="rId3" imgW="1091726" imgH="22850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0313" y="5471897"/>
                        <a:ext cx="2956700" cy="616981"/>
                      </a:xfrm>
                      <a:prstGeom prst="rect">
                        <a:avLst/>
                      </a:prstGeom>
                      <a:solidFill>
                        <a:srgbClr val="FFFF00"/>
                      </a:solidFill>
                    </p:spPr>
                  </p:pic>
                </p:oleObj>
              </mc:Fallback>
            </mc:AlternateContent>
          </a:graphicData>
        </a:graphic>
      </p:graphicFrame>
      <p:graphicFrame>
        <p:nvGraphicFramePr>
          <p:cNvPr id="36877" name="Object 3"/>
          <p:cNvGraphicFramePr>
            <a:graphicFrameLocks noChangeAspect="1"/>
          </p:cNvGraphicFramePr>
          <p:nvPr/>
        </p:nvGraphicFramePr>
        <p:xfrm>
          <a:off x="2471738" y="6265679"/>
          <a:ext cx="2853850" cy="950544"/>
        </p:xfrm>
        <a:graphic>
          <a:graphicData uri="http://schemas.openxmlformats.org/presentationml/2006/ole">
            <mc:AlternateContent xmlns:mc="http://schemas.openxmlformats.org/markup-compatibility/2006">
              <mc:Choice xmlns:v="urn:schemas-microsoft-com:vml" Requires="v">
                <p:oleObj spid="_x0000_s7251" name="公式" r:id="rId5" imgW="1282700" imgH="431800" progId="Equation.3">
                  <p:embed/>
                </p:oleObj>
              </mc:Choice>
              <mc:Fallback>
                <p:oleObj name="公式" r:id="rId5" imgW="12827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1738" y="6265679"/>
                        <a:ext cx="2853850" cy="950544"/>
                      </a:xfrm>
                      <a:prstGeom prst="rect">
                        <a:avLst/>
                      </a:prstGeom>
                      <a:solidFill>
                        <a:srgbClr val="FFFF00"/>
                      </a:solidFill>
                    </p:spPr>
                  </p:pic>
                </p:oleObj>
              </mc:Fallback>
            </mc:AlternateContent>
          </a:graphicData>
        </a:graphic>
      </p:graphicFrame>
      <p:sp>
        <p:nvSpPr>
          <p:cNvPr id="36878" name="TextBox 7"/>
          <p:cNvSpPr txBox="1">
            <a:spLocks noChangeArrowheads="1"/>
          </p:cNvSpPr>
          <p:nvPr/>
        </p:nvSpPr>
        <p:spPr bwMode="auto">
          <a:xfrm>
            <a:off x="639264" y="6421728"/>
            <a:ext cx="1795167"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cs typeface="Times New Roman" pitchFamily="18" charset="0"/>
              </a:rPr>
              <a:t>费米能级</a:t>
            </a:r>
          </a:p>
        </p:txBody>
      </p:sp>
      <p:graphicFrame>
        <p:nvGraphicFramePr>
          <p:cNvPr id="17" name="对象 16"/>
          <p:cNvGraphicFramePr>
            <a:graphicFrameLocks noChangeAspect="1"/>
          </p:cNvGraphicFramePr>
          <p:nvPr/>
        </p:nvGraphicFramePr>
        <p:xfrm>
          <a:off x="2009553" y="1416475"/>
          <a:ext cx="9710115" cy="3803759"/>
        </p:xfrm>
        <a:graphic>
          <a:graphicData uri="http://schemas.openxmlformats.org/presentationml/2006/ole">
            <mc:AlternateContent xmlns:mc="http://schemas.openxmlformats.org/markup-compatibility/2006">
              <mc:Choice xmlns:v="urn:schemas-microsoft-com:vml" Requires="v">
                <p:oleObj spid="_x0000_s7252" name="Visio" r:id="rId7" imgW="4667126" imgH="1819360" progId="Visio.Drawing.11">
                  <p:embed/>
                </p:oleObj>
              </mc:Choice>
              <mc:Fallback>
                <p:oleObj name="Visio" r:id="rId7" imgW="4667126" imgH="1819360" progId="Visio.Drawing.11">
                  <p:embed/>
                  <p:pic>
                    <p:nvPicPr>
                      <p:cNvPr id="0" name=""/>
                      <p:cNvPicPr>
                        <a:picLocks noChangeAspect="1" noChangeArrowheads="1"/>
                      </p:cNvPicPr>
                      <p:nvPr/>
                    </p:nvPicPr>
                    <p:blipFill>
                      <a:blip r:embed="rId8"/>
                      <a:srcRect/>
                      <a:stretch>
                        <a:fillRect/>
                      </a:stretch>
                    </p:blipFill>
                    <p:spPr bwMode="auto">
                      <a:xfrm>
                        <a:off x="2009553" y="1416475"/>
                        <a:ext cx="9710115" cy="3803759"/>
                      </a:xfrm>
                      <a:prstGeom prst="rect">
                        <a:avLst/>
                      </a:prstGeom>
                      <a:noFill/>
                      <a:ln>
                        <a:noFill/>
                      </a:ln>
                    </p:spPr>
                  </p:pic>
                </p:oleObj>
              </mc:Fallback>
            </mc:AlternateContent>
          </a:graphicData>
        </a:graphic>
      </p:graphicFrame>
      <p:sp>
        <p:nvSpPr>
          <p:cNvPr id="18" name="TextBox 1"/>
          <p:cNvSpPr txBox="1">
            <a:spLocks noChangeArrowheads="1"/>
          </p:cNvSpPr>
          <p:nvPr/>
        </p:nvSpPr>
        <p:spPr bwMode="auto">
          <a:xfrm>
            <a:off x="7256561" y="5381081"/>
            <a:ext cx="1975920" cy="523220"/>
          </a:xfrm>
          <a:prstGeom prst="rect">
            <a:avLst/>
          </a:prstGeom>
          <a:noFill/>
          <a:ln w="9525">
            <a:noFill/>
            <a:miter lim="800000"/>
            <a:headEnd/>
            <a:tailEnd/>
          </a:ln>
        </p:spPr>
        <p:txBody>
          <a:bodyPr wrap="square">
            <a:spAutoFit/>
          </a:bodyPr>
          <a:lstStyle/>
          <a:p>
            <a:pPr defTabSz="914400"/>
            <a:r>
              <a:rPr lang="en-US" altLang="zh-CN" sz="2800" b="1" dirty="0">
                <a:solidFill>
                  <a:srgbClr val="0000CC"/>
                </a:solidFill>
                <a:latin typeface="微软雅黑" pitchFamily="34" charset="-122"/>
                <a:ea typeface="微软雅黑" pitchFamily="34" charset="-122"/>
              </a:rPr>
              <a:t>P</a:t>
            </a:r>
            <a:r>
              <a:rPr lang="zh-CN" altLang="en-US" sz="2800" b="1" dirty="0">
                <a:solidFill>
                  <a:srgbClr val="0000CC"/>
                </a:solidFill>
                <a:latin typeface="微软雅黑" pitchFamily="34" charset="-122"/>
                <a:ea typeface="微软雅黑" pitchFamily="34" charset="-122"/>
              </a:rPr>
              <a:t>型半导体</a:t>
            </a:r>
          </a:p>
        </p:txBody>
      </p:sp>
      <p:graphicFrame>
        <p:nvGraphicFramePr>
          <p:cNvPr id="19" name="Object 2"/>
          <p:cNvGraphicFramePr>
            <a:graphicFrameLocks noChangeAspect="1"/>
          </p:cNvGraphicFramePr>
          <p:nvPr/>
        </p:nvGraphicFramePr>
        <p:xfrm>
          <a:off x="9196670" y="5295314"/>
          <a:ext cx="3126394" cy="694754"/>
        </p:xfrm>
        <a:graphic>
          <a:graphicData uri="http://schemas.openxmlformats.org/presentationml/2006/ole">
            <mc:AlternateContent xmlns:mc="http://schemas.openxmlformats.org/markup-compatibility/2006">
              <mc:Choice xmlns:v="urn:schemas-microsoft-com:vml" Requires="v">
                <p:oleObj spid="_x0000_s7253" name="公式" r:id="rId9" imgW="1028700" imgH="228600" progId="Equation.3">
                  <p:embed/>
                </p:oleObj>
              </mc:Choice>
              <mc:Fallback>
                <p:oleObj name="公式" r:id="rId9" imgW="102870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96670" y="5295314"/>
                        <a:ext cx="3126394" cy="694754"/>
                      </a:xfrm>
                      <a:prstGeom prst="rect">
                        <a:avLst/>
                      </a:prstGeom>
                      <a:solidFill>
                        <a:srgbClr val="FFFF00"/>
                      </a:solidFill>
                    </p:spPr>
                  </p:pic>
                </p:oleObj>
              </mc:Fallback>
            </mc:AlternateContent>
          </a:graphicData>
        </a:graphic>
      </p:graphicFrame>
      <p:graphicFrame>
        <p:nvGraphicFramePr>
          <p:cNvPr id="20" name="Object 4"/>
          <p:cNvGraphicFramePr>
            <a:graphicFrameLocks noChangeAspect="1"/>
          </p:cNvGraphicFramePr>
          <p:nvPr/>
        </p:nvGraphicFramePr>
        <p:xfrm>
          <a:off x="9189700" y="6116953"/>
          <a:ext cx="3505201" cy="1185353"/>
        </p:xfrm>
        <a:graphic>
          <a:graphicData uri="http://schemas.openxmlformats.org/presentationml/2006/ole">
            <mc:AlternateContent xmlns:mc="http://schemas.openxmlformats.org/markup-compatibility/2006">
              <mc:Choice xmlns:v="urn:schemas-microsoft-com:vml" Requires="v">
                <p:oleObj spid="_x0000_s7254" name="公式" r:id="rId11" imgW="1269449" imgH="431613" progId="Equation.3">
                  <p:embed/>
                </p:oleObj>
              </mc:Choice>
              <mc:Fallback>
                <p:oleObj name="公式" r:id="rId11" imgW="1269449" imgH="431613"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89700" y="6116953"/>
                        <a:ext cx="3505201" cy="1185353"/>
                      </a:xfrm>
                      <a:prstGeom prst="rect">
                        <a:avLst/>
                      </a:prstGeom>
                      <a:solidFill>
                        <a:srgbClr val="FFFF00"/>
                      </a:solidFill>
                    </p:spPr>
                  </p:pic>
                </p:oleObj>
              </mc:Fallback>
            </mc:AlternateContent>
          </a:graphicData>
        </a:graphic>
      </p:graphicFrame>
      <p:sp>
        <p:nvSpPr>
          <p:cNvPr id="21" name="TextBox 7"/>
          <p:cNvSpPr txBox="1">
            <a:spLocks noChangeArrowheads="1"/>
          </p:cNvSpPr>
          <p:nvPr/>
        </p:nvSpPr>
        <p:spPr bwMode="auto">
          <a:xfrm>
            <a:off x="7370288" y="6442040"/>
            <a:ext cx="1782105" cy="523220"/>
          </a:xfrm>
          <a:prstGeom prst="rect">
            <a:avLst/>
          </a:prstGeom>
          <a:noFill/>
          <a:ln w="9525">
            <a:noFill/>
            <a:miter lim="800000"/>
            <a:headEnd/>
            <a:tailEnd/>
          </a:ln>
        </p:spPr>
        <p:txBody>
          <a:bodyPr wrap="square">
            <a:spAutoFit/>
          </a:bodyPr>
          <a:lstStyle/>
          <a:p>
            <a:pPr defTabSz="914400"/>
            <a:r>
              <a:rPr lang="zh-CN" altLang="en-US" sz="2800" b="1" dirty="0">
                <a:solidFill>
                  <a:srgbClr val="0000CC"/>
                </a:solidFill>
                <a:latin typeface="微软雅黑" pitchFamily="34" charset="-122"/>
                <a:ea typeface="微软雅黑" pitchFamily="34" charset="-122"/>
                <a:cs typeface="Times New Roman" pitchFamily="18" charset="0"/>
              </a:rPr>
              <a:t>费米能级</a:t>
            </a:r>
          </a:p>
        </p:txBody>
      </p:sp>
      <p:sp>
        <p:nvSpPr>
          <p:cNvPr id="22" name="文本框 60">
            <a:extLst>
              <a:ext uri="{FF2B5EF4-FFF2-40B4-BE49-F238E27FC236}">
                <a16:creationId xmlns:a16="http://schemas.microsoft.com/office/drawing/2014/main" xmlns="" id="{BA85D6FF-32D6-41AF-AFC5-B8BDF3B10F2D}"/>
              </a:ext>
            </a:extLst>
          </p:cNvPr>
          <p:cNvSpPr txBox="1"/>
          <p:nvPr/>
        </p:nvSpPr>
        <p:spPr>
          <a:xfrm>
            <a:off x="1502229"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热平衡态下的载流子浓度</a:t>
            </a:r>
          </a:p>
        </p:txBody>
      </p:sp>
      <p:sp>
        <p:nvSpPr>
          <p:cNvPr id="23" name="矩形 22">
            <a:extLst>
              <a:ext uri="{FF2B5EF4-FFF2-40B4-BE49-F238E27FC236}">
                <a16:creationId xmlns:a16="http://schemas.microsoft.com/office/drawing/2014/main" xmlns="" id="{1FB3B632-ED7C-4A72-A55A-018167792795}"/>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580B61FF-A907-4791-B50D-4F08FBA84FF9}"/>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xmlns="" id="{CE28031D-12D2-40F4-9527-463C9E0784EF}"/>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6" name="直接连接符 58">
            <a:extLst>
              <a:ext uri="{FF2B5EF4-FFF2-40B4-BE49-F238E27FC236}">
                <a16:creationId xmlns:a16="http://schemas.microsoft.com/office/drawing/2014/main" xmlns="" id="{C8A964BF-F40F-4F50-A781-21D14760525F}"/>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xmlns="" id="{E72626D1-5B6D-4EC3-B827-66535ACDA77B}"/>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8" name="矩形 27">
            <a:extLst>
              <a:ext uri="{FF2B5EF4-FFF2-40B4-BE49-F238E27FC236}">
                <a16:creationId xmlns:a16="http://schemas.microsoft.com/office/drawing/2014/main" xmlns="" id="{6E441164-36F5-46F9-B7F0-1F5B25D0354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val="1170648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半导体的光吸收效应</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864810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半导体的光吸收效应</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2.1.3</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12" name="直接连接符 58">
            <a:extLst>
              <a:ext uri="{FF2B5EF4-FFF2-40B4-BE49-F238E27FC236}">
                <a16:creationId xmlns:a16="http://schemas.microsoft.com/office/drawing/2014/main" xmlns="" id="{91175F6E-6A55-4451-A6CD-F3CB0B85E49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2164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a:spLocks noChangeArrowheads="1"/>
          </p:cNvSpPr>
          <p:nvPr/>
        </p:nvSpPr>
        <p:spPr bwMode="auto">
          <a:xfrm>
            <a:off x="4146709" y="986265"/>
            <a:ext cx="5312410" cy="707886"/>
          </a:xfrm>
          <a:prstGeom prst="rect">
            <a:avLst/>
          </a:prstGeom>
          <a:noFill/>
          <a:ln w="9525">
            <a:noFill/>
            <a:miter lim="800000"/>
            <a:headEnd/>
            <a:tailEnd/>
          </a:ln>
        </p:spPr>
        <p:txBody>
          <a:bodyPr wrap="square">
            <a:spAutoFit/>
          </a:bodyPr>
          <a:lstStyle/>
          <a:p>
            <a:pPr algn="ctr" defTabSz="914400"/>
            <a:r>
              <a:rPr lang="en-US" altLang="zh-CN" sz="4000" b="1" dirty="0">
                <a:solidFill>
                  <a:srgbClr val="0000CC"/>
                </a:solidFill>
                <a:latin typeface="微软雅黑" pitchFamily="34" charset="-122"/>
                <a:ea typeface="微软雅黑" pitchFamily="34" charset="-122"/>
                <a:cs typeface="Times New Roman" pitchFamily="18" charset="0"/>
              </a:rPr>
              <a:t>1.</a:t>
            </a:r>
            <a:r>
              <a:rPr lang="zh-CN" altLang="en-US" sz="4000" b="1" dirty="0">
                <a:solidFill>
                  <a:srgbClr val="0000CC"/>
                </a:solidFill>
                <a:latin typeface="微软雅黑" pitchFamily="34" charset="-122"/>
                <a:ea typeface="微软雅黑" pitchFamily="34" charset="-122"/>
                <a:cs typeface="Times New Roman" pitchFamily="18" charset="0"/>
              </a:rPr>
              <a:t>光的吸收定律</a:t>
            </a:r>
          </a:p>
        </p:txBody>
      </p:sp>
      <p:graphicFrame>
        <p:nvGraphicFramePr>
          <p:cNvPr id="328710" name="Object 6"/>
          <p:cNvGraphicFramePr>
            <a:graphicFrameLocks noChangeAspect="1"/>
          </p:cNvGraphicFramePr>
          <p:nvPr/>
        </p:nvGraphicFramePr>
        <p:xfrm>
          <a:off x="2658778" y="2598845"/>
          <a:ext cx="2854894" cy="619760"/>
        </p:xfrm>
        <a:graphic>
          <a:graphicData uri="http://schemas.openxmlformats.org/presentationml/2006/ole">
            <mc:AlternateContent xmlns:mc="http://schemas.openxmlformats.org/markup-compatibility/2006">
              <mc:Choice xmlns:v="urn:schemas-microsoft-com:vml" Requires="v">
                <p:oleObj spid="_x0000_s8290" name="Equation" r:id="rId4" imgW="761760" imgH="164880" progId="Equation.3">
                  <p:embed/>
                </p:oleObj>
              </mc:Choice>
              <mc:Fallback>
                <p:oleObj name="Equation" r:id="rId4" imgW="761760" imgH="1648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58778" y="2598845"/>
                        <a:ext cx="2854894" cy="61976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19" name="Object 3"/>
          <p:cNvGraphicFramePr>
            <a:graphicFrameLocks noChangeAspect="1"/>
          </p:cNvGraphicFramePr>
          <p:nvPr/>
        </p:nvGraphicFramePr>
        <p:xfrm>
          <a:off x="6764600" y="5548574"/>
          <a:ext cx="3152775" cy="703262"/>
        </p:xfrm>
        <a:graphic>
          <a:graphicData uri="http://schemas.openxmlformats.org/presentationml/2006/ole">
            <mc:AlternateContent xmlns:mc="http://schemas.openxmlformats.org/markup-compatibility/2006">
              <mc:Choice xmlns:v="urn:schemas-microsoft-com:vml" Requires="v">
                <p:oleObj spid="_x0000_s8291" name="Equation" r:id="rId6" imgW="1066680" imgH="241200" progId="Equation.DSMT4">
                  <p:embed/>
                </p:oleObj>
              </mc:Choice>
              <mc:Fallback>
                <p:oleObj name="Equation" r:id="rId6" imgW="1066680" imgH="241200" progId="Equation.DSMT4">
                  <p:embed/>
                  <p:pic>
                    <p:nvPicPr>
                      <p:cNvPr id="0" name=""/>
                      <p:cNvPicPr>
                        <a:picLocks noChangeAspect="1" noChangeArrowheads="1"/>
                      </p:cNvPicPr>
                      <p:nvPr/>
                    </p:nvPicPr>
                    <p:blipFill>
                      <a:blip r:embed="rId7"/>
                      <a:srcRect/>
                      <a:stretch>
                        <a:fillRect/>
                      </a:stretch>
                    </p:blipFill>
                    <p:spPr bwMode="auto">
                      <a:xfrm>
                        <a:off x="6764600" y="5548574"/>
                        <a:ext cx="3152775" cy="703262"/>
                      </a:xfrm>
                      <a:prstGeom prst="rect">
                        <a:avLst/>
                      </a:prstGeom>
                      <a:solidFill>
                        <a:srgbClr val="FFFF00"/>
                      </a:solidFill>
                    </p:spPr>
                  </p:pic>
                </p:oleObj>
              </mc:Fallback>
            </mc:AlternateContent>
          </a:graphicData>
        </a:graphic>
      </p:graphicFrame>
      <p:sp>
        <p:nvSpPr>
          <p:cNvPr id="39948" name="AutoShape 9"/>
          <p:cNvSpPr>
            <a:spLocks noChangeAspect="1" noChangeArrowheads="1"/>
          </p:cNvSpPr>
          <p:nvPr/>
        </p:nvSpPr>
        <p:spPr bwMode="auto">
          <a:xfrm>
            <a:off x="8407400" y="2869883"/>
            <a:ext cx="4237038" cy="2643187"/>
          </a:xfrm>
          <a:prstGeom prst="rect">
            <a:avLst/>
          </a:prstGeom>
          <a:noFill/>
          <a:ln w="9525">
            <a:noFill/>
            <a:miter lim="800000"/>
            <a:headEnd/>
            <a:tailEnd/>
          </a:ln>
        </p:spPr>
        <p:txBody>
          <a:bodyPr/>
          <a:lstStyle/>
          <a:p>
            <a:pPr defTabSz="914400"/>
            <a:endParaRPr lang="zh-CN" altLang="en-US" sz="2800" b="1">
              <a:latin typeface="微软雅黑" pitchFamily="34" charset="-122"/>
              <a:ea typeface="微软雅黑" pitchFamily="34" charset="-122"/>
            </a:endParaRPr>
          </a:p>
        </p:txBody>
      </p:sp>
      <p:sp>
        <p:nvSpPr>
          <p:cNvPr id="11274" name="Rectangle 10"/>
          <p:cNvSpPr>
            <a:spLocks noChangeArrowheads="1"/>
          </p:cNvSpPr>
          <p:nvPr/>
        </p:nvSpPr>
        <p:spPr bwMode="auto">
          <a:xfrm>
            <a:off x="9432925" y="2952433"/>
            <a:ext cx="2482850" cy="1611312"/>
          </a:xfrm>
          <a:prstGeom prst="rect">
            <a:avLst/>
          </a:prstGeom>
          <a:solidFill>
            <a:schemeClr val="accent6">
              <a:lumMod val="60000"/>
              <a:lumOff val="40000"/>
            </a:schemeClr>
          </a:solidFill>
          <a:ln w="34925">
            <a:solidFill>
              <a:schemeClr val="tx1"/>
            </a:solidFill>
            <a:miter lim="800000"/>
            <a:headEnd/>
            <a:tailEnd/>
          </a:ln>
        </p:spPr>
        <p:txBody>
          <a:bodyPr/>
          <a:lstStyle/>
          <a:p>
            <a:pPr defTabSz="914400">
              <a:defRPr/>
            </a:pPr>
            <a:endParaRPr lang="zh-CN" altLang="en-US" sz="2800" b="1">
              <a:latin typeface="微软雅黑" pitchFamily="34" charset="-122"/>
              <a:ea typeface="微软雅黑" pitchFamily="34" charset="-122"/>
            </a:endParaRPr>
          </a:p>
        </p:txBody>
      </p:sp>
      <p:sp>
        <p:nvSpPr>
          <p:cNvPr id="11275" name="Rectangle 11" descr="宽下对角线"/>
          <p:cNvSpPr>
            <a:spLocks noChangeArrowheads="1"/>
          </p:cNvSpPr>
          <p:nvPr/>
        </p:nvSpPr>
        <p:spPr bwMode="auto">
          <a:xfrm>
            <a:off x="10467975" y="2952433"/>
            <a:ext cx="153988" cy="1611312"/>
          </a:xfrm>
          <a:prstGeom prst="rect">
            <a:avLst/>
          </a:prstGeom>
          <a:pattFill prst="wdDnDiag">
            <a:fgClr>
              <a:srgbClr val="000000"/>
            </a:fgClr>
            <a:bgClr>
              <a:srgbClr val="FFFFFF"/>
            </a:bgClr>
          </a:pattFill>
          <a:ln w="25400">
            <a:solidFill>
              <a:srgbClr val="000000"/>
            </a:solidFill>
            <a:miter lim="800000"/>
            <a:headEnd/>
            <a:tailEnd/>
          </a:ln>
        </p:spPr>
        <p:txBody>
          <a:bodyPr/>
          <a:lstStyle/>
          <a:p>
            <a:pPr defTabSz="914400"/>
            <a:endParaRPr lang="zh-CN" altLang="en-US" sz="2800" b="1">
              <a:latin typeface="微软雅黑" pitchFamily="34" charset="-122"/>
              <a:ea typeface="微软雅黑" pitchFamily="34" charset="-122"/>
            </a:endParaRPr>
          </a:p>
        </p:txBody>
      </p:sp>
      <p:sp>
        <p:nvSpPr>
          <p:cNvPr id="11276" name="AutoShape 12"/>
          <p:cNvSpPr>
            <a:spLocks noChangeArrowheads="1"/>
          </p:cNvSpPr>
          <p:nvPr/>
        </p:nvSpPr>
        <p:spPr bwMode="auto">
          <a:xfrm>
            <a:off x="8412163" y="3485833"/>
            <a:ext cx="990600" cy="576262"/>
          </a:xfrm>
          <a:prstGeom prst="notchedRightArrow">
            <a:avLst>
              <a:gd name="adj1" fmla="val 50000"/>
              <a:gd name="adj2" fmla="val 42935"/>
            </a:avLst>
          </a:prstGeom>
          <a:solidFill>
            <a:srgbClr val="00B0F0"/>
          </a:solidFill>
          <a:ln w="15875">
            <a:solidFill>
              <a:srgbClr val="000000"/>
            </a:solidFill>
            <a:miter lim="800000"/>
            <a:headEnd/>
            <a:tailEnd/>
          </a:ln>
        </p:spPr>
        <p:txBody>
          <a:bodyPr/>
          <a:lstStyle/>
          <a:p>
            <a:pPr defTabSz="914400"/>
            <a:endParaRPr lang="zh-CN" altLang="en-US" sz="2800" b="1">
              <a:latin typeface="微软雅黑" pitchFamily="34" charset="-122"/>
              <a:ea typeface="微软雅黑" pitchFamily="34" charset="-122"/>
            </a:endParaRPr>
          </a:p>
        </p:txBody>
      </p:sp>
      <p:sp>
        <p:nvSpPr>
          <p:cNvPr id="11277" name="AutoShape 13"/>
          <p:cNvSpPr>
            <a:spLocks noChangeArrowheads="1"/>
          </p:cNvSpPr>
          <p:nvPr/>
        </p:nvSpPr>
        <p:spPr bwMode="auto">
          <a:xfrm>
            <a:off x="9652000" y="3569970"/>
            <a:ext cx="760413" cy="412750"/>
          </a:xfrm>
          <a:prstGeom prst="notchedRightArrow">
            <a:avLst>
              <a:gd name="adj1" fmla="val 50000"/>
              <a:gd name="adj2" fmla="val 46024"/>
            </a:avLst>
          </a:prstGeom>
          <a:solidFill>
            <a:srgbClr val="33CCFF"/>
          </a:solidFill>
          <a:ln w="15875">
            <a:solidFill>
              <a:srgbClr val="000000"/>
            </a:solidFill>
            <a:miter lim="800000"/>
            <a:headEnd/>
            <a:tailEnd/>
          </a:ln>
        </p:spPr>
        <p:txBody>
          <a:bodyPr/>
          <a:lstStyle/>
          <a:p>
            <a:pPr defTabSz="914400"/>
            <a:endParaRPr lang="zh-CN" altLang="en-US" sz="2800" b="1">
              <a:latin typeface="微软雅黑" pitchFamily="34" charset="-122"/>
              <a:ea typeface="微软雅黑" pitchFamily="34" charset="-122"/>
            </a:endParaRPr>
          </a:p>
        </p:txBody>
      </p:sp>
      <p:sp>
        <p:nvSpPr>
          <p:cNvPr id="11278" name="AutoShape 14"/>
          <p:cNvSpPr>
            <a:spLocks noChangeArrowheads="1"/>
          </p:cNvSpPr>
          <p:nvPr/>
        </p:nvSpPr>
        <p:spPr bwMode="auto">
          <a:xfrm>
            <a:off x="10777538" y="3609658"/>
            <a:ext cx="760412" cy="307975"/>
          </a:xfrm>
          <a:prstGeom prst="notchedRightArrow">
            <a:avLst>
              <a:gd name="adj1" fmla="val 50000"/>
              <a:gd name="adj2" fmla="val 61670"/>
            </a:avLst>
          </a:prstGeom>
          <a:solidFill>
            <a:srgbClr val="FF00FF"/>
          </a:solidFill>
          <a:ln w="15875">
            <a:solidFill>
              <a:srgbClr val="000000"/>
            </a:solidFill>
            <a:miter lim="800000"/>
            <a:headEnd/>
            <a:tailEnd/>
          </a:ln>
        </p:spPr>
        <p:txBody>
          <a:bodyPr/>
          <a:lstStyle/>
          <a:p>
            <a:pPr defTabSz="914400"/>
            <a:endParaRPr lang="zh-CN" altLang="en-US" sz="2800" b="1">
              <a:latin typeface="微软雅黑" pitchFamily="34" charset="-122"/>
              <a:ea typeface="微软雅黑" pitchFamily="34" charset="-122"/>
            </a:endParaRPr>
          </a:p>
        </p:txBody>
      </p:sp>
      <p:sp>
        <p:nvSpPr>
          <p:cNvPr id="11279" name="Line 15"/>
          <p:cNvSpPr>
            <a:spLocks noChangeShapeType="1"/>
          </p:cNvSpPr>
          <p:nvPr/>
        </p:nvSpPr>
        <p:spPr bwMode="auto">
          <a:xfrm flipV="1">
            <a:off x="9410700" y="4911408"/>
            <a:ext cx="3086100" cy="46037"/>
          </a:xfrm>
          <a:prstGeom prst="line">
            <a:avLst/>
          </a:prstGeom>
          <a:noFill/>
          <a:ln w="31750">
            <a:solidFill>
              <a:srgbClr val="000000"/>
            </a:solidFill>
            <a:round/>
            <a:headEnd/>
            <a:tailEnd type="stealth" w="med" len="lg"/>
          </a:ln>
        </p:spPr>
        <p:txBody>
          <a:bodyPr/>
          <a:lstStyle/>
          <a:p>
            <a:endParaRPr lang="zh-CN" altLang="en-US">
              <a:latin typeface="微软雅黑" pitchFamily="34" charset="-122"/>
              <a:ea typeface="微软雅黑" pitchFamily="34" charset="-122"/>
            </a:endParaRPr>
          </a:p>
        </p:txBody>
      </p:sp>
      <p:sp>
        <p:nvSpPr>
          <p:cNvPr id="11280" name="Line 16"/>
          <p:cNvSpPr>
            <a:spLocks noChangeShapeType="1"/>
          </p:cNvSpPr>
          <p:nvPr/>
        </p:nvSpPr>
        <p:spPr bwMode="auto">
          <a:xfrm flipH="1">
            <a:off x="10455275" y="4562158"/>
            <a:ext cx="12700" cy="412750"/>
          </a:xfrm>
          <a:prstGeom prst="line">
            <a:avLst/>
          </a:prstGeom>
          <a:noFill/>
          <a:ln w="31750">
            <a:solidFill>
              <a:srgbClr val="000000"/>
            </a:solidFill>
            <a:prstDash val="dash"/>
            <a:round/>
            <a:headEnd/>
            <a:tailEnd/>
          </a:ln>
        </p:spPr>
        <p:txBody>
          <a:bodyPr/>
          <a:lstStyle/>
          <a:p>
            <a:endParaRPr lang="zh-CN" altLang="en-US">
              <a:latin typeface="微软雅黑" pitchFamily="34" charset="-122"/>
              <a:ea typeface="微软雅黑" pitchFamily="34" charset="-122"/>
            </a:endParaRPr>
          </a:p>
        </p:txBody>
      </p:sp>
      <p:sp>
        <p:nvSpPr>
          <p:cNvPr id="11281" name="Line 17"/>
          <p:cNvSpPr>
            <a:spLocks noChangeShapeType="1"/>
          </p:cNvSpPr>
          <p:nvPr/>
        </p:nvSpPr>
        <p:spPr bwMode="auto">
          <a:xfrm flipH="1">
            <a:off x="10609263" y="4563745"/>
            <a:ext cx="12700" cy="414338"/>
          </a:xfrm>
          <a:prstGeom prst="line">
            <a:avLst/>
          </a:prstGeom>
          <a:noFill/>
          <a:ln w="31750">
            <a:solidFill>
              <a:srgbClr val="000000"/>
            </a:solidFill>
            <a:prstDash val="dash"/>
            <a:round/>
            <a:headEnd/>
            <a:tailEnd/>
          </a:ln>
        </p:spPr>
        <p:txBody>
          <a:bodyPr/>
          <a:lstStyle/>
          <a:p>
            <a:endParaRPr lang="zh-CN" altLang="en-US">
              <a:latin typeface="微软雅黑" pitchFamily="34" charset="-122"/>
              <a:ea typeface="微软雅黑" pitchFamily="34" charset="-122"/>
            </a:endParaRPr>
          </a:p>
        </p:txBody>
      </p:sp>
      <p:sp>
        <p:nvSpPr>
          <p:cNvPr id="11282" name="Line 18"/>
          <p:cNvSpPr>
            <a:spLocks noChangeShapeType="1"/>
          </p:cNvSpPr>
          <p:nvPr/>
        </p:nvSpPr>
        <p:spPr bwMode="auto">
          <a:xfrm flipH="1">
            <a:off x="9420225" y="4562158"/>
            <a:ext cx="12700" cy="412750"/>
          </a:xfrm>
          <a:prstGeom prst="line">
            <a:avLst/>
          </a:prstGeom>
          <a:noFill/>
          <a:ln w="31750">
            <a:solidFill>
              <a:srgbClr val="000000"/>
            </a:solidFill>
            <a:prstDash val="dash"/>
            <a:round/>
            <a:headEnd/>
            <a:tailEnd/>
          </a:ln>
        </p:spPr>
        <p:txBody>
          <a:bodyPr/>
          <a:lstStyle/>
          <a:p>
            <a:endParaRPr lang="zh-CN" altLang="en-US">
              <a:latin typeface="微软雅黑" pitchFamily="34" charset="-122"/>
              <a:ea typeface="微软雅黑" pitchFamily="34" charset="-122"/>
            </a:endParaRPr>
          </a:p>
        </p:txBody>
      </p:sp>
      <p:sp>
        <p:nvSpPr>
          <p:cNvPr id="11286" name="Text Box 22"/>
          <p:cNvSpPr txBox="1">
            <a:spLocks noChangeArrowheads="1"/>
          </p:cNvSpPr>
          <p:nvPr/>
        </p:nvSpPr>
        <p:spPr bwMode="auto">
          <a:xfrm>
            <a:off x="9355138" y="5011420"/>
            <a:ext cx="207962" cy="412750"/>
          </a:xfrm>
          <a:prstGeom prst="rect">
            <a:avLst/>
          </a:prstGeom>
          <a:solidFill>
            <a:srgbClr val="FFFFFF"/>
          </a:solidFill>
          <a:ln w="9525">
            <a:noFill/>
            <a:miter lim="800000"/>
            <a:headEnd/>
            <a:tailEnd/>
          </a:ln>
        </p:spPr>
        <p:txBody>
          <a:bodyPr lIns="0" tIns="0" rIns="0" bIns="0"/>
          <a:lstStyle/>
          <a:p>
            <a:pPr algn="just" defTabSz="914400"/>
            <a:r>
              <a:rPr lang="en-US" altLang="zh-CN" sz="2800" dirty="0">
                <a:latin typeface="微软雅黑" pitchFamily="34" charset="-122"/>
                <a:ea typeface="微软雅黑" pitchFamily="34" charset="-122"/>
              </a:rPr>
              <a:t>0</a:t>
            </a:r>
            <a:endParaRPr lang="zh-CN" altLang="zh-CN" sz="7200" b="1" dirty="0">
              <a:latin typeface="微软雅黑" pitchFamily="34" charset="-122"/>
              <a:ea typeface="微软雅黑" pitchFamily="34" charset="-122"/>
            </a:endParaRPr>
          </a:p>
        </p:txBody>
      </p:sp>
      <p:sp>
        <p:nvSpPr>
          <p:cNvPr id="11287" name="Text Box 23"/>
          <p:cNvSpPr txBox="1">
            <a:spLocks noChangeArrowheads="1"/>
          </p:cNvSpPr>
          <p:nvPr/>
        </p:nvSpPr>
        <p:spPr bwMode="auto">
          <a:xfrm>
            <a:off x="10393363" y="5011420"/>
            <a:ext cx="1169987" cy="392113"/>
          </a:xfrm>
          <a:prstGeom prst="rect">
            <a:avLst/>
          </a:prstGeom>
          <a:solidFill>
            <a:srgbClr val="FFFFFF"/>
          </a:solidFill>
          <a:ln w="9525">
            <a:noFill/>
            <a:miter lim="800000"/>
            <a:headEnd/>
            <a:tailEnd/>
          </a:ln>
        </p:spPr>
        <p:txBody>
          <a:bodyPr lIns="0" tIns="0" rIns="0" bIns="0"/>
          <a:lstStyle/>
          <a:p>
            <a:pPr algn="just" defTabSz="914400"/>
            <a:r>
              <a:rPr lang="en-US" altLang="zh-CN" sz="2800" i="1" dirty="0" err="1">
                <a:latin typeface="Times New Roman" panose="02020603050405020304" pitchFamily="18" charset="0"/>
                <a:ea typeface="微软雅黑" pitchFamily="34" charset="-122"/>
                <a:cs typeface="Times New Roman" panose="02020603050405020304" pitchFamily="18" charset="0"/>
              </a:rPr>
              <a:t>x,x+dx</a:t>
            </a:r>
            <a:endParaRPr lang="zh-CN" altLang="zh-CN" sz="6000" b="1" dirty="0">
              <a:latin typeface="Times New Roman" panose="02020603050405020304" pitchFamily="18" charset="0"/>
              <a:ea typeface="微软雅黑" pitchFamily="34" charset="-122"/>
              <a:cs typeface="Times New Roman" panose="02020603050405020304" pitchFamily="18" charset="0"/>
            </a:endParaRPr>
          </a:p>
        </p:txBody>
      </p:sp>
      <p:sp>
        <p:nvSpPr>
          <p:cNvPr id="11288" name="Text Box 24"/>
          <p:cNvSpPr txBox="1">
            <a:spLocks noChangeArrowheads="1"/>
          </p:cNvSpPr>
          <p:nvPr/>
        </p:nvSpPr>
        <p:spPr bwMode="auto">
          <a:xfrm>
            <a:off x="12260263" y="5011420"/>
            <a:ext cx="266700" cy="400050"/>
          </a:xfrm>
          <a:prstGeom prst="rect">
            <a:avLst/>
          </a:prstGeom>
          <a:solidFill>
            <a:srgbClr val="FFFFFF"/>
          </a:solidFill>
          <a:ln w="9525">
            <a:noFill/>
            <a:miter lim="800000"/>
            <a:headEnd/>
            <a:tailEnd/>
          </a:ln>
        </p:spPr>
        <p:txBody>
          <a:bodyPr lIns="0" tIns="0" rIns="0" bIns="0"/>
          <a:lstStyle/>
          <a:p>
            <a:pPr algn="ctr" defTabSz="914400"/>
            <a:r>
              <a:rPr lang="en-US" altLang="zh-CN" sz="2800" i="1" dirty="0">
                <a:solidFill>
                  <a:srgbClr val="FF0000"/>
                </a:solidFill>
                <a:latin typeface="Times New Roman" panose="02020603050405020304" pitchFamily="18" charset="0"/>
                <a:ea typeface="微软雅黑" pitchFamily="34" charset="-122"/>
                <a:cs typeface="Times New Roman" panose="02020603050405020304" pitchFamily="18" charset="0"/>
              </a:rPr>
              <a:t>x</a:t>
            </a:r>
            <a:endParaRPr lang="zh-CN" altLang="zh-CN" sz="7200" b="1"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graphicFrame>
        <p:nvGraphicFramePr>
          <p:cNvPr id="11289" name="Object 25"/>
          <p:cNvGraphicFramePr>
            <a:graphicFrameLocks noChangeAspect="1"/>
          </p:cNvGraphicFramePr>
          <p:nvPr/>
        </p:nvGraphicFramePr>
        <p:xfrm>
          <a:off x="8496300" y="3136583"/>
          <a:ext cx="488950" cy="419100"/>
        </p:xfrm>
        <a:graphic>
          <a:graphicData uri="http://schemas.openxmlformats.org/presentationml/2006/ole">
            <mc:AlternateContent xmlns:mc="http://schemas.openxmlformats.org/markup-compatibility/2006">
              <mc:Choice xmlns:v="urn:schemas-microsoft-com:vml" Requires="v">
                <p:oleObj spid="_x0000_s8292" name="Equation" r:id="rId8" imgW="215806" imgH="228501" progId="">
                  <p:embed/>
                </p:oleObj>
              </mc:Choice>
              <mc:Fallback>
                <p:oleObj name="Equation" r:id="rId8" imgW="215806" imgH="228501"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96300" y="3136583"/>
                        <a:ext cx="488950" cy="419100"/>
                      </a:xfrm>
                      <a:prstGeom prst="rect">
                        <a:avLst/>
                      </a:prstGeom>
                      <a:solidFill>
                        <a:srgbClr val="FFFF00"/>
                      </a:solidFill>
                    </p:spPr>
                  </p:pic>
                </p:oleObj>
              </mc:Fallback>
            </mc:AlternateContent>
          </a:graphicData>
        </a:graphic>
      </p:graphicFrame>
      <p:graphicFrame>
        <p:nvGraphicFramePr>
          <p:cNvPr id="11291" name="Object 27"/>
          <p:cNvGraphicFramePr>
            <a:graphicFrameLocks noChangeAspect="1"/>
          </p:cNvGraphicFramePr>
          <p:nvPr/>
        </p:nvGraphicFramePr>
        <p:xfrm>
          <a:off x="9874250" y="3181033"/>
          <a:ext cx="377825" cy="355600"/>
        </p:xfrm>
        <a:graphic>
          <a:graphicData uri="http://schemas.openxmlformats.org/presentationml/2006/ole">
            <mc:AlternateContent xmlns:mc="http://schemas.openxmlformats.org/markup-compatibility/2006">
              <mc:Choice xmlns:v="urn:schemas-microsoft-com:vml" Requires="v">
                <p:oleObj spid="_x0000_s8293" name="Equation" r:id="rId10" imgW="164957" imgH="152268" progId="">
                  <p:embed/>
                </p:oleObj>
              </mc:Choice>
              <mc:Fallback>
                <p:oleObj name="Equation" r:id="rId10" imgW="164957" imgH="152268" progId="">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874250" y="3181033"/>
                        <a:ext cx="377825" cy="355600"/>
                      </a:xfrm>
                      <a:prstGeom prst="rect">
                        <a:avLst/>
                      </a:prstGeom>
                      <a:solidFill>
                        <a:srgbClr val="99CC00"/>
                      </a:solidFill>
                    </p:spPr>
                  </p:pic>
                </p:oleObj>
              </mc:Fallback>
            </mc:AlternateContent>
          </a:graphicData>
        </a:graphic>
      </p:graphicFrame>
      <p:graphicFrame>
        <p:nvGraphicFramePr>
          <p:cNvPr id="11293" name="Object 29"/>
          <p:cNvGraphicFramePr>
            <a:graphicFrameLocks noChangeAspect="1"/>
          </p:cNvGraphicFramePr>
          <p:nvPr/>
        </p:nvGraphicFramePr>
        <p:xfrm>
          <a:off x="10718800" y="3201670"/>
          <a:ext cx="1031875" cy="376238"/>
        </p:xfrm>
        <a:graphic>
          <a:graphicData uri="http://schemas.openxmlformats.org/presentationml/2006/ole">
            <mc:AlternateContent xmlns:mc="http://schemas.openxmlformats.org/markup-compatibility/2006">
              <mc:Choice xmlns:v="urn:schemas-microsoft-com:vml" Requires="v">
                <p:oleObj spid="_x0000_s8294" name="Equation" r:id="rId12" imgW="494870" imgH="177646" progId="">
                  <p:embed/>
                </p:oleObj>
              </mc:Choice>
              <mc:Fallback>
                <p:oleObj name="Equation" r:id="rId12" imgW="494870" imgH="177646" progId="">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718800" y="3201670"/>
                        <a:ext cx="1031875" cy="376238"/>
                      </a:xfrm>
                      <a:prstGeom prst="rect">
                        <a:avLst/>
                      </a:prstGeom>
                      <a:solidFill>
                        <a:srgbClr val="FFFF99"/>
                      </a:solidFill>
                    </p:spPr>
                  </p:pic>
                </p:oleObj>
              </mc:Fallback>
            </mc:AlternateContent>
          </a:graphicData>
        </a:graphic>
      </p:graphicFrame>
      <p:graphicFrame>
        <p:nvGraphicFramePr>
          <p:cNvPr id="2" name="Object 31"/>
          <p:cNvGraphicFramePr>
            <a:graphicFrameLocks noChangeAspect="1"/>
          </p:cNvGraphicFramePr>
          <p:nvPr/>
        </p:nvGraphicFramePr>
        <p:xfrm>
          <a:off x="2589017" y="4627997"/>
          <a:ext cx="2697480" cy="749300"/>
        </p:xfrm>
        <a:graphic>
          <a:graphicData uri="http://schemas.openxmlformats.org/presentationml/2006/ole">
            <mc:AlternateContent xmlns:mc="http://schemas.openxmlformats.org/markup-compatibility/2006">
              <mc:Choice xmlns:v="urn:schemas-microsoft-com:vml" Requires="v">
                <p:oleObj spid="_x0000_s8295" name="Equation" r:id="rId14" imgW="723600" imgH="241200" progId="">
                  <p:embed/>
                </p:oleObj>
              </mc:Choice>
              <mc:Fallback>
                <p:oleObj name="Equation" r:id="rId14" imgW="723600" imgH="241200" progId="">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89017" y="4627997"/>
                        <a:ext cx="2697480" cy="749300"/>
                      </a:xfrm>
                      <a:prstGeom prst="rect">
                        <a:avLst/>
                      </a:prstGeom>
                      <a:solidFill>
                        <a:srgbClr val="FFFF00"/>
                      </a:solidFill>
                    </p:spPr>
                  </p:pic>
                </p:oleObj>
              </mc:Fallback>
            </mc:AlternateContent>
          </a:graphicData>
        </a:graphic>
      </p:graphicFrame>
      <p:sp>
        <p:nvSpPr>
          <p:cNvPr id="32" name="TextBox 31"/>
          <p:cNvSpPr txBox="1">
            <a:spLocks noChangeArrowheads="1"/>
          </p:cNvSpPr>
          <p:nvPr/>
        </p:nvSpPr>
        <p:spPr bwMode="auto">
          <a:xfrm>
            <a:off x="1000125" y="1776701"/>
            <a:ext cx="11179175" cy="738664"/>
          </a:xfrm>
          <a:prstGeom prst="rect">
            <a:avLst/>
          </a:prstGeom>
          <a:noFill/>
          <a:ln w="9525">
            <a:noFill/>
            <a:miter lim="800000"/>
            <a:headEnd/>
            <a:tailEnd/>
          </a:ln>
        </p:spPr>
        <p:txBody>
          <a:bodyPr wrap="square">
            <a:spAutoFit/>
          </a:bodyPr>
          <a:lstStyle/>
          <a:p>
            <a:pPr defTabSz="914400">
              <a:lnSpc>
                <a:spcPct val="150000"/>
              </a:lnSpc>
            </a:pPr>
            <a:r>
              <a:rPr lang="en-US" altLang="zh-CN" sz="2800" b="1" dirty="0">
                <a:latin typeface="Times New Roman" panose="02020603050405020304" pitchFamily="18" charset="0"/>
                <a:ea typeface="微软雅黑" pitchFamily="34" charset="-122"/>
                <a:cs typeface="Times New Roman" panose="02020603050405020304" pitchFamily="18" charset="0"/>
              </a:rPr>
              <a:t>1760</a:t>
            </a:r>
            <a:r>
              <a:rPr lang="zh-CN" altLang="en-US" sz="2800" b="1" dirty="0">
                <a:latin typeface="Times New Roman" panose="02020603050405020304" pitchFamily="18" charset="0"/>
                <a:ea typeface="微软雅黑" pitchFamily="34" charset="-122"/>
                <a:cs typeface="Times New Roman" panose="02020603050405020304" pitchFamily="18" charset="0"/>
              </a:rPr>
              <a:t>年朗伯</a:t>
            </a:r>
            <a:r>
              <a:rPr lang="en-US" altLang="zh-CN" sz="2800" b="1" dirty="0">
                <a:latin typeface="Times New Roman" panose="02020603050405020304" pitchFamily="18" charset="0"/>
                <a:ea typeface="微软雅黑" pitchFamily="34" charset="-122"/>
                <a:cs typeface="Times New Roman" panose="02020603050405020304" pitchFamily="18" charset="0"/>
              </a:rPr>
              <a:t>(Lambert)</a:t>
            </a:r>
            <a:r>
              <a:rPr lang="zh-CN" altLang="en-US" sz="2800" b="1" dirty="0">
                <a:latin typeface="Times New Roman" panose="02020603050405020304" pitchFamily="18" charset="0"/>
                <a:ea typeface="微软雅黑" pitchFamily="34" charset="-122"/>
                <a:cs typeface="Times New Roman" panose="02020603050405020304" pitchFamily="18" charset="0"/>
              </a:rPr>
              <a:t>得出辐通量通过</a:t>
            </a:r>
            <a:r>
              <a:rPr lang="en-US" altLang="zh-CN" sz="2800" b="1" dirty="0">
                <a:solidFill>
                  <a:srgbClr val="0000CC"/>
                </a:solidFill>
                <a:latin typeface="Times New Roman" panose="02020603050405020304" pitchFamily="18" charset="0"/>
                <a:ea typeface="微软雅黑" pitchFamily="34" charset="-122"/>
                <a:cs typeface="Times New Roman" panose="02020603050405020304" pitchFamily="18" charset="0"/>
              </a:rPr>
              <a:t>d</a:t>
            </a:r>
            <a:r>
              <a:rPr lang="en-US" altLang="zh-CN" sz="2800" b="1" i="1" dirty="0">
                <a:solidFill>
                  <a:srgbClr val="0000CC"/>
                </a:solidFill>
                <a:latin typeface="Times New Roman" panose="02020603050405020304" pitchFamily="18" charset="0"/>
                <a:ea typeface="微软雅黑" pitchFamily="34" charset="-122"/>
                <a:cs typeface="Times New Roman" panose="02020603050405020304" pitchFamily="18" charset="0"/>
              </a:rPr>
              <a:t>x</a:t>
            </a:r>
            <a:r>
              <a:rPr lang="zh-CN" altLang="en-US" sz="2800" b="1" dirty="0">
                <a:latin typeface="Times New Roman" panose="02020603050405020304" pitchFamily="18" charset="0"/>
                <a:ea typeface="微软雅黑" pitchFamily="34" charset="-122"/>
                <a:cs typeface="Times New Roman" panose="02020603050405020304" pitchFamily="18" charset="0"/>
              </a:rPr>
              <a:t>吸收的辐通量</a:t>
            </a:r>
            <a:r>
              <a:rPr lang="en-US" altLang="zh-CN" sz="2800" b="1" i="1" dirty="0">
                <a:solidFill>
                  <a:srgbClr val="0000CC"/>
                </a:solidFill>
                <a:latin typeface="Times New Roman" panose="02020603050405020304" pitchFamily="18" charset="0"/>
                <a:ea typeface="微软雅黑" pitchFamily="34" charset="-122"/>
                <a:cs typeface="Times New Roman" panose="02020603050405020304" pitchFamily="18" charset="0"/>
              </a:rPr>
              <a:t>d</a:t>
            </a:r>
            <a:r>
              <a:rPr lang="el-GR" altLang="zh-CN" sz="2800" b="1" i="1" dirty="0">
                <a:solidFill>
                  <a:srgbClr val="0000CC"/>
                </a:solidFill>
                <a:latin typeface="Times New Roman" panose="02020603050405020304" pitchFamily="18" charset="0"/>
                <a:ea typeface="微软雅黑" pitchFamily="34" charset="-122"/>
                <a:cs typeface="Times New Roman" panose="02020603050405020304" pitchFamily="18" charset="0"/>
              </a:rPr>
              <a:t>Φ</a:t>
            </a:r>
            <a:r>
              <a:rPr lang="zh-CN" altLang="en-US" sz="2800" b="1" dirty="0">
                <a:latin typeface="Times New Roman" panose="02020603050405020304" pitchFamily="18" charset="0"/>
                <a:ea typeface="微软雅黑" pitchFamily="34" charset="-122"/>
                <a:cs typeface="Times New Roman" panose="02020603050405020304" pitchFamily="18" charset="0"/>
              </a:rPr>
              <a:t>可以表示为</a:t>
            </a:r>
          </a:p>
        </p:txBody>
      </p:sp>
      <p:sp>
        <p:nvSpPr>
          <p:cNvPr id="33" name="TextBox 32"/>
          <p:cNvSpPr txBox="1">
            <a:spLocks noChangeArrowheads="1"/>
          </p:cNvSpPr>
          <p:nvPr/>
        </p:nvSpPr>
        <p:spPr bwMode="auto">
          <a:xfrm>
            <a:off x="948808" y="4036341"/>
            <a:ext cx="6461642" cy="523220"/>
          </a:xfrm>
          <a:prstGeom prst="rect">
            <a:avLst/>
          </a:prstGeom>
          <a:noFill/>
          <a:ln w="9525">
            <a:noFill/>
            <a:miter lim="800000"/>
            <a:headEnd/>
            <a:tailEnd/>
          </a:ln>
        </p:spPr>
        <p:txBody>
          <a:bodyPr wrap="square">
            <a:spAutoFit/>
          </a:bodyPr>
          <a:lstStyle/>
          <a:p>
            <a:pPr defTabSz="914400"/>
            <a:r>
              <a:rPr lang="zh-CN" altLang="en-US" sz="2800" b="1" dirty="0">
                <a:latin typeface="Times New Roman" panose="02020603050405020304" pitchFamily="18" charset="0"/>
                <a:ea typeface="微软雅黑" pitchFamily="34" charset="-122"/>
                <a:cs typeface="Times New Roman" panose="02020603050405020304" pitchFamily="18" charset="0"/>
              </a:rPr>
              <a:t>利用边界条件解得经过</a:t>
            </a:r>
            <a:r>
              <a:rPr lang="en-US" altLang="zh-CN" sz="2800" b="1" i="1" dirty="0">
                <a:latin typeface="Times New Roman" panose="02020603050405020304" pitchFamily="18" charset="0"/>
                <a:ea typeface="微软雅黑" pitchFamily="34" charset="-122"/>
                <a:cs typeface="Times New Roman" panose="02020603050405020304" pitchFamily="18" charset="0"/>
              </a:rPr>
              <a:t>x</a:t>
            </a:r>
            <a:r>
              <a:rPr lang="zh-CN" altLang="en-US" sz="2800" b="1" dirty="0">
                <a:latin typeface="Times New Roman" panose="02020603050405020304" pitchFamily="18" charset="0"/>
                <a:ea typeface="微软雅黑" pitchFamily="34" charset="-122"/>
                <a:cs typeface="Times New Roman" panose="02020603050405020304" pitchFamily="18" charset="0"/>
              </a:rPr>
              <a:t>后的通量变为</a:t>
            </a:r>
          </a:p>
        </p:txBody>
      </p:sp>
      <p:sp>
        <p:nvSpPr>
          <p:cNvPr id="34" name="TextBox 33"/>
          <p:cNvSpPr txBox="1">
            <a:spLocks noChangeArrowheads="1"/>
          </p:cNvSpPr>
          <p:nvPr/>
        </p:nvSpPr>
        <p:spPr bwMode="auto">
          <a:xfrm>
            <a:off x="927650" y="5651544"/>
            <a:ext cx="5875264" cy="523220"/>
          </a:xfrm>
          <a:prstGeom prst="rect">
            <a:avLst/>
          </a:prstGeom>
          <a:noFill/>
          <a:ln w="9525">
            <a:noFill/>
            <a:miter lim="800000"/>
            <a:headEnd/>
            <a:tailEnd/>
          </a:ln>
        </p:spPr>
        <p:txBody>
          <a:bodyPr wrap="square">
            <a:spAutoFit/>
          </a:bodyPr>
          <a:lstStyle/>
          <a:p>
            <a:pPr defTabSz="914400"/>
            <a:r>
              <a:rPr lang="zh-CN" altLang="en-US" sz="2800" b="1" dirty="0">
                <a:latin typeface="Times New Roman" panose="02020603050405020304" pitchFamily="18" charset="0"/>
                <a:ea typeface="微软雅黑" pitchFamily="34" charset="-122"/>
                <a:cs typeface="Times New Roman" panose="02020603050405020304" pitchFamily="18" charset="0"/>
              </a:rPr>
              <a:t>则理想情况下经过</a:t>
            </a:r>
            <a:r>
              <a:rPr lang="en-US" altLang="zh-CN" sz="2800" b="1" i="1" dirty="0">
                <a:latin typeface="Times New Roman" panose="02020603050405020304" pitchFamily="18" charset="0"/>
                <a:ea typeface="微软雅黑" pitchFamily="34" charset="-122"/>
                <a:cs typeface="Times New Roman" panose="02020603050405020304" pitchFamily="18" charset="0"/>
              </a:rPr>
              <a:t>x</a:t>
            </a:r>
            <a:r>
              <a:rPr lang="zh-CN" altLang="en-US" sz="2800" b="1" dirty="0">
                <a:latin typeface="Times New Roman" panose="02020603050405020304" pitchFamily="18" charset="0"/>
                <a:ea typeface="微软雅黑" pitchFamily="34" charset="-122"/>
                <a:cs typeface="Times New Roman" panose="02020603050405020304" pitchFamily="18" charset="0"/>
              </a:rPr>
              <a:t>后吸收的通量为</a:t>
            </a:r>
          </a:p>
        </p:txBody>
      </p:sp>
      <p:sp>
        <p:nvSpPr>
          <p:cNvPr id="35" name="TextBox 32"/>
          <p:cNvSpPr txBox="1">
            <a:spLocks noChangeArrowheads="1"/>
          </p:cNvSpPr>
          <p:nvPr/>
        </p:nvSpPr>
        <p:spPr bwMode="auto">
          <a:xfrm>
            <a:off x="1000125" y="3346133"/>
            <a:ext cx="4365607" cy="523220"/>
          </a:xfrm>
          <a:prstGeom prst="rect">
            <a:avLst/>
          </a:prstGeom>
          <a:noFill/>
          <a:ln w="9525">
            <a:noFill/>
            <a:miter lim="800000"/>
            <a:headEnd/>
            <a:tailEnd/>
          </a:ln>
        </p:spPr>
        <p:txBody>
          <a:bodyPr wrap="square">
            <a:spAutoFit/>
          </a:bodyPr>
          <a:lstStyle/>
          <a:p>
            <a:pPr defTabSz="914400"/>
            <a:r>
              <a:rPr lang="zh-CN" altLang="en-US" sz="2800" b="1" dirty="0">
                <a:latin typeface="Times New Roman" panose="02020603050405020304" pitchFamily="18" charset="0"/>
                <a:ea typeface="微软雅黑" pitchFamily="34" charset="-122"/>
                <a:cs typeface="Times New Roman" panose="02020603050405020304" pitchFamily="18" charset="0"/>
              </a:rPr>
              <a:t>式中</a:t>
            </a:r>
            <a:r>
              <a:rPr lang="el-GR" altLang="zh-CN" sz="2800" b="1" dirty="0">
                <a:latin typeface="Times New Roman" panose="02020603050405020304" pitchFamily="18" charset="0"/>
                <a:ea typeface="微软雅黑" pitchFamily="34" charset="-122"/>
                <a:cs typeface="Times New Roman" panose="02020603050405020304" pitchFamily="18" charset="0"/>
              </a:rPr>
              <a:t>α</a:t>
            </a:r>
            <a:r>
              <a:rPr lang="zh-CN" altLang="en-US" sz="2800" b="1" dirty="0">
                <a:latin typeface="Times New Roman" panose="02020603050405020304" pitchFamily="18" charset="0"/>
                <a:ea typeface="微软雅黑" pitchFamily="34" charset="-122"/>
                <a:cs typeface="Times New Roman" panose="02020603050405020304" pitchFamily="18" charset="0"/>
              </a:rPr>
              <a:t>为物质的吸收率</a:t>
            </a:r>
          </a:p>
        </p:txBody>
      </p:sp>
      <p:sp>
        <p:nvSpPr>
          <p:cNvPr id="38" name="TextBox 33"/>
          <p:cNvSpPr txBox="1">
            <a:spLocks noChangeArrowheads="1"/>
          </p:cNvSpPr>
          <p:nvPr/>
        </p:nvSpPr>
        <p:spPr bwMode="auto">
          <a:xfrm>
            <a:off x="2003425" y="6544117"/>
            <a:ext cx="10455359" cy="461665"/>
          </a:xfrm>
          <a:prstGeom prst="rect">
            <a:avLst/>
          </a:prstGeom>
          <a:solidFill>
            <a:schemeClr val="accent6">
              <a:lumMod val="40000"/>
              <a:lumOff val="60000"/>
            </a:schemeClr>
          </a:solidFill>
          <a:ln w="31750">
            <a:noFill/>
            <a:miter lim="800000"/>
            <a:headEnd/>
            <a:tailEnd/>
          </a:ln>
        </p:spPr>
        <p:txBody>
          <a:bodyPr wrap="square">
            <a:spAutoFit/>
          </a:bodyPr>
          <a:lstStyle/>
          <a:p>
            <a:pPr defTabSz="914400"/>
            <a:r>
              <a:rPr lang="zh-CN" altLang="en-US" sz="2400" b="1" dirty="0">
                <a:solidFill>
                  <a:srgbClr val="FF0000"/>
                </a:solidFill>
                <a:latin typeface="Times New Roman" panose="02020603050405020304" pitchFamily="18" charset="0"/>
                <a:ea typeface="微软雅黑" pitchFamily="34" charset="-122"/>
                <a:cs typeface="Times New Roman" panose="02020603050405020304" pitchFamily="18" charset="0"/>
              </a:rPr>
              <a:t>通常，不特别强调，后续课程中默认进入光电器件的光全部被吸收。</a:t>
            </a:r>
            <a:r>
              <a:rPr lang="el-GR" altLang="zh-CN" sz="2400" b="1" dirty="0">
                <a:solidFill>
                  <a:srgbClr val="FF0000"/>
                </a:solidFill>
                <a:latin typeface="Times New Roman" panose="02020603050405020304" pitchFamily="18" charset="0"/>
                <a:ea typeface="微软雅黑" pitchFamily="34" charset="-122"/>
                <a:cs typeface="Times New Roman" panose="02020603050405020304" pitchFamily="18" charset="0"/>
              </a:rPr>
              <a:t>Φ</a:t>
            </a:r>
            <a:r>
              <a:rPr lang="en-US" altLang="zh-CN" sz="2400" b="1" baseline="30000" dirty="0">
                <a:solidFill>
                  <a:srgbClr val="FF0000"/>
                </a:solidFill>
                <a:latin typeface="Times New Roman" panose="02020603050405020304" pitchFamily="18" charset="0"/>
                <a:ea typeface="微软雅黑" pitchFamily="34"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微软雅黑" pitchFamily="34" charset="-122"/>
                <a:cs typeface="Times New Roman" panose="02020603050405020304" pitchFamily="18" charset="0"/>
              </a:rPr>
              <a:t>=</a:t>
            </a:r>
            <a:r>
              <a:rPr lang="el-GR" altLang="zh-CN" sz="2400" b="1" dirty="0">
                <a:solidFill>
                  <a:srgbClr val="FF0000"/>
                </a:solidFill>
                <a:latin typeface="Times New Roman" panose="02020603050405020304" pitchFamily="18" charset="0"/>
                <a:ea typeface="微软雅黑" pitchFamily="34" charset="-122"/>
                <a:cs typeface="Times New Roman" panose="02020603050405020304" pitchFamily="18" charset="0"/>
              </a:rPr>
              <a:t>Φ</a:t>
            </a:r>
            <a:r>
              <a:rPr lang="en-US" altLang="zh-CN" sz="2400" b="1" baseline="-25000" dirty="0">
                <a:solidFill>
                  <a:srgbClr val="FF0000"/>
                </a:solidFill>
                <a:latin typeface="Times New Roman" panose="02020603050405020304" pitchFamily="18" charset="0"/>
                <a:ea typeface="微软雅黑" pitchFamily="34" charset="-122"/>
                <a:cs typeface="Times New Roman" panose="02020603050405020304" pitchFamily="18" charset="0"/>
              </a:rPr>
              <a:t>0</a:t>
            </a:r>
            <a:endParaRPr lang="zh-CN" altLang="en-US" sz="2400" b="1" dirty="0">
              <a:solidFill>
                <a:srgbClr val="FF0000"/>
              </a:solidFill>
              <a:latin typeface="Times New Roman" panose="02020603050405020304" pitchFamily="18" charset="0"/>
              <a:ea typeface="微软雅黑" pitchFamily="34" charset="-122"/>
              <a:cs typeface="Times New Roman" panose="02020603050405020304" pitchFamily="18" charset="0"/>
            </a:endParaRPr>
          </a:p>
        </p:txBody>
      </p:sp>
      <p:sp>
        <p:nvSpPr>
          <p:cNvPr id="4" name="五角星 3"/>
          <p:cNvSpPr/>
          <p:nvPr/>
        </p:nvSpPr>
        <p:spPr>
          <a:xfrm>
            <a:off x="1185863" y="6361873"/>
            <a:ext cx="645319" cy="635268"/>
          </a:xfrm>
          <a:prstGeom prst="star5">
            <a:avLst/>
          </a:pr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60">
            <a:extLst>
              <a:ext uri="{FF2B5EF4-FFF2-40B4-BE49-F238E27FC236}">
                <a16:creationId xmlns:a16="http://schemas.microsoft.com/office/drawing/2014/main" xmlns="" id="{93F779A0-A9BF-4A4F-A130-373ACCD1FD78}"/>
              </a:ext>
            </a:extLst>
          </p:cNvPr>
          <p:cNvSpPr txBox="1"/>
          <p:nvPr/>
        </p:nvSpPr>
        <p:spPr>
          <a:xfrm>
            <a:off x="1502228" y="293282"/>
            <a:ext cx="235633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半导体的光吸收效应</a:t>
            </a:r>
          </a:p>
        </p:txBody>
      </p:sp>
      <p:sp>
        <p:nvSpPr>
          <p:cNvPr id="40" name="矩形 39">
            <a:extLst>
              <a:ext uri="{FF2B5EF4-FFF2-40B4-BE49-F238E27FC236}">
                <a16:creationId xmlns:a16="http://schemas.microsoft.com/office/drawing/2014/main" xmlns="" id="{D0048EBB-B8EF-432E-9AC2-E320D4C2DC63}"/>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1" name="矩形 40">
            <a:extLst>
              <a:ext uri="{FF2B5EF4-FFF2-40B4-BE49-F238E27FC236}">
                <a16:creationId xmlns:a16="http://schemas.microsoft.com/office/drawing/2014/main" xmlns="" id="{3477C042-B1BD-48D4-85F2-5FE0B78042AB}"/>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a:extLst>
              <a:ext uri="{FF2B5EF4-FFF2-40B4-BE49-F238E27FC236}">
                <a16:creationId xmlns:a16="http://schemas.microsoft.com/office/drawing/2014/main" xmlns="" id="{F36B6C04-F20E-427A-AD50-52EE7EA559F6}"/>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3" name="矩形 42">
            <a:extLst>
              <a:ext uri="{FF2B5EF4-FFF2-40B4-BE49-F238E27FC236}">
                <a16:creationId xmlns:a16="http://schemas.microsoft.com/office/drawing/2014/main" xmlns="" id="{280FDF22-233C-45CE-BDEB-A6D0046D1CC6}"/>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4" name="矩形 43">
            <a:extLst>
              <a:ext uri="{FF2B5EF4-FFF2-40B4-BE49-F238E27FC236}">
                <a16:creationId xmlns:a16="http://schemas.microsoft.com/office/drawing/2014/main" xmlns="" id="{8085EEDE-5855-4CC0-97C0-186D7019FE08}"/>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45" name="直接连接符 58">
            <a:extLst>
              <a:ext uri="{FF2B5EF4-FFF2-40B4-BE49-F238E27FC236}">
                <a16:creationId xmlns:a16="http://schemas.microsoft.com/office/drawing/2014/main" xmlns="" id="{467D7422-BE6A-4325-85FD-3CFC501A25C8}"/>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7283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1274"/>
                                        </p:tgtEl>
                                        <p:attrNameLst>
                                          <p:attrName>style.visibility</p:attrName>
                                        </p:attrNameLst>
                                      </p:cBhvr>
                                      <p:to>
                                        <p:strVal val="visible"/>
                                      </p:to>
                                    </p:set>
                                    <p:animEffect transition="in" filter="box(in)">
                                      <p:cBhvr>
                                        <p:cTn id="12" dur="500"/>
                                        <p:tgtEl>
                                          <p:spTgt spid="11274"/>
                                        </p:tgtEl>
                                      </p:cBhvr>
                                    </p:animEffect>
                                  </p:childTnLst>
                                </p:cTn>
                              </p:par>
                            </p:childTnLst>
                          </p:cTn>
                        </p:par>
                        <p:par>
                          <p:cTn id="13" fill="hold">
                            <p:stCondLst>
                              <p:cond delay="500"/>
                            </p:stCondLst>
                            <p:childTnLst>
                              <p:par>
                                <p:cTn id="14" presetID="4" presetClass="entr" presetSubtype="16" fill="hold" grpId="0" nodeType="afterEffect">
                                  <p:stCondLst>
                                    <p:cond delay="0"/>
                                  </p:stCondLst>
                                  <p:childTnLst>
                                    <p:set>
                                      <p:cBhvr>
                                        <p:cTn id="15" dur="1" fill="hold">
                                          <p:stCondLst>
                                            <p:cond delay="0"/>
                                          </p:stCondLst>
                                        </p:cTn>
                                        <p:tgtEl>
                                          <p:spTgt spid="11286"/>
                                        </p:tgtEl>
                                        <p:attrNameLst>
                                          <p:attrName>style.visibility</p:attrName>
                                        </p:attrNameLst>
                                      </p:cBhvr>
                                      <p:to>
                                        <p:strVal val="visible"/>
                                      </p:to>
                                    </p:set>
                                    <p:animEffect transition="in" filter="box(in)">
                                      <p:cBhvr>
                                        <p:cTn id="16" dur="500"/>
                                        <p:tgtEl>
                                          <p:spTgt spid="11286"/>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1279"/>
                                        </p:tgtEl>
                                        <p:attrNameLst>
                                          <p:attrName>style.visibility</p:attrName>
                                        </p:attrNameLst>
                                      </p:cBhvr>
                                      <p:to>
                                        <p:strVal val="visible"/>
                                      </p:to>
                                    </p:set>
                                    <p:animEffect transition="in" filter="box(in)">
                                      <p:cBhvr>
                                        <p:cTn id="21" dur="500"/>
                                        <p:tgtEl>
                                          <p:spTgt spid="11279"/>
                                        </p:tgtEl>
                                      </p:cBhvr>
                                    </p:animEffect>
                                  </p:childTnLst>
                                </p:cTn>
                              </p:par>
                            </p:childTnLst>
                          </p:cTn>
                        </p:par>
                        <p:par>
                          <p:cTn id="22" fill="hold">
                            <p:stCondLst>
                              <p:cond delay="500"/>
                            </p:stCondLst>
                            <p:childTnLst>
                              <p:par>
                                <p:cTn id="23" presetID="4" presetClass="entr" presetSubtype="16" fill="hold" grpId="0" nodeType="afterEffect">
                                  <p:stCondLst>
                                    <p:cond delay="0"/>
                                  </p:stCondLst>
                                  <p:childTnLst>
                                    <p:set>
                                      <p:cBhvr>
                                        <p:cTn id="24" dur="1" fill="hold">
                                          <p:stCondLst>
                                            <p:cond delay="0"/>
                                          </p:stCondLst>
                                        </p:cTn>
                                        <p:tgtEl>
                                          <p:spTgt spid="11288"/>
                                        </p:tgtEl>
                                        <p:attrNameLst>
                                          <p:attrName>style.visibility</p:attrName>
                                        </p:attrNameLst>
                                      </p:cBhvr>
                                      <p:to>
                                        <p:strVal val="visible"/>
                                      </p:to>
                                    </p:set>
                                    <p:animEffect transition="in" filter="box(in)">
                                      <p:cBhvr>
                                        <p:cTn id="25" dur="500"/>
                                        <p:tgtEl>
                                          <p:spTgt spid="11288"/>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11275"/>
                                        </p:tgtEl>
                                        <p:attrNameLst>
                                          <p:attrName>style.visibility</p:attrName>
                                        </p:attrNameLst>
                                      </p:cBhvr>
                                      <p:to>
                                        <p:strVal val="visible"/>
                                      </p:to>
                                    </p:set>
                                    <p:animEffect transition="in" filter="box(in)">
                                      <p:cBhvr>
                                        <p:cTn id="30" dur="500"/>
                                        <p:tgtEl>
                                          <p:spTgt spid="11275"/>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1282"/>
                                        </p:tgtEl>
                                        <p:attrNameLst>
                                          <p:attrName>style.visibility</p:attrName>
                                        </p:attrNameLst>
                                      </p:cBhvr>
                                      <p:to>
                                        <p:strVal val="visible"/>
                                      </p:to>
                                    </p:set>
                                    <p:animEffect transition="in" filter="box(in)">
                                      <p:cBhvr>
                                        <p:cTn id="35" dur="500"/>
                                        <p:tgtEl>
                                          <p:spTgt spid="11282"/>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11280"/>
                                        </p:tgtEl>
                                        <p:attrNameLst>
                                          <p:attrName>style.visibility</p:attrName>
                                        </p:attrNameLst>
                                      </p:cBhvr>
                                      <p:to>
                                        <p:strVal val="visible"/>
                                      </p:to>
                                    </p:set>
                                    <p:animEffect transition="in" filter="box(in)">
                                      <p:cBhvr>
                                        <p:cTn id="40" dur="500"/>
                                        <p:tgtEl>
                                          <p:spTgt spid="11280"/>
                                        </p:tgtEl>
                                      </p:cBhvr>
                                    </p:animEffect>
                                  </p:childTnLst>
                                </p:cTn>
                              </p:par>
                            </p:childTnLst>
                          </p:cTn>
                        </p:par>
                        <p:par>
                          <p:cTn id="41" fill="hold">
                            <p:stCondLst>
                              <p:cond delay="500"/>
                            </p:stCondLst>
                            <p:childTnLst>
                              <p:par>
                                <p:cTn id="42" presetID="4" presetClass="entr" presetSubtype="16" fill="hold" grpId="0" nodeType="afterEffect">
                                  <p:stCondLst>
                                    <p:cond delay="0"/>
                                  </p:stCondLst>
                                  <p:childTnLst>
                                    <p:set>
                                      <p:cBhvr>
                                        <p:cTn id="43" dur="1" fill="hold">
                                          <p:stCondLst>
                                            <p:cond delay="0"/>
                                          </p:stCondLst>
                                        </p:cTn>
                                        <p:tgtEl>
                                          <p:spTgt spid="11281"/>
                                        </p:tgtEl>
                                        <p:attrNameLst>
                                          <p:attrName>style.visibility</p:attrName>
                                        </p:attrNameLst>
                                      </p:cBhvr>
                                      <p:to>
                                        <p:strVal val="visible"/>
                                      </p:to>
                                    </p:set>
                                    <p:animEffect transition="in" filter="box(in)">
                                      <p:cBhvr>
                                        <p:cTn id="44" dur="500"/>
                                        <p:tgtEl>
                                          <p:spTgt spid="11281"/>
                                        </p:tgtEl>
                                      </p:cBhvr>
                                    </p:animEffect>
                                  </p:childTnLst>
                                </p:cTn>
                              </p:par>
                            </p:childTnLst>
                          </p:cTn>
                        </p:par>
                        <p:par>
                          <p:cTn id="45" fill="hold">
                            <p:stCondLst>
                              <p:cond delay="1000"/>
                            </p:stCondLst>
                            <p:childTnLst>
                              <p:par>
                                <p:cTn id="46" presetID="4" presetClass="entr" presetSubtype="16" fill="hold" grpId="0" nodeType="afterEffect">
                                  <p:stCondLst>
                                    <p:cond delay="0"/>
                                  </p:stCondLst>
                                  <p:childTnLst>
                                    <p:set>
                                      <p:cBhvr>
                                        <p:cTn id="47" dur="1" fill="hold">
                                          <p:stCondLst>
                                            <p:cond delay="0"/>
                                          </p:stCondLst>
                                        </p:cTn>
                                        <p:tgtEl>
                                          <p:spTgt spid="11287"/>
                                        </p:tgtEl>
                                        <p:attrNameLst>
                                          <p:attrName>style.visibility</p:attrName>
                                        </p:attrNameLst>
                                      </p:cBhvr>
                                      <p:to>
                                        <p:strVal val="visible"/>
                                      </p:to>
                                    </p:set>
                                    <p:animEffect transition="in" filter="box(in)">
                                      <p:cBhvr>
                                        <p:cTn id="48" dur="500"/>
                                        <p:tgtEl>
                                          <p:spTgt spid="11287"/>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grpId="0" nodeType="clickEffect">
                                  <p:stCondLst>
                                    <p:cond delay="0"/>
                                  </p:stCondLst>
                                  <p:childTnLst>
                                    <p:set>
                                      <p:cBhvr>
                                        <p:cTn id="52" dur="1" fill="hold">
                                          <p:stCondLst>
                                            <p:cond delay="0"/>
                                          </p:stCondLst>
                                        </p:cTn>
                                        <p:tgtEl>
                                          <p:spTgt spid="11276"/>
                                        </p:tgtEl>
                                        <p:attrNameLst>
                                          <p:attrName>style.visibility</p:attrName>
                                        </p:attrNameLst>
                                      </p:cBhvr>
                                      <p:to>
                                        <p:strVal val="visible"/>
                                      </p:to>
                                    </p:set>
                                    <p:animEffect transition="in" filter="box(in)">
                                      <p:cBhvr>
                                        <p:cTn id="53" dur="500"/>
                                        <p:tgtEl>
                                          <p:spTgt spid="11276"/>
                                        </p:tgtEl>
                                      </p:cBhvr>
                                    </p:animEffect>
                                  </p:childTnLst>
                                </p:cTn>
                              </p:par>
                              <p:par>
                                <p:cTn id="54" presetID="4" presetClass="entr" presetSubtype="16" fill="hold" nodeType="withEffect">
                                  <p:stCondLst>
                                    <p:cond delay="0"/>
                                  </p:stCondLst>
                                  <p:childTnLst>
                                    <p:set>
                                      <p:cBhvr>
                                        <p:cTn id="55" dur="1" fill="hold">
                                          <p:stCondLst>
                                            <p:cond delay="0"/>
                                          </p:stCondLst>
                                        </p:cTn>
                                        <p:tgtEl>
                                          <p:spTgt spid="11289"/>
                                        </p:tgtEl>
                                        <p:attrNameLst>
                                          <p:attrName>style.visibility</p:attrName>
                                        </p:attrNameLst>
                                      </p:cBhvr>
                                      <p:to>
                                        <p:strVal val="visible"/>
                                      </p:to>
                                    </p:set>
                                    <p:animEffect transition="in" filter="box(in)">
                                      <p:cBhvr>
                                        <p:cTn id="56" dur="500"/>
                                        <p:tgtEl>
                                          <p:spTgt spid="11289"/>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11277"/>
                                        </p:tgtEl>
                                        <p:attrNameLst>
                                          <p:attrName>style.visibility</p:attrName>
                                        </p:attrNameLst>
                                      </p:cBhvr>
                                      <p:to>
                                        <p:strVal val="visible"/>
                                      </p:to>
                                    </p:set>
                                    <p:animEffect transition="in" filter="box(in)">
                                      <p:cBhvr>
                                        <p:cTn id="61" dur="500"/>
                                        <p:tgtEl>
                                          <p:spTgt spid="11277"/>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nodeType="clickEffect">
                                  <p:stCondLst>
                                    <p:cond delay="0"/>
                                  </p:stCondLst>
                                  <p:childTnLst>
                                    <p:set>
                                      <p:cBhvr>
                                        <p:cTn id="65" dur="1" fill="hold">
                                          <p:stCondLst>
                                            <p:cond delay="0"/>
                                          </p:stCondLst>
                                        </p:cTn>
                                        <p:tgtEl>
                                          <p:spTgt spid="11291"/>
                                        </p:tgtEl>
                                        <p:attrNameLst>
                                          <p:attrName>style.visibility</p:attrName>
                                        </p:attrNameLst>
                                      </p:cBhvr>
                                      <p:to>
                                        <p:strVal val="visible"/>
                                      </p:to>
                                    </p:set>
                                    <p:animEffect transition="in" filter="box(in)">
                                      <p:cBhvr>
                                        <p:cTn id="66" dur="500"/>
                                        <p:tgtEl>
                                          <p:spTgt spid="11291"/>
                                        </p:tgtEl>
                                      </p:cBhvr>
                                    </p:animEffect>
                                  </p:childTnLst>
                                </p:cTn>
                              </p:par>
                            </p:childTnLst>
                          </p:cTn>
                        </p:par>
                      </p:childTnLst>
                    </p:cTn>
                  </p:par>
                  <p:par>
                    <p:cTn id="67" fill="hold">
                      <p:stCondLst>
                        <p:cond delay="indefinite"/>
                      </p:stCondLst>
                      <p:childTnLst>
                        <p:par>
                          <p:cTn id="68" fill="hold">
                            <p:stCondLst>
                              <p:cond delay="0"/>
                            </p:stCondLst>
                            <p:childTnLst>
                              <p:par>
                                <p:cTn id="69" presetID="4" presetClass="entr" presetSubtype="16" fill="hold" grpId="0" nodeType="clickEffect">
                                  <p:stCondLst>
                                    <p:cond delay="0"/>
                                  </p:stCondLst>
                                  <p:childTnLst>
                                    <p:set>
                                      <p:cBhvr>
                                        <p:cTn id="70" dur="1" fill="hold">
                                          <p:stCondLst>
                                            <p:cond delay="0"/>
                                          </p:stCondLst>
                                        </p:cTn>
                                        <p:tgtEl>
                                          <p:spTgt spid="11278"/>
                                        </p:tgtEl>
                                        <p:attrNameLst>
                                          <p:attrName>style.visibility</p:attrName>
                                        </p:attrNameLst>
                                      </p:cBhvr>
                                      <p:to>
                                        <p:strVal val="visible"/>
                                      </p:to>
                                    </p:set>
                                    <p:animEffect transition="in" filter="box(in)">
                                      <p:cBhvr>
                                        <p:cTn id="71" dur="500"/>
                                        <p:tgtEl>
                                          <p:spTgt spid="11278"/>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nodeType="clickEffect">
                                  <p:stCondLst>
                                    <p:cond delay="0"/>
                                  </p:stCondLst>
                                  <p:childTnLst>
                                    <p:set>
                                      <p:cBhvr>
                                        <p:cTn id="75" dur="1" fill="hold">
                                          <p:stCondLst>
                                            <p:cond delay="0"/>
                                          </p:stCondLst>
                                        </p:cTn>
                                        <p:tgtEl>
                                          <p:spTgt spid="11293"/>
                                        </p:tgtEl>
                                        <p:attrNameLst>
                                          <p:attrName>style.visibility</p:attrName>
                                        </p:attrNameLst>
                                      </p:cBhvr>
                                      <p:to>
                                        <p:strVal val="visible"/>
                                      </p:to>
                                    </p:set>
                                    <p:animEffect transition="in" filter="box(in)">
                                      <p:cBhvr>
                                        <p:cTn id="76" dur="500"/>
                                        <p:tgtEl>
                                          <p:spTgt spid="11293"/>
                                        </p:tgtEl>
                                      </p:cBhvr>
                                    </p:animEffect>
                                  </p:childTnLst>
                                </p:cTn>
                              </p:par>
                            </p:childTnLst>
                          </p:cTn>
                        </p:par>
                      </p:childTnLst>
                    </p:cTn>
                  </p:par>
                  <p:par>
                    <p:cTn id="77" fill="hold">
                      <p:stCondLst>
                        <p:cond delay="indefinite"/>
                      </p:stCondLst>
                      <p:childTnLst>
                        <p:par>
                          <p:cTn id="78" fill="hold">
                            <p:stCondLst>
                              <p:cond delay="0"/>
                            </p:stCondLst>
                            <p:childTnLst>
                              <p:par>
                                <p:cTn id="79" presetID="4" presetClass="entr" presetSubtype="16" fill="hold" grpId="0" nodeType="click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box(in)">
                                      <p:cBhvr>
                                        <p:cTn id="81" dur="500"/>
                                        <p:tgtEl>
                                          <p:spTgt spid="32"/>
                                        </p:tgtEl>
                                      </p:cBhvr>
                                    </p:animEffect>
                                  </p:childTnLst>
                                </p:cTn>
                              </p:par>
                            </p:childTnLst>
                          </p:cTn>
                        </p:par>
                      </p:childTnLst>
                    </p:cTn>
                  </p:par>
                  <p:par>
                    <p:cTn id="82" fill="hold">
                      <p:stCondLst>
                        <p:cond delay="indefinite"/>
                      </p:stCondLst>
                      <p:childTnLst>
                        <p:par>
                          <p:cTn id="83" fill="hold">
                            <p:stCondLst>
                              <p:cond delay="0"/>
                            </p:stCondLst>
                            <p:childTnLst>
                              <p:par>
                                <p:cTn id="84" presetID="4" presetClass="entr" presetSubtype="16" fill="hold" nodeType="clickEffect">
                                  <p:stCondLst>
                                    <p:cond delay="0"/>
                                  </p:stCondLst>
                                  <p:childTnLst>
                                    <p:set>
                                      <p:cBhvr>
                                        <p:cTn id="85" dur="1" fill="hold">
                                          <p:stCondLst>
                                            <p:cond delay="0"/>
                                          </p:stCondLst>
                                        </p:cTn>
                                        <p:tgtEl>
                                          <p:spTgt spid="328710"/>
                                        </p:tgtEl>
                                        <p:attrNameLst>
                                          <p:attrName>style.visibility</p:attrName>
                                        </p:attrNameLst>
                                      </p:cBhvr>
                                      <p:to>
                                        <p:strVal val="visible"/>
                                      </p:to>
                                    </p:set>
                                    <p:animEffect transition="in" filter="box(in)">
                                      <p:cBhvr>
                                        <p:cTn id="86" dur="500"/>
                                        <p:tgtEl>
                                          <p:spTgt spid="328710"/>
                                        </p:tgtEl>
                                      </p:cBhvr>
                                    </p:animEffect>
                                  </p:childTnLst>
                                </p:cTn>
                              </p:par>
                            </p:childTnLst>
                          </p:cTn>
                        </p:par>
                      </p:childTnLst>
                    </p:cTn>
                  </p:par>
                  <p:par>
                    <p:cTn id="87" fill="hold">
                      <p:stCondLst>
                        <p:cond delay="indefinite"/>
                      </p:stCondLst>
                      <p:childTnLst>
                        <p:par>
                          <p:cTn id="88" fill="hold">
                            <p:stCondLst>
                              <p:cond delay="0"/>
                            </p:stCondLst>
                            <p:childTnLst>
                              <p:par>
                                <p:cTn id="89" presetID="4" presetClass="entr" presetSubtype="16" fill="hold" grpId="0" nodeType="click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box(in)">
                                      <p:cBhvr>
                                        <p:cTn id="91" dur="500"/>
                                        <p:tgtEl>
                                          <p:spTgt spid="35"/>
                                        </p:tgtEl>
                                      </p:cBhvr>
                                    </p:animEffect>
                                  </p:childTnLst>
                                </p:cTn>
                              </p:par>
                            </p:childTnLst>
                          </p:cTn>
                        </p:par>
                      </p:childTnLst>
                    </p:cTn>
                  </p:par>
                  <p:par>
                    <p:cTn id="92" fill="hold">
                      <p:stCondLst>
                        <p:cond delay="indefinite"/>
                      </p:stCondLst>
                      <p:childTnLst>
                        <p:par>
                          <p:cTn id="93" fill="hold">
                            <p:stCondLst>
                              <p:cond delay="0"/>
                            </p:stCondLst>
                            <p:childTnLst>
                              <p:par>
                                <p:cTn id="94" presetID="4" presetClass="entr" presetSubtype="16" fill="hold" grpId="0" nodeType="click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box(in)">
                                      <p:cBhvr>
                                        <p:cTn id="96" dur="500"/>
                                        <p:tgtEl>
                                          <p:spTgt spid="33"/>
                                        </p:tgtEl>
                                      </p:cBhvr>
                                    </p:animEffect>
                                  </p:childTnLst>
                                </p:cTn>
                              </p:par>
                            </p:childTnLst>
                          </p:cTn>
                        </p:par>
                      </p:childTnLst>
                    </p:cTn>
                  </p:par>
                  <p:par>
                    <p:cTn id="97" fill="hold">
                      <p:stCondLst>
                        <p:cond delay="indefinite"/>
                      </p:stCondLst>
                      <p:childTnLst>
                        <p:par>
                          <p:cTn id="98" fill="hold">
                            <p:stCondLst>
                              <p:cond delay="0"/>
                            </p:stCondLst>
                            <p:childTnLst>
                              <p:par>
                                <p:cTn id="99" presetID="4" presetClass="entr" presetSubtype="16" fill="hold" nodeType="clickEffect">
                                  <p:stCondLst>
                                    <p:cond delay="0"/>
                                  </p:stCondLst>
                                  <p:childTnLst>
                                    <p:set>
                                      <p:cBhvr>
                                        <p:cTn id="100" dur="1" fill="hold">
                                          <p:stCondLst>
                                            <p:cond delay="0"/>
                                          </p:stCondLst>
                                        </p:cTn>
                                        <p:tgtEl>
                                          <p:spTgt spid="2"/>
                                        </p:tgtEl>
                                        <p:attrNameLst>
                                          <p:attrName>style.visibility</p:attrName>
                                        </p:attrNameLst>
                                      </p:cBhvr>
                                      <p:to>
                                        <p:strVal val="visible"/>
                                      </p:to>
                                    </p:set>
                                    <p:animEffect transition="in" filter="box(in)">
                                      <p:cBhvr>
                                        <p:cTn id="101" dur="500"/>
                                        <p:tgtEl>
                                          <p:spTgt spid="2"/>
                                        </p:tgtEl>
                                      </p:cBhvr>
                                    </p:animEffect>
                                  </p:childTnLst>
                                </p:cTn>
                              </p:par>
                            </p:childTnLst>
                          </p:cTn>
                        </p:par>
                      </p:childTnLst>
                    </p:cTn>
                  </p:par>
                  <p:par>
                    <p:cTn id="102" fill="hold">
                      <p:stCondLst>
                        <p:cond delay="indefinite"/>
                      </p:stCondLst>
                      <p:childTnLst>
                        <p:par>
                          <p:cTn id="103" fill="hold">
                            <p:stCondLst>
                              <p:cond delay="0"/>
                            </p:stCondLst>
                            <p:childTnLst>
                              <p:par>
                                <p:cTn id="104" presetID="4" presetClass="entr" presetSubtype="16" fill="hold" grpId="0" nodeType="click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box(in)">
                                      <p:cBhvr>
                                        <p:cTn id="106" dur="500"/>
                                        <p:tgtEl>
                                          <p:spTgt spid="34"/>
                                        </p:tgtEl>
                                      </p:cBhvr>
                                    </p:animEffect>
                                  </p:childTnLst>
                                </p:cTn>
                              </p:par>
                            </p:childTnLst>
                          </p:cTn>
                        </p:par>
                      </p:childTnLst>
                    </p:cTn>
                  </p:par>
                  <p:par>
                    <p:cTn id="107" fill="hold">
                      <p:stCondLst>
                        <p:cond delay="indefinite"/>
                      </p:stCondLst>
                      <p:childTnLst>
                        <p:par>
                          <p:cTn id="108" fill="hold">
                            <p:stCondLst>
                              <p:cond delay="0"/>
                            </p:stCondLst>
                            <p:childTnLst>
                              <p:par>
                                <p:cTn id="109" presetID="4" presetClass="entr" presetSubtype="16" fill="hold" nodeType="clickEffect">
                                  <p:stCondLst>
                                    <p:cond delay="0"/>
                                  </p:stCondLst>
                                  <p:childTnLst>
                                    <p:set>
                                      <p:cBhvr>
                                        <p:cTn id="110" dur="1" fill="hold">
                                          <p:stCondLst>
                                            <p:cond delay="0"/>
                                          </p:stCondLst>
                                        </p:cTn>
                                        <p:tgtEl>
                                          <p:spTgt spid="111619"/>
                                        </p:tgtEl>
                                        <p:attrNameLst>
                                          <p:attrName>style.visibility</p:attrName>
                                        </p:attrNameLst>
                                      </p:cBhvr>
                                      <p:to>
                                        <p:strVal val="visible"/>
                                      </p:to>
                                    </p:set>
                                    <p:animEffect transition="in" filter="box(in)">
                                      <p:cBhvr>
                                        <p:cTn id="111" dur="500"/>
                                        <p:tgtEl>
                                          <p:spTgt spid="111619"/>
                                        </p:tgtEl>
                                      </p:cBhvr>
                                    </p:animEffect>
                                  </p:childTnLst>
                                </p:cTn>
                              </p:par>
                            </p:childTnLst>
                          </p:cTn>
                        </p:par>
                      </p:childTnLst>
                    </p:cTn>
                  </p:par>
                  <p:par>
                    <p:cTn id="112" fill="hold">
                      <p:stCondLst>
                        <p:cond delay="indefinite"/>
                      </p:stCondLst>
                      <p:childTnLst>
                        <p:par>
                          <p:cTn id="113" fill="hold">
                            <p:stCondLst>
                              <p:cond delay="0"/>
                            </p:stCondLst>
                            <p:childTnLst>
                              <p:par>
                                <p:cTn id="114" presetID="21" presetClass="entr" presetSubtype="1" fill="hold" grpId="0" nodeType="clickEffect">
                                  <p:stCondLst>
                                    <p:cond delay="0"/>
                                  </p:stCondLst>
                                  <p:childTnLst>
                                    <p:set>
                                      <p:cBhvr>
                                        <p:cTn id="115" dur="1" fill="hold">
                                          <p:stCondLst>
                                            <p:cond delay="0"/>
                                          </p:stCondLst>
                                        </p:cTn>
                                        <p:tgtEl>
                                          <p:spTgt spid="4"/>
                                        </p:tgtEl>
                                        <p:attrNameLst>
                                          <p:attrName>style.visibility</p:attrName>
                                        </p:attrNameLst>
                                      </p:cBhvr>
                                      <p:to>
                                        <p:strVal val="visible"/>
                                      </p:to>
                                    </p:set>
                                    <p:animEffect transition="in" filter="wheel(1)">
                                      <p:cBhvr>
                                        <p:cTn id="116" dur="2000"/>
                                        <p:tgtEl>
                                          <p:spTgt spid="4"/>
                                        </p:tgtEl>
                                      </p:cBhvr>
                                    </p:animEffect>
                                  </p:childTnLst>
                                </p:cTn>
                              </p:par>
                            </p:childTnLst>
                          </p:cTn>
                        </p:par>
                      </p:childTnLst>
                    </p:cTn>
                  </p:par>
                  <p:par>
                    <p:cTn id="117" fill="hold">
                      <p:stCondLst>
                        <p:cond delay="indefinite"/>
                      </p:stCondLst>
                      <p:childTnLst>
                        <p:par>
                          <p:cTn id="118" fill="hold">
                            <p:stCondLst>
                              <p:cond delay="0"/>
                            </p:stCondLst>
                            <p:childTnLst>
                              <p:par>
                                <p:cTn id="119" presetID="4" presetClass="entr" presetSubtype="16" fill="hold" grpId="0" nodeType="clickEffect">
                                  <p:stCondLst>
                                    <p:cond delay="0"/>
                                  </p:stCondLst>
                                  <p:childTnLst>
                                    <p:set>
                                      <p:cBhvr>
                                        <p:cTn id="120" dur="1" fill="hold">
                                          <p:stCondLst>
                                            <p:cond delay="0"/>
                                          </p:stCondLst>
                                        </p:cTn>
                                        <p:tgtEl>
                                          <p:spTgt spid="38"/>
                                        </p:tgtEl>
                                        <p:attrNameLst>
                                          <p:attrName>style.visibility</p:attrName>
                                        </p:attrNameLst>
                                      </p:cBhvr>
                                      <p:to>
                                        <p:strVal val="visible"/>
                                      </p:to>
                                    </p:set>
                                    <p:animEffect transition="in" filter="box(in)">
                                      <p:cBhvr>
                                        <p:cTn id="12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274" grpId="0" animBg="1" autoUpdateAnimBg="0"/>
      <p:bldP spid="11275" grpId="0" animBg="1" autoUpdateAnimBg="0"/>
      <p:bldP spid="11276" grpId="0" animBg="1"/>
      <p:bldP spid="11277" grpId="0" animBg="1"/>
      <p:bldP spid="11278" grpId="0" animBg="1"/>
      <p:bldP spid="11279" grpId="0" animBg="1"/>
      <p:bldP spid="11280" grpId="0" animBg="1"/>
      <p:bldP spid="11281" grpId="0" animBg="1"/>
      <p:bldP spid="11282" grpId="0" animBg="1"/>
      <p:bldP spid="11286" grpId="0" animBg="1" autoUpdateAnimBg="0"/>
      <p:bldP spid="11287" grpId="0" animBg="1" autoUpdateAnimBg="0"/>
      <p:bldP spid="11288" grpId="0" animBg="1" autoUpdateAnimBg="0"/>
      <p:bldP spid="32" grpId="0"/>
      <p:bldP spid="33" grpId="0"/>
      <p:bldP spid="34" grpId="0"/>
      <p:bldP spid="35" grpId="0"/>
      <p:bldP spid="38" grpId="0" animBg="1"/>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8" name="Rectangle 3"/>
          <p:cNvSpPr>
            <a:spLocks noChangeArrowheads="1"/>
          </p:cNvSpPr>
          <p:nvPr/>
        </p:nvSpPr>
        <p:spPr bwMode="auto">
          <a:xfrm>
            <a:off x="7602538" y="2580958"/>
            <a:ext cx="2736850" cy="711200"/>
          </a:xfrm>
          <a:prstGeom prst="rect">
            <a:avLst/>
          </a:prstGeom>
          <a:noFill/>
          <a:ln w="9525">
            <a:noFill/>
            <a:miter lim="800000"/>
            <a:headEnd/>
            <a:tailEnd/>
          </a:ln>
        </p:spPr>
        <p:txBody>
          <a:bodyPr>
            <a:spAutoFit/>
          </a:bodyPr>
          <a:lstStyle/>
          <a:p>
            <a:pPr algn="ctr" defTabSz="914400"/>
            <a:r>
              <a:rPr lang="zh-CN" altLang="en-US" sz="4000" b="1">
                <a:latin typeface="微软雅黑" pitchFamily="34" charset="-122"/>
                <a:ea typeface="微软雅黑" pitchFamily="34" charset="-122"/>
              </a:rPr>
              <a:t>本征吸收</a:t>
            </a:r>
          </a:p>
        </p:txBody>
      </p:sp>
      <p:sp>
        <p:nvSpPr>
          <p:cNvPr id="40971" name="Rectangle 6"/>
          <p:cNvSpPr>
            <a:spLocks noChangeArrowheads="1"/>
          </p:cNvSpPr>
          <p:nvPr/>
        </p:nvSpPr>
        <p:spPr bwMode="auto">
          <a:xfrm>
            <a:off x="2438400" y="3336608"/>
            <a:ext cx="4556760" cy="1473200"/>
          </a:xfrm>
          <a:prstGeom prst="rect">
            <a:avLst/>
          </a:prstGeom>
          <a:noFill/>
          <a:ln w="9525">
            <a:noFill/>
            <a:miter lim="800000"/>
            <a:headEnd/>
            <a:tailEnd/>
          </a:ln>
        </p:spPr>
        <p:txBody>
          <a:bodyPr anchor="ctr"/>
          <a:lstStyle/>
          <a:p>
            <a:pPr algn="ctr" defTabSz="914400"/>
            <a:r>
              <a:rPr lang="zh-CN" altLang="en-US" sz="4000" b="1" dirty="0">
                <a:latin typeface="微软雅黑" pitchFamily="34" charset="-122"/>
                <a:ea typeface="微软雅黑" pitchFamily="34" charset="-122"/>
              </a:rPr>
              <a:t>半导体对光的吸收</a:t>
            </a:r>
          </a:p>
        </p:txBody>
      </p:sp>
      <p:sp>
        <p:nvSpPr>
          <p:cNvPr id="40972" name="Rectangle 7"/>
          <p:cNvSpPr>
            <a:spLocks noChangeArrowheads="1"/>
          </p:cNvSpPr>
          <p:nvPr/>
        </p:nvSpPr>
        <p:spPr bwMode="auto">
          <a:xfrm>
            <a:off x="7691438" y="4714558"/>
            <a:ext cx="2741612" cy="711200"/>
          </a:xfrm>
          <a:prstGeom prst="rect">
            <a:avLst/>
          </a:prstGeom>
          <a:noFill/>
          <a:ln w="9525">
            <a:noFill/>
            <a:miter lim="800000"/>
            <a:headEnd/>
            <a:tailEnd/>
          </a:ln>
        </p:spPr>
        <p:txBody>
          <a:bodyPr wrap="none">
            <a:spAutoFit/>
          </a:bodyPr>
          <a:lstStyle/>
          <a:p>
            <a:pPr algn="ctr" defTabSz="914400"/>
            <a:r>
              <a:rPr lang="zh-CN" altLang="en-US" sz="4000" b="1">
                <a:latin typeface="微软雅黑" pitchFamily="34" charset="-122"/>
                <a:ea typeface="微软雅黑" pitchFamily="34" charset="-122"/>
              </a:rPr>
              <a:t>非本征吸收</a:t>
            </a:r>
          </a:p>
        </p:txBody>
      </p:sp>
      <p:sp>
        <p:nvSpPr>
          <p:cNvPr id="40973" name="左大括号 13"/>
          <p:cNvSpPr>
            <a:spLocks/>
          </p:cNvSpPr>
          <p:nvPr/>
        </p:nvSpPr>
        <p:spPr bwMode="auto">
          <a:xfrm>
            <a:off x="6891338" y="2847658"/>
            <a:ext cx="622300" cy="2578100"/>
          </a:xfrm>
          <a:prstGeom prst="leftBrace">
            <a:avLst>
              <a:gd name="adj1" fmla="val 8324"/>
              <a:gd name="adj2" fmla="val 50000"/>
            </a:avLst>
          </a:prstGeom>
          <a:noFill/>
          <a:ln w="25400" algn="ctr">
            <a:solidFill>
              <a:schemeClr val="tx1"/>
            </a:solidFill>
            <a:round/>
            <a:headEnd/>
            <a:tailEnd/>
          </a:ln>
        </p:spPr>
        <p:txBody>
          <a:bodyPr/>
          <a:lstStyle/>
          <a:p>
            <a:pPr defTabSz="914400"/>
            <a:endParaRPr lang="zh-CN" altLang="en-US" sz="2800" b="1">
              <a:latin typeface="微软雅黑" pitchFamily="34" charset="-122"/>
              <a:ea typeface="微软雅黑" pitchFamily="34" charset="-122"/>
            </a:endParaRPr>
          </a:p>
        </p:txBody>
      </p:sp>
      <p:sp>
        <p:nvSpPr>
          <p:cNvPr id="12" name="文本框 60">
            <a:extLst>
              <a:ext uri="{FF2B5EF4-FFF2-40B4-BE49-F238E27FC236}">
                <a16:creationId xmlns:a16="http://schemas.microsoft.com/office/drawing/2014/main" xmlns="" id="{2796D8AC-F171-4325-98BC-96A80FCA362C}"/>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半导体的光吸收效应</a:t>
            </a:r>
          </a:p>
        </p:txBody>
      </p:sp>
      <p:sp>
        <p:nvSpPr>
          <p:cNvPr id="13" name="矩形 12">
            <a:extLst>
              <a:ext uri="{FF2B5EF4-FFF2-40B4-BE49-F238E27FC236}">
                <a16:creationId xmlns:a16="http://schemas.microsoft.com/office/drawing/2014/main" xmlns="" id="{53685429-E739-4DBD-A3CE-BD1EA020A5B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49ACBB6A-65BE-49D8-AE56-65D4C6896808}"/>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xmlns="" id="{DDC92F6C-24F3-45AA-B190-EF26EA14E784}"/>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xmlns="" id="{D5694493-F561-46F1-A51F-27A161FF38B1}"/>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a16="http://schemas.microsoft.com/office/drawing/2014/main" xmlns="" id="{42AE7117-4F2E-4B55-8263-2198752231E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19" name="直接连接符 58">
            <a:extLst>
              <a:ext uri="{FF2B5EF4-FFF2-40B4-BE49-F238E27FC236}">
                <a16:creationId xmlns:a16="http://schemas.microsoft.com/office/drawing/2014/main" xmlns="" id="{ED8B6B49-6A2C-4C95-A116-53D5299D5C30}"/>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3040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2" name="Rectangle 3"/>
          <p:cNvSpPr>
            <a:spLocks noChangeArrowheads="1"/>
          </p:cNvSpPr>
          <p:nvPr/>
        </p:nvSpPr>
        <p:spPr bwMode="auto">
          <a:xfrm>
            <a:off x="4701784" y="964700"/>
            <a:ext cx="3787140" cy="707886"/>
          </a:xfrm>
          <a:prstGeom prst="rect">
            <a:avLst/>
          </a:prstGeom>
          <a:noFill/>
          <a:ln w="9525">
            <a:noFill/>
            <a:miter lim="800000"/>
            <a:headEnd/>
            <a:tailEnd/>
          </a:ln>
        </p:spPr>
        <p:txBody>
          <a:bodyPr wrap="square">
            <a:spAutoFit/>
          </a:bodyPr>
          <a:lstStyle/>
          <a:p>
            <a:pPr algn="ctr" defTabSz="914400"/>
            <a:r>
              <a:rPr lang="en-US" altLang="zh-CN" sz="4000" b="1" dirty="0">
                <a:solidFill>
                  <a:srgbClr val="0000CC"/>
                </a:solidFill>
                <a:latin typeface="微软雅黑" panose="020B0503020204020204" pitchFamily="34" charset="-122"/>
                <a:ea typeface="微软雅黑" panose="020B0503020204020204" pitchFamily="34" charset="-122"/>
                <a:cs typeface="Times New Roman" pitchFamily="18" charset="0"/>
              </a:rPr>
              <a:t>2.</a:t>
            </a:r>
            <a:r>
              <a:rPr lang="zh-CN" altLang="en-US" sz="4000" b="1" dirty="0">
                <a:solidFill>
                  <a:srgbClr val="0000CC"/>
                </a:solidFill>
                <a:latin typeface="微软雅黑" panose="020B0503020204020204" pitchFamily="34" charset="-122"/>
                <a:ea typeface="微软雅黑" panose="020B0503020204020204" pitchFamily="34" charset="-122"/>
                <a:cs typeface="Times New Roman" pitchFamily="18" charset="0"/>
              </a:rPr>
              <a:t>本征吸收</a:t>
            </a:r>
          </a:p>
        </p:txBody>
      </p:sp>
      <p:sp>
        <p:nvSpPr>
          <p:cNvPr id="3" name="矩形 2"/>
          <p:cNvSpPr/>
          <p:nvPr/>
        </p:nvSpPr>
        <p:spPr>
          <a:xfrm>
            <a:off x="9224963" y="5672138"/>
            <a:ext cx="2711450" cy="1111250"/>
          </a:xfrm>
          <a:prstGeom prst="rect">
            <a:avLst/>
          </a:prstGeom>
          <a:solidFill>
            <a:schemeClr val="bg1"/>
          </a:solid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latin typeface="微软雅黑" pitchFamily="34" charset="-122"/>
              <a:ea typeface="微软雅黑" pitchFamily="34" charset="-122"/>
            </a:endParaRPr>
          </a:p>
        </p:txBody>
      </p:sp>
      <p:sp>
        <p:nvSpPr>
          <p:cNvPr id="4" name="矩形 3"/>
          <p:cNvSpPr/>
          <p:nvPr/>
        </p:nvSpPr>
        <p:spPr>
          <a:xfrm>
            <a:off x="9220200" y="3760788"/>
            <a:ext cx="2711450" cy="1111250"/>
          </a:xfrm>
          <a:prstGeom prst="rect">
            <a:avLst/>
          </a:prstGeom>
          <a:solidFill>
            <a:schemeClr val="accent6">
              <a:lumMod val="60000"/>
              <a:lumOff val="40000"/>
            </a:schemeClr>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800" b="1">
              <a:latin typeface="微软雅黑" pitchFamily="34" charset="-122"/>
              <a:ea typeface="微软雅黑" pitchFamily="34" charset="-122"/>
            </a:endParaRPr>
          </a:p>
        </p:txBody>
      </p:sp>
      <p:sp>
        <p:nvSpPr>
          <p:cNvPr id="41995" name="Oval 259"/>
          <p:cNvSpPr>
            <a:spLocks noChangeArrowheads="1"/>
          </p:cNvSpPr>
          <p:nvPr/>
        </p:nvSpPr>
        <p:spPr bwMode="auto">
          <a:xfrm rot="5400000" flipH="1" flipV="1">
            <a:off x="9314657" y="577929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2" name="Oval 259"/>
          <p:cNvSpPr>
            <a:spLocks noChangeArrowheads="1"/>
          </p:cNvSpPr>
          <p:nvPr/>
        </p:nvSpPr>
        <p:spPr bwMode="auto">
          <a:xfrm rot="5400000" flipH="1" flipV="1">
            <a:off x="9532143" y="5777707"/>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1997" name="Oval 259"/>
          <p:cNvSpPr>
            <a:spLocks noChangeArrowheads="1"/>
          </p:cNvSpPr>
          <p:nvPr/>
        </p:nvSpPr>
        <p:spPr bwMode="auto">
          <a:xfrm rot="5400000" flipH="1" flipV="1">
            <a:off x="9759950" y="5780088"/>
            <a:ext cx="85725"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1998" name="Oval 259"/>
          <p:cNvSpPr>
            <a:spLocks noChangeArrowheads="1"/>
          </p:cNvSpPr>
          <p:nvPr/>
        </p:nvSpPr>
        <p:spPr bwMode="auto">
          <a:xfrm rot="5400000" flipH="1" flipV="1">
            <a:off x="9981406" y="5777707"/>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1999" name="Oval 259"/>
          <p:cNvSpPr>
            <a:spLocks noChangeArrowheads="1"/>
          </p:cNvSpPr>
          <p:nvPr/>
        </p:nvSpPr>
        <p:spPr bwMode="auto">
          <a:xfrm rot="5400000" flipH="1" flipV="1">
            <a:off x="10208419" y="5776119"/>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00" name="Oval 259"/>
          <p:cNvSpPr>
            <a:spLocks noChangeArrowheads="1"/>
          </p:cNvSpPr>
          <p:nvPr/>
        </p:nvSpPr>
        <p:spPr bwMode="auto">
          <a:xfrm rot="5400000" flipH="1" flipV="1">
            <a:off x="10425907" y="577929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01" name="Oval 259"/>
          <p:cNvSpPr>
            <a:spLocks noChangeArrowheads="1"/>
          </p:cNvSpPr>
          <p:nvPr/>
        </p:nvSpPr>
        <p:spPr bwMode="auto">
          <a:xfrm rot="5400000" flipH="1" flipV="1">
            <a:off x="10648157" y="577929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02" name="Oval 259"/>
          <p:cNvSpPr>
            <a:spLocks noChangeArrowheads="1"/>
          </p:cNvSpPr>
          <p:nvPr/>
        </p:nvSpPr>
        <p:spPr bwMode="auto">
          <a:xfrm rot="5400000" flipH="1" flipV="1">
            <a:off x="10870407" y="5782469"/>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03" name="Oval 259"/>
          <p:cNvSpPr>
            <a:spLocks noChangeArrowheads="1"/>
          </p:cNvSpPr>
          <p:nvPr/>
        </p:nvSpPr>
        <p:spPr bwMode="auto">
          <a:xfrm rot="5400000" flipH="1" flipV="1">
            <a:off x="11092657" y="578564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04" name="Oval 259"/>
          <p:cNvSpPr>
            <a:spLocks noChangeArrowheads="1"/>
          </p:cNvSpPr>
          <p:nvPr/>
        </p:nvSpPr>
        <p:spPr bwMode="auto">
          <a:xfrm rot="5400000" flipH="1" flipV="1">
            <a:off x="11314907" y="578564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05" name="Oval 259"/>
          <p:cNvSpPr>
            <a:spLocks noChangeArrowheads="1"/>
          </p:cNvSpPr>
          <p:nvPr/>
        </p:nvSpPr>
        <p:spPr bwMode="auto">
          <a:xfrm rot="5400000" flipH="1" flipV="1">
            <a:off x="11537157" y="578564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06" name="Oval 259"/>
          <p:cNvSpPr>
            <a:spLocks noChangeArrowheads="1"/>
          </p:cNvSpPr>
          <p:nvPr/>
        </p:nvSpPr>
        <p:spPr bwMode="auto">
          <a:xfrm rot="5400000" flipH="1" flipV="1">
            <a:off x="11714957" y="578564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nvGrpSpPr>
          <p:cNvPr id="42007" name="组合 371"/>
          <p:cNvGrpSpPr>
            <a:grpSpLocks/>
          </p:cNvGrpSpPr>
          <p:nvPr/>
        </p:nvGrpSpPr>
        <p:grpSpPr bwMode="auto">
          <a:xfrm>
            <a:off x="9313863" y="5894388"/>
            <a:ext cx="2489200" cy="96837"/>
            <a:chOff x="349251" y="4200310"/>
            <a:chExt cx="2489204" cy="96678"/>
          </a:xfrm>
        </p:grpSpPr>
        <p:sp>
          <p:nvSpPr>
            <p:cNvPr id="42008"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09"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0"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1"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2"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3"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4"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5"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6"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7"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8"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19"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grpSp>
        <p:nvGrpSpPr>
          <p:cNvPr id="42020" name="组合 384"/>
          <p:cNvGrpSpPr>
            <a:grpSpLocks/>
          </p:cNvGrpSpPr>
          <p:nvPr/>
        </p:nvGrpSpPr>
        <p:grpSpPr bwMode="auto">
          <a:xfrm>
            <a:off x="9313863" y="6019800"/>
            <a:ext cx="2489200" cy="96838"/>
            <a:chOff x="349251" y="4200310"/>
            <a:chExt cx="2489204" cy="96678"/>
          </a:xfrm>
        </p:grpSpPr>
        <p:sp>
          <p:nvSpPr>
            <p:cNvPr id="42021"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22"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23"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24"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25"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26"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27"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28"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29"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30"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31"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32"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sp>
        <p:nvSpPr>
          <p:cNvPr id="42033" name="Oval 259"/>
          <p:cNvSpPr>
            <a:spLocks noChangeArrowheads="1"/>
          </p:cNvSpPr>
          <p:nvPr/>
        </p:nvSpPr>
        <p:spPr bwMode="auto">
          <a:xfrm rot="5400000" flipH="1" flipV="1">
            <a:off x="9314656" y="6155532"/>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34" name="Oval 259"/>
          <p:cNvSpPr>
            <a:spLocks noChangeArrowheads="1"/>
          </p:cNvSpPr>
          <p:nvPr/>
        </p:nvSpPr>
        <p:spPr bwMode="auto">
          <a:xfrm rot="5400000" flipH="1" flipV="1">
            <a:off x="9532144" y="615394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35" name="Oval 259"/>
          <p:cNvSpPr>
            <a:spLocks noChangeArrowheads="1"/>
          </p:cNvSpPr>
          <p:nvPr/>
        </p:nvSpPr>
        <p:spPr bwMode="auto">
          <a:xfrm rot="5400000" flipH="1" flipV="1">
            <a:off x="9759950" y="6156326"/>
            <a:ext cx="85725"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36" name="Oval 259"/>
          <p:cNvSpPr>
            <a:spLocks noChangeArrowheads="1"/>
          </p:cNvSpPr>
          <p:nvPr/>
        </p:nvSpPr>
        <p:spPr bwMode="auto">
          <a:xfrm rot="5400000" flipH="1" flipV="1">
            <a:off x="9981407" y="615394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9" name="Oval 259"/>
          <p:cNvSpPr>
            <a:spLocks noChangeArrowheads="1"/>
          </p:cNvSpPr>
          <p:nvPr/>
        </p:nvSpPr>
        <p:spPr bwMode="auto">
          <a:xfrm rot="5400000" flipH="1" flipV="1">
            <a:off x="10208418" y="6152357"/>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38" name="Oval 259"/>
          <p:cNvSpPr>
            <a:spLocks noChangeArrowheads="1"/>
          </p:cNvSpPr>
          <p:nvPr/>
        </p:nvSpPr>
        <p:spPr bwMode="auto">
          <a:xfrm rot="5400000" flipH="1" flipV="1">
            <a:off x="10425906" y="6155532"/>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39" name="Oval 259"/>
          <p:cNvSpPr>
            <a:spLocks noChangeArrowheads="1"/>
          </p:cNvSpPr>
          <p:nvPr/>
        </p:nvSpPr>
        <p:spPr bwMode="auto">
          <a:xfrm rot="5400000" flipH="1" flipV="1">
            <a:off x="10648156" y="6155532"/>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40" name="Oval 259"/>
          <p:cNvSpPr>
            <a:spLocks noChangeArrowheads="1"/>
          </p:cNvSpPr>
          <p:nvPr/>
        </p:nvSpPr>
        <p:spPr bwMode="auto">
          <a:xfrm rot="5400000" flipH="1" flipV="1">
            <a:off x="10870406" y="6158707"/>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41" name="Oval 259"/>
          <p:cNvSpPr>
            <a:spLocks noChangeArrowheads="1"/>
          </p:cNvSpPr>
          <p:nvPr/>
        </p:nvSpPr>
        <p:spPr bwMode="auto">
          <a:xfrm rot="5400000" flipH="1" flipV="1">
            <a:off x="11092656" y="6161882"/>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42" name="Oval 259"/>
          <p:cNvSpPr>
            <a:spLocks noChangeArrowheads="1"/>
          </p:cNvSpPr>
          <p:nvPr/>
        </p:nvSpPr>
        <p:spPr bwMode="auto">
          <a:xfrm rot="5400000" flipH="1" flipV="1">
            <a:off x="11314906" y="6161882"/>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43" name="Oval 259"/>
          <p:cNvSpPr>
            <a:spLocks noChangeArrowheads="1"/>
          </p:cNvSpPr>
          <p:nvPr/>
        </p:nvSpPr>
        <p:spPr bwMode="auto">
          <a:xfrm rot="5400000" flipH="1" flipV="1">
            <a:off x="11537156" y="6161882"/>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44" name="Oval 259"/>
          <p:cNvSpPr>
            <a:spLocks noChangeArrowheads="1"/>
          </p:cNvSpPr>
          <p:nvPr/>
        </p:nvSpPr>
        <p:spPr bwMode="auto">
          <a:xfrm rot="5400000" flipH="1" flipV="1">
            <a:off x="11714956" y="6161882"/>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nvGrpSpPr>
          <p:cNvPr id="42045" name="组合 410"/>
          <p:cNvGrpSpPr>
            <a:grpSpLocks/>
          </p:cNvGrpSpPr>
          <p:nvPr/>
        </p:nvGrpSpPr>
        <p:grpSpPr bwMode="auto">
          <a:xfrm>
            <a:off x="9313863" y="6286500"/>
            <a:ext cx="2489200" cy="96838"/>
            <a:chOff x="349251" y="4200310"/>
            <a:chExt cx="2489204" cy="96678"/>
          </a:xfrm>
        </p:grpSpPr>
        <p:sp>
          <p:nvSpPr>
            <p:cNvPr id="42046"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47"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48"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49"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50"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51"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52"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53"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54"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55"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56"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57"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sp>
        <p:nvSpPr>
          <p:cNvPr id="42058" name="Oval 259"/>
          <p:cNvSpPr>
            <a:spLocks noChangeArrowheads="1"/>
          </p:cNvSpPr>
          <p:nvPr/>
        </p:nvSpPr>
        <p:spPr bwMode="auto">
          <a:xfrm rot="5400000" flipH="1" flipV="1">
            <a:off x="9314657" y="6430169"/>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59" name="Oval 259"/>
          <p:cNvSpPr>
            <a:spLocks noChangeArrowheads="1"/>
          </p:cNvSpPr>
          <p:nvPr/>
        </p:nvSpPr>
        <p:spPr bwMode="auto">
          <a:xfrm rot="5400000" flipH="1" flipV="1">
            <a:off x="9532143" y="6428582"/>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60" name="Oval 259"/>
          <p:cNvSpPr>
            <a:spLocks noChangeArrowheads="1"/>
          </p:cNvSpPr>
          <p:nvPr/>
        </p:nvSpPr>
        <p:spPr bwMode="auto">
          <a:xfrm rot="5400000" flipH="1" flipV="1">
            <a:off x="9759950" y="6430963"/>
            <a:ext cx="85725"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61" name="Oval 259"/>
          <p:cNvSpPr>
            <a:spLocks noChangeArrowheads="1"/>
          </p:cNvSpPr>
          <p:nvPr/>
        </p:nvSpPr>
        <p:spPr bwMode="auto">
          <a:xfrm rot="5400000" flipH="1" flipV="1">
            <a:off x="9981406" y="6428582"/>
            <a:ext cx="87313"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62" name="Oval 259"/>
          <p:cNvSpPr>
            <a:spLocks noChangeArrowheads="1"/>
          </p:cNvSpPr>
          <p:nvPr/>
        </p:nvSpPr>
        <p:spPr bwMode="auto">
          <a:xfrm rot="5400000" flipH="1" flipV="1">
            <a:off x="10208419" y="642699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63" name="Oval 259"/>
          <p:cNvSpPr>
            <a:spLocks noChangeArrowheads="1"/>
          </p:cNvSpPr>
          <p:nvPr/>
        </p:nvSpPr>
        <p:spPr bwMode="auto">
          <a:xfrm rot="5400000" flipH="1" flipV="1">
            <a:off x="10425907" y="6430169"/>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64" name="Oval 259"/>
          <p:cNvSpPr>
            <a:spLocks noChangeArrowheads="1"/>
          </p:cNvSpPr>
          <p:nvPr/>
        </p:nvSpPr>
        <p:spPr bwMode="auto">
          <a:xfrm rot="5400000" flipH="1" flipV="1">
            <a:off x="10648157" y="6430169"/>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65" name="Oval 259"/>
          <p:cNvSpPr>
            <a:spLocks noChangeArrowheads="1"/>
          </p:cNvSpPr>
          <p:nvPr/>
        </p:nvSpPr>
        <p:spPr bwMode="auto">
          <a:xfrm rot="5400000" flipH="1" flipV="1">
            <a:off x="10870407" y="6433344"/>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66" name="Oval 259"/>
          <p:cNvSpPr>
            <a:spLocks noChangeArrowheads="1"/>
          </p:cNvSpPr>
          <p:nvPr/>
        </p:nvSpPr>
        <p:spPr bwMode="auto">
          <a:xfrm rot="5400000" flipH="1" flipV="1">
            <a:off x="11092657" y="6436519"/>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67" name="Oval 259"/>
          <p:cNvSpPr>
            <a:spLocks noChangeArrowheads="1"/>
          </p:cNvSpPr>
          <p:nvPr/>
        </p:nvSpPr>
        <p:spPr bwMode="auto">
          <a:xfrm rot="5400000" flipH="1" flipV="1">
            <a:off x="11314907" y="6436519"/>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81" name="Oval 259"/>
          <p:cNvSpPr>
            <a:spLocks noChangeArrowheads="1"/>
          </p:cNvSpPr>
          <p:nvPr/>
        </p:nvSpPr>
        <p:spPr bwMode="auto">
          <a:xfrm rot="5400000" flipH="1" flipV="1">
            <a:off x="11537157" y="6436519"/>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69" name="Oval 259"/>
          <p:cNvSpPr>
            <a:spLocks noChangeArrowheads="1"/>
          </p:cNvSpPr>
          <p:nvPr/>
        </p:nvSpPr>
        <p:spPr bwMode="auto">
          <a:xfrm rot="5400000" flipH="1" flipV="1">
            <a:off x="11714957" y="6436519"/>
            <a:ext cx="87312" cy="88900"/>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nvGrpSpPr>
          <p:cNvPr id="42070" name="组合 436"/>
          <p:cNvGrpSpPr>
            <a:grpSpLocks/>
          </p:cNvGrpSpPr>
          <p:nvPr/>
        </p:nvGrpSpPr>
        <p:grpSpPr bwMode="auto">
          <a:xfrm>
            <a:off x="9313863" y="6597650"/>
            <a:ext cx="2489200" cy="96838"/>
            <a:chOff x="349251" y="4200310"/>
            <a:chExt cx="2489204" cy="96678"/>
          </a:xfrm>
        </p:grpSpPr>
        <p:sp>
          <p:nvSpPr>
            <p:cNvPr id="42071"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72"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73"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74"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75"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76"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77"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78"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79"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80"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81"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82"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cxnSp>
        <p:nvCxnSpPr>
          <p:cNvPr id="96" name="直接箭头连接符 95"/>
          <p:cNvCxnSpPr/>
          <p:nvPr/>
        </p:nvCxnSpPr>
        <p:spPr>
          <a:xfrm rot="5400000" flipH="1" flipV="1">
            <a:off x="7253288" y="4810125"/>
            <a:ext cx="3956050" cy="0"/>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42084" name="TextBox 96"/>
          <p:cNvSpPr txBox="1">
            <a:spLocks noChangeArrowheads="1"/>
          </p:cNvSpPr>
          <p:nvPr/>
        </p:nvSpPr>
        <p:spPr bwMode="auto">
          <a:xfrm>
            <a:off x="11601450" y="5064125"/>
            <a:ext cx="400050" cy="369332"/>
          </a:xfrm>
          <a:prstGeom prst="rect">
            <a:avLst/>
          </a:prstGeom>
          <a:noFill/>
          <a:ln w="9525">
            <a:noFill/>
            <a:miter lim="800000"/>
            <a:headEnd/>
            <a:tailEnd/>
          </a:ln>
        </p:spPr>
        <p:txBody>
          <a:bodyPr lIns="0" tIns="0" rIns="0" bIns="0">
            <a:spAutoFit/>
          </a:bodyPr>
          <a:lstStyle/>
          <a:p>
            <a:pPr defTabSz="914400"/>
            <a:r>
              <a:rPr lang="en-US" altLang="zh-CN" sz="2400" b="1" dirty="0" err="1">
                <a:latin typeface="Times New Roman" panose="02020603050405020304" pitchFamily="18" charset="0"/>
                <a:ea typeface="微软雅黑" pitchFamily="34" charset="-122"/>
                <a:cs typeface="Times New Roman" panose="02020603050405020304" pitchFamily="18" charset="0"/>
              </a:rPr>
              <a:t>E</a:t>
            </a:r>
            <a:r>
              <a:rPr lang="en-US" altLang="zh-CN" sz="2400" b="1" baseline="-25000" dirty="0" err="1">
                <a:latin typeface="Times New Roman" panose="02020603050405020304" pitchFamily="18" charset="0"/>
                <a:ea typeface="微软雅黑" pitchFamily="34" charset="-122"/>
                <a:cs typeface="Times New Roman" panose="02020603050405020304" pitchFamily="18" charset="0"/>
              </a:rPr>
              <a:t>g</a:t>
            </a:r>
            <a:endParaRPr lang="zh-CN" altLang="en-US" sz="2400" b="1" baseline="-25000" dirty="0">
              <a:latin typeface="Times New Roman" panose="02020603050405020304" pitchFamily="18" charset="0"/>
              <a:ea typeface="微软雅黑" pitchFamily="34" charset="-122"/>
              <a:cs typeface="Times New Roman" panose="02020603050405020304" pitchFamily="18" charset="0"/>
            </a:endParaRPr>
          </a:p>
        </p:txBody>
      </p:sp>
      <p:sp>
        <p:nvSpPr>
          <p:cNvPr id="42085" name="TextBox 98"/>
          <p:cNvSpPr txBox="1">
            <a:spLocks noChangeArrowheads="1"/>
          </p:cNvSpPr>
          <p:nvPr/>
        </p:nvSpPr>
        <p:spPr bwMode="auto">
          <a:xfrm>
            <a:off x="8801100" y="4649788"/>
            <a:ext cx="400050" cy="369332"/>
          </a:xfrm>
          <a:prstGeom prst="rect">
            <a:avLst/>
          </a:prstGeom>
          <a:noFill/>
          <a:ln w="9525">
            <a:noFill/>
            <a:miter lim="800000"/>
            <a:headEnd/>
            <a:tailEnd/>
          </a:ln>
        </p:spPr>
        <p:txBody>
          <a:bodyPr lIns="0" tIns="0" rIns="0" bIns="0">
            <a:spAutoFit/>
          </a:bodyPr>
          <a:lstStyle/>
          <a:p>
            <a:pPr defTabSz="914400"/>
            <a:r>
              <a:rPr lang="en-US" altLang="zh-CN" sz="2400" b="1">
                <a:latin typeface="Times New Roman" panose="02020603050405020304" pitchFamily="18" charset="0"/>
                <a:ea typeface="微软雅黑" pitchFamily="34" charset="-122"/>
                <a:cs typeface="Times New Roman" panose="02020603050405020304" pitchFamily="18" charset="0"/>
              </a:rPr>
              <a:t>E</a:t>
            </a:r>
            <a:r>
              <a:rPr lang="en-US" altLang="zh-CN" sz="2400" b="1" baseline="-25000">
                <a:latin typeface="Times New Roman" panose="02020603050405020304" pitchFamily="18" charset="0"/>
                <a:ea typeface="微软雅黑" pitchFamily="34" charset="-122"/>
                <a:cs typeface="Times New Roman" panose="02020603050405020304" pitchFamily="18" charset="0"/>
              </a:rPr>
              <a:t>c</a:t>
            </a:r>
            <a:endParaRPr lang="zh-CN" altLang="en-US" sz="2400" b="1" baseline="-25000">
              <a:latin typeface="Times New Roman" panose="02020603050405020304" pitchFamily="18" charset="0"/>
              <a:ea typeface="微软雅黑" pitchFamily="34" charset="-122"/>
              <a:cs typeface="Times New Roman" panose="02020603050405020304" pitchFamily="18" charset="0"/>
            </a:endParaRPr>
          </a:p>
        </p:txBody>
      </p:sp>
      <p:sp>
        <p:nvSpPr>
          <p:cNvPr id="42086" name="TextBox 99"/>
          <p:cNvSpPr txBox="1">
            <a:spLocks noChangeArrowheads="1"/>
          </p:cNvSpPr>
          <p:nvPr/>
        </p:nvSpPr>
        <p:spPr bwMode="auto">
          <a:xfrm>
            <a:off x="8801100" y="5449888"/>
            <a:ext cx="400050" cy="369332"/>
          </a:xfrm>
          <a:prstGeom prst="rect">
            <a:avLst/>
          </a:prstGeom>
          <a:noFill/>
          <a:ln w="9525">
            <a:noFill/>
            <a:miter lim="800000"/>
            <a:headEnd/>
            <a:tailEnd/>
          </a:ln>
        </p:spPr>
        <p:txBody>
          <a:bodyPr lIns="0" tIns="0" rIns="0" bIns="0">
            <a:spAutoFit/>
          </a:bodyPr>
          <a:lstStyle/>
          <a:p>
            <a:pPr defTabSz="914400"/>
            <a:r>
              <a:rPr lang="en-US" altLang="zh-CN" sz="2400" b="1" dirty="0" err="1">
                <a:latin typeface="Times New Roman" panose="02020603050405020304" pitchFamily="18" charset="0"/>
                <a:ea typeface="微软雅黑" pitchFamily="34" charset="-122"/>
                <a:cs typeface="Times New Roman" panose="02020603050405020304" pitchFamily="18" charset="0"/>
              </a:rPr>
              <a:t>E</a:t>
            </a:r>
            <a:r>
              <a:rPr lang="en-US" altLang="zh-CN" sz="2400" b="1" baseline="-25000" dirty="0" err="1">
                <a:latin typeface="Times New Roman" panose="02020603050405020304" pitchFamily="18" charset="0"/>
                <a:ea typeface="微软雅黑" pitchFamily="34" charset="-122"/>
                <a:cs typeface="Times New Roman" panose="02020603050405020304" pitchFamily="18" charset="0"/>
              </a:rPr>
              <a:t>v</a:t>
            </a:r>
            <a:endParaRPr lang="zh-CN" altLang="en-US" sz="2400" b="1" baseline="-25000" dirty="0">
              <a:latin typeface="Times New Roman" panose="02020603050405020304" pitchFamily="18" charset="0"/>
              <a:ea typeface="微软雅黑" pitchFamily="34" charset="-122"/>
              <a:cs typeface="Times New Roman" panose="02020603050405020304" pitchFamily="18" charset="0"/>
            </a:endParaRPr>
          </a:p>
        </p:txBody>
      </p:sp>
      <p:sp>
        <p:nvSpPr>
          <p:cNvPr id="42087" name="TextBox 100"/>
          <p:cNvSpPr txBox="1">
            <a:spLocks noChangeArrowheads="1"/>
          </p:cNvSpPr>
          <p:nvPr/>
        </p:nvSpPr>
        <p:spPr bwMode="auto">
          <a:xfrm>
            <a:off x="8845550" y="6605588"/>
            <a:ext cx="266700" cy="369332"/>
          </a:xfrm>
          <a:prstGeom prst="rect">
            <a:avLst/>
          </a:prstGeom>
          <a:noFill/>
          <a:ln w="9525">
            <a:noFill/>
            <a:miter lim="800000"/>
            <a:headEnd/>
            <a:tailEnd/>
          </a:ln>
        </p:spPr>
        <p:txBody>
          <a:bodyPr lIns="0" tIns="0" rIns="0" bIns="0">
            <a:spAutoFit/>
          </a:bodyPr>
          <a:lstStyle/>
          <a:p>
            <a:pPr defTabSz="914400"/>
            <a:r>
              <a:rPr lang="en-US" altLang="zh-CN" sz="2400" b="1">
                <a:latin typeface="微软雅黑" pitchFamily="34" charset="-122"/>
                <a:ea typeface="微软雅黑" pitchFamily="34" charset="-122"/>
                <a:cs typeface="Times New Roman" pitchFamily="18" charset="0"/>
              </a:rPr>
              <a:t>0</a:t>
            </a:r>
            <a:endParaRPr lang="zh-CN" altLang="en-US" sz="2400" b="1" baseline="-25000">
              <a:latin typeface="微软雅黑" pitchFamily="34" charset="-122"/>
              <a:ea typeface="微软雅黑" pitchFamily="34" charset="-122"/>
              <a:cs typeface="Times New Roman" pitchFamily="18" charset="0"/>
            </a:endParaRPr>
          </a:p>
        </p:txBody>
      </p:sp>
      <p:sp>
        <p:nvSpPr>
          <p:cNvPr id="42088" name="TextBox 101"/>
          <p:cNvSpPr txBox="1">
            <a:spLocks noChangeArrowheads="1"/>
          </p:cNvSpPr>
          <p:nvPr/>
        </p:nvSpPr>
        <p:spPr bwMode="auto">
          <a:xfrm>
            <a:off x="8801100" y="2871788"/>
            <a:ext cx="400050" cy="369332"/>
          </a:xfrm>
          <a:prstGeom prst="rect">
            <a:avLst/>
          </a:prstGeom>
          <a:noFill/>
          <a:ln w="9525">
            <a:noFill/>
            <a:miter lim="800000"/>
            <a:headEnd/>
            <a:tailEnd/>
          </a:ln>
        </p:spPr>
        <p:txBody>
          <a:bodyPr lIns="0" tIns="0" rIns="0" bIns="0">
            <a:spAutoFit/>
          </a:bodyPr>
          <a:lstStyle/>
          <a:p>
            <a:pPr defTabSz="914400"/>
            <a:r>
              <a:rPr lang="en-US" altLang="zh-CN" sz="2400" b="1" dirty="0">
                <a:latin typeface="Times New Roman" panose="02020603050405020304" pitchFamily="18" charset="0"/>
                <a:ea typeface="微软雅黑" pitchFamily="34" charset="-122"/>
                <a:cs typeface="Times New Roman" panose="02020603050405020304" pitchFamily="18" charset="0"/>
              </a:rPr>
              <a:t>E</a:t>
            </a:r>
            <a:endParaRPr lang="zh-CN" altLang="en-US" sz="2400" b="1" baseline="-25000" dirty="0">
              <a:latin typeface="Times New Roman" panose="02020603050405020304" pitchFamily="18" charset="0"/>
              <a:ea typeface="微软雅黑" pitchFamily="34" charset="-122"/>
              <a:cs typeface="Times New Roman" panose="02020603050405020304" pitchFamily="18" charset="0"/>
            </a:endParaRPr>
          </a:p>
        </p:txBody>
      </p:sp>
      <p:sp>
        <p:nvSpPr>
          <p:cNvPr id="106" name="Oval 259"/>
          <p:cNvSpPr>
            <a:spLocks noChangeAspect="1" noChangeArrowheads="1"/>
          </p:cNvSpPr>
          <p:nvPr/>
        </p:nvSpPr>
        <p:spPr bwMode="auto">
          <a:xfrm rot="5400000" flipH="1" flipV="1">
            <a:off x="9481344" y="5707857"/>
            <a:ext cx="173037" cy="177800"/>
          </a:xfrm>
          <a:prstGeom prst="ellipse">
            <a:avLst/>
          </a:prstGeom>
          <a:solidFill>
            <a:srgbClr val="FF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107" name="Oval 259"/>
          <p:cNvSpPr>
            <a:spLocks noChangeAspect="1" noChangeArrowheads="1"/>
          </p:cNvSpPr>
          <p:nvPr/>
        </p:nvSpPr>
        <p:spPr bwMode="auto">
          <a:xfrm rot="5400000" flipH="1" flipV="1">
            <a:off x="10160794" y="6107907"/>
            <a:ext cx="173037" cy="177800"/>
          </a:xfrm>
          <a:prstGeom prst="ellipse">
            <a:avLst/>
          </a:prstGeom>
          <a:solidFill>
            <a:srgbClr val="FF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108" name="Oval 259"/>
          <p:cNvSpPr>
            <a:spLocks noChangeAspect="1" noChangeArrowheads="1"/>
          </p:cNvSpPr>
          <p:nvPr/>
        </p:nvSpPr>
        <p:spPr bwMode="auto">
          <a:xfrm rot="5400000" flipH="1" flipV="1">
            <a:off x="11503025" y="6407151"/>
            <a:ext cx="174625" cy="177800"/>
          </a:xfrm>
          <a:prstGeom prst="ellipse">
            <a:avLst/>
          </a:prstGeom>
          <a:solidFill>
            <a:srgbClr val="FF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nvGrpSpPr>
          <p:cNvPr id="9" name="组合 112"/>
          <p:cNvGrpSpPr>
            <a:grpSpLocks/>
          </p:cNvGrpSpPr>
          <p:nvPr/>
        </p:nvGrpSpPr>
        <p:grpSpPr bwMode="auto">
          <a:xfrm>
            <a:off x="9580560" y="2725610"/>
            <a:ext cx="1066800" cy="427038"/>
            <a:chOff x="6927850" y="939800"/>
            <a:chExt cx="1066800" cy="427707"/>
          </a:xfrm>
        </p:grpSpPr>
        <p:sp>
          <p:nvSpPr>
            <p:cNvPr id="42093" name="Oval 259"/>
            <p:cNvSpPr>
              <a:spLocks noChangeArrowheads="1"/>
            </p:cNvSpPr>
            <p:nvPr/>
          </p:nvSpPr>
          <p:spPr bwMode="auto">
            <a:xfrm rot="5400000" flipH="1" flipV="1">
              <a:off x="6928890" y="1118636"/>
              <a:ext cx="86824"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94" name="TextBox 110"/>
            <p:cNvSpPr txBox="1">
              <a:spLocks noChangeArrowheads="1"/>
            </p:cNvSpPr>
            <p:nvPr/>
          </p:nvSpPr>
          <p:spPr bwMode="auto">
            <a:xfrm>
              <a:off x="7150100" y="939800"/>
              <a:ext cx="844550" cy="427707"/>
            </a:xfrm>
            <a:prstGeom prst="rect">
              <a:avLst/>
            </a:prstGeom>
            <a:noFill/>
            <a:ln w="9525">
              <a:noFill/>
              <a:miter lim="800000"/>
              <a:headEnd/>
              <a:tailEnd/>
            </a:ln>
          </p:spPr>
          <p:txBody>
            <a:bodyPr lIns="0" tIns="0" rIns="0" bIns="0">
              <a:spAutoFit/>
            </a:bodyPr>
            <a:lstStyle/>
            <a:p>
              <a:pPr defTabSz="914400"/>
              <a:r>
                <a:rPr lang="zh-CN" altLang="en-US" sz="2800" b="1" dirty="0">
                  <a:latin typeface="微软雅黑" pitchFamily="34" charset="-122"/>
                  <a:ea typeface="微软雅黑" pitchFamily="34" charset="-122"/>
                </a:rPr>
                <a:t>电子</a:t>
              </a:r>
            </a:p>
          </p:txBody>
        </p:sp>
      </p:grpSp>
      <p:grpSp>
        <p:nvGrpSpPr>
          <p:cNvPr id="10" name="组合 113"/>
          <p:cNvGrpSpPr>
            <a:grpSpLocks/>
          </p:cNvGrpSpPr>
          <p:nvPr/>
        </p:nvGrpSpPr>
        <p:grpSpPr bwMode="auto">
          <a:xfrm>
            <a:off x="10857378" y="2677520"/>
            <a:ext cx="1066800" cy="427038"/>
            <a:chOff x="6927850" y="1517650"/>
            <a:chExt cx="1066800" cy="427707"/>
          </a:xfrm>
        </p:grpSpPr>
        <p:sp>
          <p:nvSpPr>
            <p:cNvPr id="42096" name="Oval 259"/>
            <p:cNvSpPr>
              <a:spLocks noChangeAspect="1" noChangeArrowheads="1"/>
            </p:cNvSpPr>
            <p:nvPr/>
          </p:nvSpPr>
          <p:spPr bwMode="auto">
            <a:xfrm rot="5400000" flipH="1" flipV="1">
              <a:off x="6929929" y="1693372"/>
              <a:ext cx="173648" cy="177805"/>
            </a:xfrm>
            <a:prstGeom prst="ellipse">
              <a:avLst/>
            </a:prstGeom>
            <a:solidFill>
              <a:srgbClr val="FF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2097" name="TextBox 111"/>
            <p:cNvSpPr txBox="1">
              <a:spLocks noChangeArrowheads="1"/>
            </p:cNvSpPr>
            <p:nvPr/>
          </p:nvSpPr>
          <p:spPr bwMode="auto">
            <a:xfrm>
              <a:off x="7150100" y="1517650"/>
              <a:ext cx="844550" cy="427707"/>
            </a:xfrm>
            <a:prstGeom prst="rect">
              <a:avLst/>
            </a:prstGeom>
            <a:noFill/>
            <a:ln w="9525">
              <a:noFill/>
              <a:miter lim="800000"/>
              <a:headEnd/>
              <a:tailEnd/>
            </a:ln>
          </p:spPr>
          <p:txBody>
            <a:bodyPr lIns="0" tIns="0" rIns="0" bIns="0">
              <a:spAutoFit/>
            </a:bodyPr>
            <a:lstStyle/>
            <a:p>
              <a:pPr defTabSz="914400"/>
              <a:r>
                <a:rPr lang="zh-CN" altLang="en-US" sz="2800" b="1" dirty="0">
                  <a:latin typeface="微软雅黑" pitchFamily="34" charset="-122"/>
                  <a:ea typeface="微软雅黑" pitchFamily="34" charset="-122"/>
                </a:rPr>
                <a:t>空穴</a:t>
              </a:r>
            </a:p>
          </p:txBody>
        </p:sp>
      </p:grpSp>
      <p:sp>
        <p:nvSpPr>
          <p:cNvPr id="115" name="Rectangle 3"/>
          <p:cNvSpPr>
            <a:spLocks noChangeArrowheads="1"/>
          </p:cNvSpPr>
          <p:nvPr/>
        </p:nvSpPr>
        <p:spPr bwMode="auto">
          <a:xfrm>
            <a:off x="1442085" y="2120527"/>
            <a:ext cx="7559040"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cs typeface="Times New Roman" pitchFamily="18" charset="0"/>
              </a:rPr>
              <a:t>光子能量足够大，价带中的电子能激发到导带。</a:t>
            </a:r>
          </a:p>
        </p:txBody>
      </p:sp>
      <p:graphicFrame>
        <p:nvGraphicFramePr>
          <p:cNvPr id="116" name="Object 6"/>
          <p:cNvGraphicFramePr>
            <a:graphicFrameLocks noChangeAspect="1"/>
          </p:cNvGraphicFramePr>
          <p:nvPr/>
        </p:nvGraphicFramePr>
        <p:xfrm>
          <a:off x="2964577" y="3206195"/>
          <a:ext cx="3005138" cy="1011238"/>
        </p:xfrm>
        <a:graphic>
          <a:graphicData uri="http://schemas.openxmlformats.org/presentationml/2006/ole">
            <mc:AlternateContent xmlns:mc="http://schemas.openxmlformats.org/markup-compatibility/2006">
              <mc:Choice xmlns:v="urn:schemas-microsoft-com:vml" Requires="v">
                <p:oleObj spid="_x0000_s9250" name="Equation" r:id="rId4" imgW="1155600" imgH="393480" progId="">
                  <p:embed/>
                </p:oleObj>
              </mc:Choice>
              <mc:Fallback>
                <p:oleObj name="Equation" r:id="rId4" imgW="1155600" imgH="39348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4577" y="3206195"/>
                        <a:ext cx="3005138" cy="1011238"/>
                      </a:xfrm>
                      <a:prstGeom prst="rect">
                        <a:avLst/>
                      </a:prstGeom>
                      <a:solidFill>
                        <a:srgbClr val="FFCC00"/>
                      </a:solidFill>
                    </p:spPr>
                  </p:pic>
                </p:oleObj>
              </mc:Fallback>
            </mc:AlternateContent>
          </a:graphicData>
        </a:graphic>
      </p:graphicFrame>
      <p:graphicFrame>
        <p:nvGraphicFramePr>
          <p:cNvPr id="117" name="Object 7"/>
          <p:cNvGraphicFramePr>
            <a:graphicFrameLocks noChangeAspect="1"/>
          </p:cNvGraphicFramePr>
          <p:nvPr/>
        </p:nvGraphicFramePr>
        <p:xfrm>
          <a:off x="1475742" y="4525168"/>
          <a:ext cx="3067050" cy="1077913"/>
        </p:xfrm>
        <a:graphic>
          <a:graphicData uri="http://schemas.openxmlformats.org/presentationml/2006/ole">
            <mc:AlternateContent xmlns:mc="http://schemas.openxmlformats.org/markup-compatibility/2006">
              <mc:Choice xmlns:v="urn:schemas-microsoft-com:vml" Requires="v">
                <p:oleObj spid="_x0000_s9251" name="公式" r:id="rId6" imgW="1117115" imgH="406224" progId="Equation.3">
                  <p:embed/>
                </p:oleObj>
              </mc:Choice>
              <mc:Fallback>
                <p:oleObj name="公式" r:id="rId6" imgW="1117115" imgH="40622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5742" y="4525168"/>
                        <a:ext cx="3067050" cy="1077913"/>
                      </a:xfrm>
                      <a:prstGeom prst="rect">
                        <a:avLst/>
                      </a:prstGeom>
                      <a:solidFill>
                        <a:srgbClr val="FF99FF"/>
                      </a:solidFill>
                    </p:spPr>
                  </p:pic>
                </p:oleObj>
              </mc:Fallback>
            </mc:AlternateContent>
          </a:graphicData>
        </a:graphic>
      </p:graphicFrame>
      <p:sp>
        <p:nvSpPr>
          <p:cNvPr id="118" name="Rectangle 8"/>
          <p:cNvSpPr>
            <a:spLocks noChangeArrowheads="1"/>
          </p:cNvSpPr>
          <p:nvPr/>
        </p:nvSpPr>
        <p:spPr bwMode="auto">
          <a:xfrm>
            <a:off x="4955021" y="4799084"/>
            <a:ext cx="1955800" cy="579438"/>
          </a:xfrm>
          <a:prstGeom prst="rect">
            <a:avLst/>
          </a:prstGeom>
          <a:noFill/>
          <a:ln w="9525">
            <a:noFill/>
            <a:miter lim="800000"/>
            <a:headEnd/>
            <a:tailEnd/>
          </a:ln>
        </p:spPr>
        <p:txBody>
          <a:bodyPr>
            <a:spAutoFit/>
          </a:bodyPr>
          <a:lstStyle/>
          <a:p>
            <a:pPr algn="ctr" defTabSz="914400"/>
            <a:r>
              <a:rPr lang="zh-CN" altLang="en-US" sz="3200" b="1" dirty="0">
                <a:latin typeface="微软雅黑" pitchFamily="34" charset="-122"/>
                <a:ea typeface="微软雅黑" pitchFamily="34" charset="-122"/>
              </a:rPr>
              <a:t>截止波长</a:t>
            </a:r>
          </a:p>
        </p:txBody>
      </p:sp>
      <p:sp>
        <p:nvSpPr>
          <p:cNvPr id="119" name="Rectangle 10"/>
          <p:cNvSpPr>
            <a:spLocks noChangeArrowheads="1"/>
          </p:cNvSpPr>
          <p:nvPr/>
        </p:nvSpPr>
        <p:spPr bwMode="auto">
          <a:xfrm>
            <a:off x="2867025" y="6184216"/>
            <a:ext cx="3748088" cy="641350"/>
          </a:xfrm>
          <a:prstGeom prst="rect">
            <a:avLst/>
          </a:prstGeom>
          <a:noFill/>
          <a:ln w="9525">
            <a:noFill/>
            <a:miter lim="800000"/>
            <a:headEnd/>
            <a:tailEnd/>
          </a:ln>
        </p:spPr>
        <p:txBody>
          <a:bodyPr wrap="none" anchor="ctr">
            <a:spAutoFit/>
          </a:bodyPr>
          <a:lstStyle/>
          <a:p>
            <a:pPr defTabSz="914400"/>
            <a:r>
              <a:rPr lang="zh-CN" altLang="en-US" sz="3200" b="1" dirty="0">
                <a:latin typeface="微软雅黑" pitchFamily="34" charset="-122"/>
                <a:ea typeface="微软雅黑" pitchFamily="34" charset="-122"/>
              </a:rPr>
              <a:t>产生</a:t>
            </a:r>
            <a:r>
              <a:rPr lang="zh-CN" altLang="en-US" sz="3600" b="1" dirty="0">
                <a:solidFill>
                  <a:srgbClr val="0000CC"/>
                </a:solidFill>
                <a:latin typeface="微软雅黑" pitchFamily="34" charset="-122"/>
                <a:ea typeface="微软雅黑" pitchFamily="34" charset="-122"/>
              </a:rPr>
              <a:t>电子</a:t>
            </a:r>
            <a:r>
              <a:rPr lang="zh-CN" altLang="en-US" sz="3200" b="1" dirty="0">
                <a:solidFill>
                  <a:schemeClr val="hlink"/>
                </a:solidFill>
                <a:latin typeface="微软雅黑" pitchFamily="34" charset="-122"/>
                <a:ea typeface="微软雅黑" pitchFamily="34" charset="-122"/>
              </a:rPr>
              <a:t>－</a:t>
            </a:r>
            <a:r>
              <a:rPr lang="zh-CN" altLang="en-US" sz="3200" b="1" dirty="0">
                <a:solidFill>
                  <a:srgbClr val="FF0000"/>
                </a:solidFill>
                <a:latin typeface="微软雅黑" pitchFamily="34" charset="-122"/>
                <a:ea typeface="微软雅黑" pitchFamily="34" charset="-122"/>
              </a:rPr>
              <a:t>空穴</a:t>
            </a:r>
            <a:r>
              <a:rPr lang="zh-CN" altLang="en-US" sz="3200" b="1" dirty="0">
                <a:solidFill>
                  <a:schemeClr val="hlink"/>
                </a:solidFill>
                <a:latin typeface="微软雅黑" pitchFamily="34" charset="-122"/>
                <a:ea typeface="微软雅黑" pitchFamily="34" charset="-122"/>
              </a:rPr>
              <a:t> </a:t>
            </a:r>
            <a:r>
              <a:rPr lang="zh-CN" altLang="en-US" sz="3200" b="1" dirty="0">
                <a:latin typeface="微软雅黑" pitchFamily="34" charset="-122"/>
                <a:ea typeface="微软雅黑" pitchFamily="34" charset="-122"/>
              </a:rPr>
              <a:t>对</a:t>
            </a:r>
          </a:p>
        </p:txBody>
      </p:sp>
      <p:sp>
        <p:nvSpPr>
          <p:cNvPr id="120" name="Rectangle 11"/>
          <p:cNvSpPr>
            <a:spLocks noChangeArrowheads="1"/>
          </p:cNvSpPr>
          <p:nvPr/>
        </p:nvSpPr>
        <p:spPr bwMode="auto">
          <a:xfrm>
            <a:off x="1462450" y="3346806"/>
            <a:ext cx="1289050" cy="579437"/>
          </a:xfrm>
          <a:prstGeom prst="rect">
            <a:avLst/>
          </a:prstGeom>
          <a:noFill/>
          <a:ln w="9525">
            <a:noFill/>
            <a:miter lim="800000"/>
            <a:headEnd/>
            <a:tailEnd/>
          </a:ln>
        </p:spPr>
        <p:txBody>
          <a:bodyPr anchor="ctr">
            <a:spAutoFit/>
          </a:bodyPr>
          <a:lstStyle/>
          <a:p>
            <a:pPr defTabSz="914400"/>
            <a:r>
              <a:rPr lang="zh-CN" altLang="en-US" sz="3200" b="1" dirty="0">
                <a:solidFill>
                  <a:srgbClr val="FF0000"/>
                </a:solidFill>
                <a:latin typeface="微软雅黑" pitchFamily="34" charset="-122"/>
                <a:ea typeface="微软雅黑" pitchFamily="34" charset="-122"/>
              </a:rPr>
              <a:t>条件：</a:t>
            </a:r>
          </a:p>
        </p:txBody>
      </p:sp>
      <p:sp>
        <p:nvSpPr>
          <p:cNvPr id="121" name="Rectangle 12"/>
          <p:cNvSpPr>
            <a:spLocks noChangeArrowheads="1"/>
          </p:cNvSpPr>
          <p:nvPr/>
        </p:nvSpPr>
        <p:spPr bwMode="auto">
          <a:xfrm>
            <a:off x="1291441" y="6210817"/>
            <a:ext cx="1408113" cy="579437"/>
          </a:xfrm>
          <a:prstGeom prst="rect">
            <a:avLst/>
          </a:prstGeom>
          <a:noFill/>
          <a:ln w="9525">
            <a:noFill/>
            <a:miter lim="800000"/>
            <a:headEnd/>
            <a:tailEnd/>
          </a:ln>
        </p:spPr>
        <p:txBody>
          <a:bodyPr wrap="none" anchor="ctr">
            <a:spAutoFit/>
          </a:bodyPr>
          <a:lstStyle/>
          <a:p>
            <a:pPr defTabSz="914400"/>
            <a:r>
              <a:rPr lang="zh-CN" altLang="en-US" sz="3200" b="1" dirty="0">
                <a:solidFill>
                  <a:srgbClr val="FF0000"/>
                </a:solidFill>
                <a:latin typeface="微软雅黑" pitchFamily="34" charset="-122"/>
                <a:ea typeface="微软雅黑" pitchFamily="34" charset="-122"/>
              </a:rPr>
              <a:t>特点：</a:t>
            </a:r>
          </a:p>
        </p:txBody>
      </p:sp>
      <p:sp>
        <p:nvSpPr>
          <p:cNvPr id="122" name="文本框 60">
            <a:extLst>
              <a:ext uri="{FF2B5EF4-FFF2-40B4-BE49-F238E27FC236}">
                <a16:creationId xmlns:a16="http://schemas.microsoft.com/office/drawing/2014/main" xmlns="" id="{41ABA1CD-ADD7-4C58-BDE2-50150382C298}"/>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半导体的光吸收效应</a:t>
            </a:r>
          </a:p>
        </p:txBody>
      </p:sp>
      <p:sp>
        <p:nvSpPr>
          <p:cNvPr id="125" name="矩形 124">
            <a:extLst>
              <a:ext uri="{FF2B5EF4-FFF2-40B4-BE49-F238E27FC236}">
                <a16:creationId xmlns:a16="http://schemas.microsoft.com/office/drawing/2014/main" xmlns="" id="{32205D4A-B4B8-4FE4-8478-7F4079DA008F}"/>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6" name="矩形 125">
            <a:extLst>
              <a:ext uri="{FF2B5EF4-FFF2-40B4-BE49-F238E27FC236}">
                <a16:creationId xmlns:a16="http://schemas.microsoft.com/office/drawing/2014/main" xmlns="" id="{EA9D5657-ACBF-4DFD-B1B0-5C2C98EB7796}"/>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圆角 126">
            <a:extLst>
              <a:ext uri="{FF2B5EF4-FFF2-40B4-BE49-F238E27FC236}">
                <a16:creationId xmlns:a16="http://schemas.microsoft.com/office/drawing/2014/main" xmlns="" id="{0BC8FAF0-DA42-4797-81A9-7B850AC5BB4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28" name="矩形 127">
            <a:extLst>
              <a:ext uri="{FF2B5EF4-FFF2-40B4-BE49-F238E27FC236}">
                <a16:creationId xmlns:a16="http://schemas.microsoft.com/office/drawing/2014/main" xmlns="" id="{1E3CACD9-426F-44B5-91AD-D17845A3985B}"/>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29" name="矩形 128">
            <a:extLst>
              <a:ext uri="{FF2B5EF4-FFF2-40B4-BE49-F238E27FC236}">
                <a16:creationId xmlns:a16="http://schemas.microsoft.com/office/drawing/2014/main" xmlns="" id="{07EFF96B-C9EE-41DF-B464-87CA8517957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130" name="直接连接符 58">
            <a:extLst>
              <a:ext uri="{FF2B5EF4-FFF2-40B4-BE49-F238E27FC236}">
                <a16:creationId xmlns:a16="http://schemas.microsoft.com/office/drawing/2014/main" xmlns="" id="{28E93BAA-A48D-4973-9D47-28C4D42E9B3C}"/>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478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64" presetClass="path" presetSubtype="0" accel="50000" decel="50000" fill="hold" grpId="0" nodeType="clickEffect">
                                  <p:stCondLst>
                                    <p:cond delay="0"/>
                                  </p:stCondLst>
                                  <p:childTnLst>
                                    <p:animMotion origin="layout" path="M 0 5.73543E-7 L 0.00052 -0.16119 " pathEditMode="relative" rAng="0" ptsTypes="AA">
                                      <p:cBhvr>
                                        <p:cTn id="16" dur="2000" fill="hold"/>
                                        <p:tgtEl>
                                          <p:spTgt spid="2"/>
                                        </p:tgtEl>
                                        <p:attrNameLst>
                                          <p:attrName>ppt_x</p:attrName>
                                          <p:attrName>ppt_y</p:attrName>
                                        </p:attrNameLst>
                                      </p:cBhvr>
                                      <p:rCtr x="0" y="-81"/>
                                    </p:animMotion>
                                  </p:childTnLst>
                                </p:cTn>
                              </p:par>
                            </p:childTnLst>
                          </p:cTn>
                        </p:par>
                        <p:par>
                          <p:cTn id="17" fill="hold">
                            <p:stCondLst>
                              <p:cond delay="2000"/>
                            </p:stCondLst>
                            <p:childTnLst>
                              <p:par>
                                <p:cTn id="18" presetID="4" presetClass="entr" presetSubtype="16" fill="hold" grpId="0" nodeType="afterEffect">
                                  <p:stCondLst>
                                    <p:cond delay="0"/>
                                  </p:stCondLst>
                                  <p:childTnLst>
                                    <p:set>
                                      <p:cBhvr>
                                        <p:cTn id="19" dur="1" fill="hold">
                                          <p:stCondLst>
                                            <p:cond delay="0"/>
                                          </p:stCondLst>
                                        </p:cTn>
                                        <p:tgtEl>
                                          <p:spTgt spid="106"/>
                                        </p:tgtEl>
                                        <p:attrNameLst>
                                          <p:attrName>style.visibility</p:attrName>
                                        </p:attrNameLst>
                                      </p:cBhvr>
                                      <p:to>
                                        <p:strVal val="visible"/>
                                      </p:to>
                                    </p:set>
                                    <p:animEffect transition="in" filter="box(in)">
                                      <p:cBhvr>
                                        <p:cTn id="20" dur="500"/>
                                        <p:tgtEl>
                                          <p:spTgt spid="106"/>
                                        </p:tgtEl>
                                      </p:cBhvr>
                                    </p:animEffect>
                                  </p:childTnLst>
                                </p:cTn>
                              </p:par>
                            </p:childTnLst>
                          </p:cTn>
                        </p:par>
                        <p:par>
                          <p:cTn id="21" fill="hold">
                            <p:stCondLst>
                              <p:cond delay="2500"/>
                            </p:stCondLst>
                            <p:childTnLst>
                              <p:par>
                                <p:cTn id="22" presetID="64" presetClass="path" presetSubtype="0" accel="50000" decel="50000" fill="hold" grpId="0" nodeType="afterEffect">
                                  <p:stCondLst>
                                    <p:cond delay="0"/>
                                  </p:stCondLst>
                                  <p:childTnLst>
                                    <p:animMotion origin="layout" path="M -4.72222E-6 2.74746E-6 L 0.00053 -0.24838 " pathEditMode="relative" rAng="0" ptsTypes="AA">
                                      <p:cBhvr>
                                        <p:cTn id="23" dur="2000" fill="hold"/>
                                        <p:tgtEl>
                                          <p:spTgt spid="49"/>
                                        </p:tgtEl>
                                        <p:attrNameLst>
                                          <p:attrName>ppt_x</p:attrName>
                                          <p:attrName>ppt_y</p:attrName>
                                        </p:attrNameLst>
                                      </p:cBhvr>
                                      <p:rCtr x="0" y="-124"/>
                                    </p:animMotion>
                                  </p:childTnLst>
                                </p:cTn>
                              </p:par>
                            </p:childTnLst>
                          </p:cTn>
                        </p:par>
                        <p:par>
                          <p:cTn id="24" fill="hold">
                            <p:stCondLst>
                              <p:cond delay="4500"/>
                            </p:stCondLst>
                            <p:childTnLst>
                              <p:par>
                                <p:cTn id="25" presetID="4" presetClass="entr" presetSubtype="16" fill="hold" grpId="0" nodeType="afterEffect">
                                  <p:stCondLst>
                                    <p:cond delay="0"/>
                                  </p:stCondLst>
                                  <p:childTnLst>
                                    <p:set>
                                      <p:cBhvr>
                                        <p:cTn id="26" dur="1" fill="hold">
                                          <p:stCondLst>
                                            <p:cond delay="0"/>
                                          </p:stCondLst>
                                        </p:cTn>
                                        <p:tgtEl>
                                          <p:spTgt spid="107"/>
                                        </p:tgtEl>
                                        <p:attrNameLst>
                                          <p:attrName>style.visibility</p:attrName>
                                        </p:attrNameLst>
                                      </p:cBhvr>
                                      <p:to>
                                        <p:strVal val="visible"/>
                                      </p:to>
                                    </p:set>
                                    <p:animEffect transition="in" filter="box(in)">
                                      <p:cBhvr>
                                        <p:cTn id="27" dur="500"/>
                                        <p:tgtEl>
                                          <p:spTgt spid="107"/>
                                        </p:tgtEl>
                                      </p:cBhvr>
                                    </p:animEffect>
                                  </p:childTnLst>
                                </p:cTn>
                              </p:par>
                            </p:childTnLst>
                          </p:cTn>
                        </p:par>
                        <p:par>
                          <p:cTn id="28" fill="hold">
                            <p:stCondLst>
                              <p:cond delay="5000"/>
                            </p:stCondLst>
                            <p:childTnLst>
                              <p:par>
                                <p:cTn id="29" presetID="64" presetClass="path" presetSubtype="0" accel="50000" decel="50000" fill="hold" grpId="0" nodeType="afterEffect">
                                  <p:stCondLst>
                                    <p:cond delay="0"/>
                                  </p:stCondLst>
                                  <p:childTnLst>
                                    <p:animMotion origin="layout" path="M -8.33333E-7 4.62535E-6 L -0.00226 -0.27012 " pathEditMode="relative" rAng="0" ptsTypes="AA">
                                      <p:cBhvr>
                                        <p:cTn id="30" dur="2000" fill="hold"/>
                                        <p:tgtEl>
                                          <p:spTgt spid="81"/>
                                        </p:tgtEl>
                                        <p:attrNameLst>
                                          <p:attrName>ppt_x</p:attrName>
                                          <p:attrName>ppt_y</p:attrName>
                                        </p:attrNameLst>
                                      </p:cBhvr>
                                      <p:rCtr x="-1" y="-135"/>
                                    </p:animMotion>
                                  </p:childTnLst>
                                </p:cTn>
                              </p:par>
                            </p:childTnLst>
                          </p:cTn>
                        </p:par>
                        <p:par>
                          <p:cTn id="31" fill="hold">
                            <p:stCondLst>
                              <p:cond delay="7000"/>
                            </p:stCondLst>
                            <p:childTnLst>
                              <p:par>
                                <p:cTn id="32" presetID="4" presetClass="entr" presetSubtype="16" fill="hold" grpId="0" nodeType="afterEffect">
                                  <p:stCondLst>
                                    <p:cond delay="0"/>
                                  </p:stCondLst>
                                  <p:childTnLst>
                                    <p:set>
                                      <p:cBhvr>
                                        <p:cTn id="33" dur="1" fill="hold">
                                          <p:stCondLst>
                                            <p:cond delay="0"/>
                                          </p:stCondLst>
                                        </p:cTn>
                                        <p:tgtEl>
                                          <p:spTgt spid="108"/>
                                        </p:tgtEl>
                                        <p:attrNameLst>
                                          <p:attrName>style.visibility</p:attrName>
                                        </p:attrNameLst>
                                      </p:cBhvr>
                                      <p:to>
                                        <p:strVal val="visible"/>
                                      </p:to>
                                    </p:set>
                                    <p:animEffect transition="in" filter="box(in)">
                                      <p:cBhvr>
                                        <p:cTn id="34" dur="500"/>
                                        <p:tgtEl>
                                          <p:spTgt spid="108"/>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15"/>
                                        </p:tgtEl>
                                        <p:attrNameLst>
                                          <p:attrName>style.visibility</p:attrName>
                                        </p:attrNameLst>
                                      </p:cBhvr>
                                      <p:to>
                                        <p:strVal val="visible"/>
                                      </p:to>
                                    </p:set>
                                    <p:animEffect transition="in" filter="box(in)">
                                      <p:cBhvr>
                                        <p:cTn id="39" dur="500"/>
                                        <p:tgtEl>
                                          <p:spTgt spid="115"/>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20"/>
                                        </p:tgtEl>
                                        <p:attrNameLst>
                                          <p:attrName>style.visibility</p:attrName>
                                        </p:attrNameLst>
                                      </p:cBhvr>
                                      <p:to>
                                        <p:strVal val="visible"/>
                                      </p:to>
                                    </p:set>
                                    <p:animEffect transition="in" filter="box(in)">
                                      <p:cBhvr>
                                        <p:cTn id="44" dur="500"/>
                                        <p:tgtEl>
                                          <p:spTgt spid="120"/>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16" fill="hold" nodeType="clickEffect">
                                  <p:stCondLst>
                                    <p:cond delay="0"/>
                                  </p:stCondLst>
                                  <p:childTnLst>
                                    <p:set>
                                      <p:cBhvr>
                                        <p:cTn id="48" dur="1" fill="hold">
                                          <p:stCondLst>
                                            <p:cond delay="0"/>
                                          </p:stCondLst>
                                        </p:cTn>
                                        <p:tgtEl>
                                          <p:spTgt spid="116"/>
                                        </p:tgtEl>
                                        <p:attrNameLst>
                                          <p:attrName>style.visibility</p:attrName>
                                        </p:attrNameLst>
                                      </p:cBhvr>
                                      <p:to>
                                        <p:strVal val="visible"/>
                                      </p:to>
                                    </p:set>
                                    <p:animEffect transition="in" filter="box(in)">
                                      <p:cBhvr>
                                        <p:cTn id="49" dur="500"/>
                                        <p:tgtEl>
                                          <p:spTgt spid="116"/>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16" fill="hold" nodeType="clickEffect">
                                  <p:stCondLst>
                                    <p:cond delay="0"/>
                                  </p:stCondLst>
                                  <p:childTnLst>
                                    <p:set>
                                      <p:cBhvr>
                                        <p:cTn id="53" dur="1" fill="hold">
                                          <p:stCondLst>
                                            <p:cond delay="0"/>
                                          </p:stCondLst>
                                        </p:cTn>
                                        <p:tgtEl>
                                          <p:spTgt spid="117"/>
                                        </p:tgtEl>
                                        <p:attrNameLst>
                                          <p:attrName>style.visibility</p:attrName>
                                        </p:attrNameLst>
                                      </p:cBhvr>
                                      <p:to>
                                        <p:strVal val="visible"/>
                                      </p:to>
                                    </p:set>
                                    <p:animEffect transition="in" filter="box(in)">
                                      <p:cBhvr>
                                        <p:cTn id="54" dur="500"/>
                                        <p:tgtEl>
                                          <p:spTgt spid="117"/>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16" fill="hold" grpId="0" nodeType="clickEffect">
                                  <p:stCondLst>
                                    <p:cond delay="0"/>
                                  </p:stCondLst>
                                  <p:childTnLst>
                                    <p:set>
                                      <p:cBhvr>
                                        <p:cTn id="58" dur="1" fill="hold">
                                          <p:stCondLst>
                                            <p:cond delay="0"/>
                                          </p:stCondLst>
                                        </p:cTn>
                                        <p:tgtEl>
                                          <p:spTgt spid="118"/>
                                        </p:tgtEl>
                                        <p:attrNameLst>
                                          <p:attrName>style.visibility</p:attrName>
                                        </p:attrNameLst>
                                      </p:cBhvr>
                                      <p:to>
                                        <p:strVal val="visible"/>
                                      </p:to>
                                    </p:set>
                                    <p:animEffect transition="in" filter="box(in)">
                                      <p:cBhvr>
                                        <p:cTn id="59" dur="500"/>
                                        <p:tgtEl>
                                          <p:spTgt spid="118"/>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grpId="0" nodeType="clickEffect">
                                  <p:stCondLst>
                                    <p:cond delay="0"/>
                                  </p:stCondLst>
                                  <p:childTnLst>
                                    <p:set>
                                      <p:cBhvr>
                                        <p:cTn id="63" dur="1" fill="hold">
                                          <p:stCondLst>
                                            <p:cond delay="0"/>
                                          </p:stCondLst>
                                        </p:cTn>
                                        <p:tgtEl>
                                          <p:spTgt spid="121"/>
                                        </p:tgtEl>
                                        <p:attrNameLst>
                                          <p:attrName>style.visibility</p:attrName>
                                        </p:attrNameLst>
                                      </p:cBhvr>
                                      <p:to>
                                        <p:strVal val="visible"/>
                                      </p:to>
                                    </p:set>
                                    <p:animEffect transition="in" filter="box(in)">
                                      <p:cBhvr>
                                        <p:cTn id="64" dur="500"/>
                                        <p:tgtEl>
                                          <p:spTgt spid="121"/>
                                        </p:tgtEl>
                                      </p:cBhvr>
                                    </p:animEffect>
                                  </p:childTnLst>
                                </p:cTn>
                              </p:par>
                            </p:childTnLst>
                          </p:cTn>
                        </p:par>
                      </p:childTnLst>
                    </p:cTn>
                  </p:par>
                  <p:par>
                    <p:cTn id="65" fill="hold">
                      <p:stCondLst>
                        <p:cond delay="indefinite"/>
                      </p:stCondLst>
                      <p:childTnLst>
                        <p:par>
                          <p:cTn id="66" fill="hold">
                            <p:stCondLst>
                              <p:cond delay="0"/>
                            </p:stCondLst>
                            <p:childTnLst>
                              <p:par>
                                <p:cTn id="67" presetID="8" presetClass="entr" presetSubtype="16" fill="hold" grpId="0" nodeType="clickEffect">
                                  <p:stCondLst>
                                    <p:cond delay="0"/>
                                  </p:stCondLst>
                                  <p:childTnLst>
                                    <p:set>
                                      <p:cBhvr>
                                        <p:cTn id="68" dur="1" fill="hold">
                                          <p:stCondLst>
                                            <p:cond delay="0"/>
                                          </p:stCondLst>
                                        </p:cTn>
                                        <p:tgtEl>
                                          <p:spTgt spid="119"/>
                                        </p:tgtEl>
                                        <p:attrNameLst>
                                          <p:attrName>style.visibility</p:attrName>
                                        </p:attrNameLst>
                                      </p:cBhvr>
                                      <p:to>
                                        <p:strVal val="visible"/>
                                      </p:to>
                                    </p:set>
                                    <p:animEffect transition="in" filter="diamond(in)">
                                      <p:cBhvr>
                                        <p:cTn id="69" dur="20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9" grpId="0" animBg="1"/>
      <p:bldP spid="81" grpId="0" animBg="1"/>
      <p:bldP spid="106" grpId="0" animBg="1"/>
      <p:bldP spid="107" grpId="0" animBg="1"/>
      <p:bldP spid="108" grpId="0" animBg="1"/>
      <p:bldP spid="115" grpId="0"/>
      <p:bldP spid="118" grpId="0"/>
      <p:bldP spid="119" grpId="0"/>
      <p:bldP spid="120" grpId="0"/>
      <p:bldP spid="1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ChangeArrowheads="1"/>
          </p:cNvSpPr>
          <p:nvPr/>
        </p:nvSpPr>
        <p:spPr bwMode="auto">
          <a:xfrm>
            <a:off x="4040029" y="1036957"/>
            <a:ext cx="4515167" cy="707886"/>
          </a:xfrm>
          <a:prstGeom prst="rect">
            <a:avLst/>
          </a:prstGeom>
          <a:noFill/>
          <a:ln w="9525">
            <a:noFill/>
            <a:miter lim="800000"/>
            <a:headEnd/>
            <a:tailEnd/>
          </a:ln>
        </p:spPr>
        <p:txBody>
          <a:bodyPr wrap="square">
            <a:spAutoFit/>
          </a:bodyPr>
          <a:lstStyle/>
          <a:p>
            <a:pPr algn="ctr" defTabSz="914400"/>
            <a:r>
              <a:rPr lang="en-US" altLang="zh-CN" sz="4000" b="1" dirty="0">
                <a:solidFill>
                  <a:srgbClr val="0000CC"/>
                </a:solidFill>
                <a:latin typeface="微软雅黑" pitchFamily="34" charset="-122"/>
                <a:ea typeface="微软雅黑" pitchFamily="34" charset="-122"/>
                <a:cs typeface="Times New Roman" pitchFamily="18" charset="0"/>
              </a:rPr>
              <a:t>3.</a:t>
            </a:r>
            <a:r>
              <a:rPr lang="zh-CN" altLang="en-US" sz="4000" b="1" dirty="0">
                <a:solidFill>
                  <a:srgbClr val="0000CC"/>
                </a:solidFill>
                <a:latin typeface="微软雅黑" pitchFamily="34" charset="-122"/>
                <a:ea typeface="微软雅黑" pitchFamily="34" charset="-122"/>
                <a:cs typeface="Times New Roman" pitchFamily="18" charset="0"/>
              </a:rPr>
              <a:t>非本征吸收</a:t>
            </a:r>
          </a:p>
        </p:txBody>
      </p:sp>
      <p:sp>
        <p:nvSpPr>
          <p:cNvPr id="3" name="Rectangle 8"/>
          <p:cNvSpPr>
            <a:spLocks noChangeArrowheads="1"/>
          </p:cNvSpPr>
          <p:nvPr/>
        </p:nvSpPr>
        <p:spPr bwMode="auto">
          <a:xfrm>
            <a:off x="836613" y="2711450"/>
            <a:ext cx="8223250" cy="579438"/>
          </a:xfrm>
          <a:prstGeom prst="rect">
            <a:avLst/>
          </a:prstGeom>
          <a:noFill/>
          <a:ln w="9525">
            <a:noFill/>
            <a:miter lim="800000"/>
            <a:headEnd/>
            <a:tailEnd/>
          </a:ln>
        </p:spPr>
        <p:txBody>
          <a:bodyPr anchor="ctr">
            <a:spAutoFit/>
          </a:bodyPr>
          <a:lstStyle/>
          <a:p>
            <a:pPr defTabSz="914400"/>
            <a:r>
              <a:rPr lang="zh-CN" altLang="en-US" sz="3200" b="1" dirty="0">
                <a:latin typeface="微软雅黑" pitchFamily="34" charset="-122"/>
                <a:ea typeface="微软雅黑" pitchFamily="34" charset="-122"/>
              </a:rPr>
              <a:t>光子能量不足以使价带中的电子激发到导带 </a:t>
            </a:r>
          </a:p>
        </p:txBody>
      </p:sp>
      <p:sp>
        <p:nvSpPr>
          <p:cNvPr id="4" name="Rectangle 8"/>
          <p:cNvSpPr>
            <a:spLocks noChangeArrowheads="1"/>
          </p:cNvSpPr>
          <p:nvPr/>
        </p:nvSpPr>
        <p:spPr bwMode="auto">
          <a:xfrm>
            <a:off x="6608763" y="3633470"/>
            <a:ext cx="2000250" cy="579438"/>
          </a:xfrm>
          <a:prstGeom prst="rect">
            <a:avLst/>
          </a:prstGeom>
          <a:noFill/>
          <a:ln w="9525">
            <a:noFill/>
            <a:miter lim="800000"/>
            <a:headEnd/>
            <a:tailEnd/>
          </a:ln>
        </p:spPr>
        <p:txBody>
          <a:bodyPr anchor="ctr">
            <a:spAutoFit/>
          </a:bodyPr>
          <a:lstStyle/>
          <a:p>
            <a:pPr defTabSz="914400"/>
            <a:r>
              <a:rPr lang="zh-CN" altLang="en-US" sz="3200" b="1" dirty="0">
                <a:latin typeface="微软雅黑" pitchFamily="34" charset="-122"/>
                <a:ea typeface="微软雅黑" pitchFamily="34" charset="-122"/>
              </a:rPr>
              <a:t>杂质吸收</a:t>
            </a:r>
          </a:p>
        </p:txBody>
      </p:sp>
      <p:sp>
        <p:nvSpPr>
          <p:cNvPr id="5" name="Rectangle 8"/>
          <p:cNvSpPr>
            <a:spLocks noChangeArrowheads="1"/>
          </p:cNvSpPr>
          <p:nvPr/>
        </p:nvSpPr>
        <p:spPr bwMode="auto">
          <a:xfrm>
            <a:off x="6608763" y="4433570"/>
            <a:ext cx="3289300" cy="579438"/>
          </a:xfrm>
          <a:prstGeom prst="rect">
            <a:avLst/>
          </a:prstGeom>
          <a:noFill/>
          <a:ln w="9525">
            <a:noFill/>
            <a:miter lim="800000"/>
            <a:headEnd/>
            <a:tailEnd/>
          </a:ln>
        </p:spPr>
        <p:txBody>
          <a:bodyPr anchor="ctr">
            <a:spAutoFit/>
          </a:bodyPr>
          <a:lstStyle/>
          <a:p>
            <a:pPr defTabSz="914400"/>
            <a:r>
              <a:rPr lang="zh-CN" altLang="en-US" sz="3200" b="1" dirty="0">
                <a:latin typeface="微软雅黑" pitchFamily="34" charset="-122"/>
                <a:ea typeface="微软雅黑" pitchFamily="34" charset="-122"/>
              </a:rPr>
              <a:t>自由载流子吸收</a:t>
            </a:r>
          </a:p>
        </p:txBody>
      </p:sp>
      <p:sp>
        <p:nvSpPr>
          <p:cNvPr id="6" name="Rectangle 8"/>
          <p:cNvSpPr>
            <a:spLocks noChangeArrowheads="1"/>
          </p:cNvSpPr>
          <p:nvPr/>
        </p:nvSpPr>
        <p:spPr bwMode="auto">
          <a:xfrm>
            <a:off x="6697663" y="5405120"/>
            <a:ext cx="2044700" cy="579438"/>
          </a:xfrm>
          <a:prstGeom prst="rect">
            <a:avLst/>
          </a:prstGeom>
          <a:noFill/>
          <a:ln w="9525">
            <a:noFill/>
            <a:miter lim="800000"/>
            <a:headEnd/>
            <a:tailEnd/>
          </a:ln>
        </p:spPr>
        <p:txBody>
          <a:bodyPr anchor="ctr">
            <a:spAutoFit/>
          </a:bodyPr>
          <a:lstStyle/>
          <a:p>
            <a:pPr defTabSz="914400"/>
            <a:r>
              <a:rPr lang="zh-CN" altLang="en-US" sz="3200" b="1" dirty="0">
                <a:latin typeface="微软雅黑" pitchFamily="34" charset="-122"/>
                <a:ea typeface="微软雅黑" pitchFamily="34" charset="-122"/>
              </a:rPr>
              <a:t>激子吸收</a:t>
            </a:r>
          </a:p>
        </p:txBody>
      </p:sp>
      <p:sp>
        <p:nvSpPr>
          <p:cNvPr id="10" name="Rectangle 8"/>
          <p:cNvSpPr>
            <a:spLocks noChangeArrowheads="1"/>
          </p:cNvSpPr>
          <p:nvPr/>
        </p:nvSpPr>
        <p:spPr bwMode="auto">
          <a:xfrm>
            <a:off x="6697663" y="6338570"/>
            <a:ext cx="2089150" cy="579438"/>
          </a:xfrm>
          <a:prstGeom prst="rect">
            <a:avLst/>
          </a:prstGeom>
          <a:noFill/>
          <a:ln w="9525">
            <a:noFill/>
            <a:miter lim="800000"/>
            <a:headEnd/>
            <a:tailEnd/>
          </a:ln>
        </p:spPr>
        <p:txBody>
          <a:bodyPr anchor="ctr">
            <a:spAutoFit/>
          </a:bodyPr>
          <a:lstStyle/>
          <a:p>
            <a:pPr defTabSz="914400"/>
            <a:r>
              <a:rPr lang="zh-CN" altLang="en-US" sz="3200" b="1" dirty="0">
                <a:latin typeface="微软雅黑" pitchFamily="34" charset="-122"/>
                <a:ea typeface="微软雅黑" pitchFamily="34" charset="-122"/>
              </a:rPr>
              <a:t>晶格吸收 </a:t>
            </a:r>
          </a:p>
        </p:txBody>
      </p:sp>
      <p:sp>
        <p:nvSpPr>
          <p:cNvPr id="8" name="Rectangle 8"/>
          <p:cNvSpPr>
            <a:spLocks noChangeArrowheads="1"/>
          </p:cNvSpPr>
          <p:nvPr/>
        </p:nvSpPr>
        <p:spPr bwMode="auto">
          <a:xfrm>
            <a:off x="3141663" y="4922520"/>
            <a:ext cx="2355850" cy="579438"/>
          </a:xfrm>
          <a:prstGeom prst="rect">
            <a:avLst/>
          </a:prstGeom>
          <a:solidFill>
            <a:srgbClr val="FF99FF"/>
          </a:solidFill>
          <a:ln w="9525">
            <a:noFill/>
            <a:miter lim="800000"/>
            <a:headEnd/>
            <a:tailEnd/>
          </a:ln>
        </p:spPr>
        <p:txBody>
          <a:bodyPr anchor="ctr">
            <a:spAutoFit/>
          </a:bodyPr>
          <a:lstStyle/>
          <a:p>
            <a:pPr defTabSz="914400"/>
            <a:r>
              <a:rPr lang="zh-CN" altLang="en-US" sz="3200" b="1" dirty="0">
                <a:latin typeface="微软雅黑" pitchFamily="34" charset="-122"/>
                <a:ea typeface="微软雅黑" pitchFamily="34" charset="-122"/>
              </a:rPr>
              <a:t>非本征吸收</a:t>
            </a:r>
          </a:p>
        </p:txBody>
      </p:sp>
      <p:sp>
        <p:nvSpPr>
          <p:cNvPr id="9" name="左大括号 8"/>
          <p:cNvSpPr/>
          <p:nvPr/>
        </p:nvSpPr>
        <p:spPr>
          <a:xfrm>
            <a:off x="5630863" y="3854133"/>
            <a:ext cx="666750" cy="2844800"/>
          </a:xfrm>
          <a:prstGeom prst="lef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defTabSz="914400">
              <a:defRPr/>
            </a:pPr>
            <a:endParaRPr lang="zh-CN" altLang="en-US" sz="2800" b="1">
              <a:latin typeface="微软雅黑" pitchFamily="34" charset="-122"/>
              <a:ea typeface="微软雅黑" pitchFamily="34" charset="-122"/>
            </a:endParaRPr>
          </a:p>
        </p:txBody>
      </p:sp>
      <p:sp>
        <p:nvSpPr>
          <p:cNvPr id="15" name="文本框 60">
            <a:extLst>
              <a:ext uri="{FF2B5EF4-FFF2-40B4-BE49-F238E27FC236}">
                <a16:creationId xmlns:a16="http://schemas.microsoft.com/office/drawing/2014/main" xmlns="" id="{CCBF3760-4683-4EDA-88AF-FED8291DC69C}"/>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半导体的光吸收效应</a:t>
            </a:r>
          </a:p>
        </p:txBody>
      </p:sp>
      <p:sp>
        <p:nvSpPr>
          <p:cNvPr id="18" name="矩形 17">
            <a:extLst>
              <a:ext uri="{FF2B5EF4-FFF2-40B4-BE49-F238E27FC236}">
                <a16:creationId xmlns:a16="http://schemas.microsoft.com/office/drawing/2014/main" xmlns="" id="{FAAC6317-F1B1-4C2F-B3B3-4D4A230647E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xmlns="" id="{61DF811F-E6D0-46F8-B6CB-AB215DB4C39B}"/>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xmlns="" id="{89E91D01-D57B-47BC-801F-E21F345B9103}"/>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xmlns="" id="{2CF25ECA-E869-458C-9A68-7C4825455DC4}"/>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a16="http://schemas.microsoft.com/office/drawing/2014/main" xmlns="" id="{FA5A0B2C-D260-402E-90C8-D76EAF895686}"/>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23" name="直接连接符 58">
            <a:extLst>
              <a:ext uri="{FF2B5EF4-FFF2-40B4-BE49-F238E27FC236}">
                <a16:creationId xmlns:a16="http://schemas.microsoft.com/office/drawing/2014/main" xmlns="" id="{915E8D82-C987-49EE-91D2-96966E92F671}"/>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0534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ox(i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ox(in)">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ox(in)">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ox(in)">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10" grpId="0"/>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a:spLocks noChangeArrowheads="1"/>
          </p:cNvSpPr>
          <p:nvPr/>
        </p:nvSpPr>
        <p:spPr bwMode="auto">
          <a:xfrm>
            <a:off x="2923255" y="3897118"/>
            <a:ext cx="533400" cy="369887"/>
          </a:xfrm>
          <a:prstGeom prst="rect">
            <a:avLst/>
          </a:prstGeom>
          <a:noFill/>
          <a:ln w="9525">
            <a:noFill/>
            <a:miter lim="800000"/>
            <a:headEnd/>
            <a:tailEnd/>
          </a:ln>
        </p:spPr>
        <p:txBody>
          <a:bodyPr lIns="0" tIns="0" rIns="0" bIns="0">
            <a:spAutoFit/>
          </a:bodyPr>
          <a:lstStyle/>
          <a:p>
            <a:r>
              <a:rPr lang="en-US" altLang="zh-CN" sz="2400" b="1">
                <a:solidFill>
                  <a:srgbClr val="FF0000"/>
                </a:solidFill>
                <a:latin typeface="Times New Roman" pitchFamily="18" charset="0"/>
                <a:ea typeface="微软雅黑" pitchFamily="34" charset="-122"/>
                <a:cs typeface="Times New Roman" pitchFamily="18" charset="0"/>
              </a:rPr>
              <a:t>As</a:t>
            </a:r>
            <a:r>
              <a:rPr lang="en-US" altLang="zh-CN" sz="2400" b="1" baseline="30000">
                <a:solidFill>
                  <a:srgbClr val="FF0000"/>
                </a:solidFill>
                <a:latin typeface="Times New Roman" pitchFamily="18" charset="0"/>
                <a:ea typeface="微软雅黑" pitchFamily="34" charset="-122"/>
                <a:cs typeface="Times New Roman" pitchFamily="18" charset="0"/>
              </a:rPr>
              <a:t>+</a:t>
            </a:r>
            <a:endParaRPr lang="zh-CN" altLang="en-US" sz="2400" b="1">
              <a:solidFill>
                <a:srgbClr val="FF0000"/>
              </a:solidFill>
              <a:latin typeface="Times New Roman" pitchFamily="18" charset="0"/>
              <a:ea typeface="微软雅黑" pitchFamily="34" charset="-122"/>
              <a:cs typeface="Times New Roman" pitchFamily="18" charset="0"/>
            </a:endParaRPr>
          </a:p>
        </p:txBody>
      </p:sp>
      <p:sp>
        <p:nvSpPr>
          <p:cNvPr id="17" name="矩形 16"/>
          <p:cNvSpPr/>
          <p:nvPr/>
        </p:nvSpPr>
        <p:spPr>
          <a:xfrm>
            <a:off x="2724818" y="4608318"/>
            <a:ext cx="2711450" cy="1111250"/>
          </a:xfrm>
          <a:prstGeom prst="rect">
            <a:avLst/>
          </a:prstGeom>
          <a:solidFill>
            <a:schemeClr val="bg1"/>
          </a:solidFill>
          <a:ln w="317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8" name="矩形 17"/>
          <p:cNvSpPr/>
          <p:nvPr/>
        </p:nvSpPr>
        <p:spPr>
          <a:xfrm>
            <a:off x="2720055" y="2341368"/>
            <a:ext cx="2711450" cy="1111250"/>
          </a:xfrm>
          <a:prstGeom prst="rect">
            <a:avLst/>
          </a:prstGeom>
          <a:solidFill>
            <a:schemeClr val="accent6">
              <a:lumMod val="60000"/>
              <a:lumOff val="40000"/>
            </a:schemeClr>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grpSp>
        <p:nvGrpSpPr>
          <p:cNvPr id="19" name="组合 273"/>
          <p:cNvGrpSpPr>
            <a:grpSpLocks/>
          </p:cNvGrpSpPr>
          <p:nvPr/>
        </p:nvGrpSpPr>
        <p:grpSpPr bwMode="auto">
          <a:xfrm>
            <a:off x="2813718" y="4713093"/>
            <a:ext cx="2489200" cy="96837"/>
            <a:chOff x="349251" y="4200310"/>
            <a:chExt cx="2489204" cy="96678"/>
          </a:xfrm>
        </p:grpSpPr>
        <p:sp>
          <p:nvSpPr>
            <p:cNvPr id="20"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2"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3"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4"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5"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6"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7"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8"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9"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30"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31"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32" name="组合 286"/>
          <p:cNvGrpSpPr>
            <a:grpSpLocks/>
          </p:cNvGrpSpPr>
          <p:nvPr/>
        </p:nvGrpSpPr>
        <p:grpSpPr bwMode="auto">
          <a:xfrm>
            <a:off x="2813718" y="4830568"/>
            <a:ext cx="2489200" cy="96837"/>
            <a:chOff x="349251" y="4200310"/>
            <a:chExt cx="2489204" cy="96678"/>
          </a:xfrm>
        </p:grpSpPr>
        <p:sp>
          <p:nvSpPr>
            <p:cNvPr id="33"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34"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35"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36"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37"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38"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39"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40"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41"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42"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43"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44"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45" name="组合 299"/>
          <p:cNvGrpSpPr>
            <a:grpSpLocks/>
          </p:cNvGrpSpPr>
          <p:nvPr/>
        </p:nvGrpSpPr>
        <p:grpSpPr bwMode="auto">
          <a:xfrm>
            <a:off x="2813718" y="4955980"/>
            <a:ext cx="2489200" cy="96838"/>
            <a:chOff x="349251" y="4200310"/>
            <a:chExt cx="2489204" cy="96678"/>
          </a:xfrm>
        </p:grpSpPr>
        <p:sp>
          <p:nvSpPr>
            <p:cNvPr id="46"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47"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48"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49"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50"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51"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52"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53"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54"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55"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56"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57"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58" name="组合 312"/>
          <p:cNvGrpSpPr>
            <a:grpSpLocks/>
          </p:cNvGrpSpPr>
          <p:nvPr/>
        </p:nvGrpSpPr>
        <p:grpSpPr bwMode="auto">
          <a:xfrm>
            <a:off x="2813718" y="5089330"/>
            <a:ext cx="2489200" cy="96838"/>
            <a:chOff x="349251" y="4200310"/>
            <a:chExt cx="2489204" cy="96678"/>
          </a:xfrm>
        </p:grpSpPr>
        <p:sp>
          <p:nvSpPr>
            <p:cNvPr id="59"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0"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1"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2"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3"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4"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5"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6"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7"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8"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69"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70"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71" name="组合 325"/>
          <p:cNvGrpSpPr>
            <a:grpSpLocks/>
          </p:cNvGrpSpPr>
          <p:nvPr/>
        </p:nvGrpSpPr>
        <p:grpSpPr bwMode="auto">
          <a:xfrm>
            <a:off x="2813718" y="5222680"/>
            <a:ext cx="2489200" cy="96838"/>
            <a:chOff x="349251" y="4200310"/>
            <a:chExt cx="2489204" cy="96678"/>
          </a:xfrm>
        </p:grpSpPr>
        <p:sp>
          <p:nvSpPr>
            <p:cNvPr id="72"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73"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74"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75"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76"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77"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78"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79"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80"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81"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82"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83"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84" name="组合 338"/>
          <p:cNvGrpSpPr>
            <a:grpSpLocks/>
          </p:cNvGrpSpPr>
          <p:nvPr/>
        </p:nvGrpSpPr>
        <p:grpSpPr bwMode="auto">
          <a:xfrm>
            <a:off x="2813718" y="5363968"/>
            <a:ext cx="2489200" cy="96837"/>
            <a:chOff x="349251" y="4200310"/>
            <a:chExt cx="2489204" cy="96678"/>
          </a:xfrm>
        </p:grpSpPr>
        <p:sp>
          <p:nvSpPr>
            <p:cNvPr id="85"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86"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87"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88"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89"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90"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91"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92"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93"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94"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95"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96"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97" name="组合 351"/>
          <p:cNvGrpSpPr>
            <a:grpSpLocks/>
          </p:cNvGrpSpPr>
          <p:nvPr/>
        </p:nvGrpSpPr>
        <p:grpSpPr bwMode="auto">
          <a:xfrm>
            <a:off x="2813718" y="5533830"/>
            <a:ext cx="2489200" cy="96838"/>
            <a:chOff x="349251" y="4200310"/>
            <a:chExt cx="2489204" cy="96678"/>
          </a:xfrm>
        </p:grpSpPr>
        <p:sp>
          <p:nvSpPr>
            <p:cNvPr id="98"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99"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0"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1"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2"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3"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4"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5"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6"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7"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8"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09"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cxnSp>
        <p:nvCxnSpPr>
          <p:cNvPr id="110" name="直接箭头连接符 109"/>
          <p:cNvCxnSpPr/>
          <p:nvPr/>
        </p:nvCxnSpPr>
        <p:spPr>
          <a:xfrm rot="5400000" flipH="1" flipV="1">
            <a:off x="753143" y="3746305"/>
            <a:ext cx="3956050" cy="0"/>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111" name="TextBox 110"/>
          <p:cNvSpPr txBox="1">
            <a:spLocks noChangeArrowheads="1"/>
          </p:cNvSpPr>
          <p:nvPr/>
        </p:nvSpPr>
        <p:spPr bwMode="auto">
          <a:xfrm>
            <a:off x="2167605" y="3497068"/>
            <a:ext cx="444500" cy="369887"/>
          </a:xfrm>
          <a:prstGeom prst="rect">
            <a:avLst/>
          </a:prstGeom>
          <a:noFill/>
          <a:ln w="9525">
            <a:noFill/>
            <a:miter lim="800000"/>
            <a:headEnd/>
            <a:tailEnd/>
          </a:ln>
        </p:spPr>
        <p:txBody>
          <a:bodyPr lIns="0" tIns="0" rIns="0" bIns="0">
            <a:spAutoFit/>
          </a:bodyPr>
          <a:lstStyle/>
          <a:p>
            <a:r>
              <a:rPr lang="en-US" altLang="zh-CN" sz="2400" b="1">
                <a:latin typeface="Times New Roman" pitchFamily="18" charset="0"/>
                <a:ea typeface="微软雅黑" pitchFamily="34" charset="-122"/>
                <a:cs typeface="Times New Roman" pitchFamily="18" charset="0"/>
              </a:rPr>
              <a:t>E</a:t>
            </a:r>
            <a:r>
              <a:rPr lang="en-US" altLang="zh-CN" sz="2400" b="1" baseline="-25000">
                <a:latin typeface="Times New Roman" pitchFamily="18" charset="0"/>
                <a:ea typeface="微软雅黑" pitchFamily="34" charset="-122"/>
                <a:cs typeface="Times New Roman" pitchFamily="18" charset="0"/>
              </a:rPr>
              <a:t>d</a:t>
            </a:r>
            <a:endParaRPr lang="zh-CN" altLang="en-US" sz="2400" b="1" baseline="-25000">
              <a:latin typeface="Times New Roman" pitchFamily="18" charset="0"/>
              <a:ea typeface="微软雅黑" pitchFamily="34" charset="-122"/>
              <a:cs typeface="Times New Roman" pitchFamily="18" charset="0"/>
            </a:endParaRPr>
          </a:p>
        </p:txBody>
      </p:sp>
      <p:sp>
        <p:nvSpPr>
          <p:cNvPr id="112" name="TextBox 111"/>
          <p:cNvSpPr txBox="1">
            <a:spLocks noChangeArrowheads="1"/>
          </p:cNvSpPr>
          <p:nvPr/>
        </p:nvSpPr>
        <p:spPr bwMode="auto">
          <a:xfrm>
            <a:off x="2167605" y="3008118"/>
            <a:ext cx="400050" cy="369887"/>
          </a:xfrm>
          <a:prstGeom prst="rect">
            <a:avLst/>
          </a:prstGeom>
          <a:noFill/>
          <a:ln w="9525">
            <a:noFill/>
            <a:miter lim="800000"/>
            <a:headEnd/>
            <a:tailEnd/>
          </a:ln>
        </p:spPr>
        <p:txBody>
          <a:bodyPr lIns="0" tIns="0" rIns="0" bIns="0">
            <a:spAutoFit/>
          </a:bodyPr>
          <a:lstStyle/>
          <a:p>
            <a:r>
              <a:rPr lang="en-US" altLang="zh-CN" sz="2400" b="1">
                <a:latin typeface="Times New Roman" pitchFamily="18" charset="0"/>
                <a:ea typeface="微软雅黑" pitchFamily="34" charset="-122"/>
                <a:cs typeface="Times New Roman" pitchFamily="18" charset="0"/>
              </a:rPr>
              <a:t>E</a:t>
            </a:r>
            <a:r>
              <a:rPr lang="en-US" altLang="zh-CN" sz="2400" b="1" baseline="-25000">
                <a:latin typeface="Times New Roman" pitchFamily="18" charset="0"/>
                <a:ea typeface="微软雅黑" pitchFamily="34" charset="-122"/>
                <a:cs typeface="Times New Roman" pitchFamily="18" charset="0"/>
              </a:rPr>
              <a:t>c</a:t>
            </a:r>
            <a:endParaRPr lang="zh-CN" altLang="en-US" sz="2400" b="1" baseline="-25000">
              <a:latin typeface="Times New Roman" pitchFamily="18" charset="0"/>
              <a:ea typeface="微软雅黑" pitchFamily="34" charset="-122"/>
              <a:cs typeface="Times New Roman" pitchFamily="18" charset="0"/>
            </a:endParaRPr>
          </a:p>
        </p:txBody>
      </p:sp>
      <p:sp>
        <p:nvSpPr>
          <p:cNvPr id="113" name="TextBox 112"/>
          <p:cNvSpPr txBox="1">
            <a:spLocks noChangeArrowheads="1"/>
          </p:cNvSpPr>
          <p:nvPr/>
        </p:nvSpPr>
        <p:spPr bwMode="auto">
          <a:xfrm>
            <a:off x="2300955" y="4386068"/>
            <a:ext cx="400050" cy="369887"/>
          </a:xfrm>
          <a:prstGeom prst="rect">
            <a:avLst/>
          </a:prstGeom>
          <a:noFill/>
          <a:ln w="9525">
            <a:noFill/>
            <a:miter lim="800000"/>
            <a:headEnd/>
            <a:tailEnd/>
          </a:ln>
        </p:spPr>
        <p:txBody>
          <a:bodyPr lIns="0" tIns="0" rIns="0" bIns="0">
            <a:spAutoFit/>
          </a:bodyPr>
          <a:lstStyle/>
          <a:p>
            <a:r>
              <a:rPr lang="en-US" altLang="zh-CN" sz="2400" b="1">
                <a:latin typeface="Times New Roman" pitchFamily="18" charset="0"/>
                <a:ea typeface="微软雅黑" pitchFamily="34" charset="-122"/>
                <a:cs typeface="Times New Roman" pitchFamily="18" charset="0"/>
              </a:rPr>
              <a:t>E</a:t>
            </a:r>
            <a:r>
              <a:rPr lang="en-US" altLang="zh-CN" sz="2400" b="1" baseline="-25000">
                <a:latin typeface="Times New Roman" pitchFamily="18" charset="0"/>
                <a:ea typeface="微软雅黑" pitchFamily="34" charset="-122"/>
                <a:cs typeface="Times New Roman" pitchFamily="18" charset="0"/>
              </a:rPr>
              <a:t>v</a:t>
            </a:r>
            <a:endParaRPr lang="zh-CN" altLang="en-US" sz="2400" b="1" baseline="-25000">
              <a:latin typeface="Times New Roman" pitchFamily="18" charset="0"/>
              <a:ea typeface="微软雅黑" pitchFamily="34" charset="-122"/>
              <a:cs typeface="Times New Roman" pitchFamily="18" charset="0"/>
            </a:endParaRPr>
          </a:p>
        </p:txBody>
      </p:sp>
      <p:sp>
        <p:nvSpPr>
          <p:cNvPr id="114" name="TextBox 113"/>
          <p:cNvSpPr txBox="1">
            <a:spLocks noChangeArrowheads="1"/>
          </p:cNvSpPr>
          <p:nvPr/>
        </p:nvSpPr>
        <p:spPr bwMode="auto">
          <a:xfrm>
            <a:off x="2345405" y="5541768"/>
            <a:ext cx="266700" cy="369887"/>
          </a:xfrm>
          <a:prstGeom prst="rect">
            <a:avLst/>
          </a:prstGeom>
          <a:noFill/>
          <a:ln w="9525">
            <a:noFill/>
            <a:miter lim="800000"/>
            <a:headEnd/>
            <a:tailEnd/>
          </a:ln>
        </p:spPr>
        <p:txBody>
          <a:bodyPr lIns="0" tIns="0" rIns="0" bIns="0">
            <a:spAutoFit/>
          </a:bodyPr>
          <a:lstStyle/>
          <a:p>
            <a:r>
              <a:rPr lang="en-US" altLang="zh-CN" sz="2400" b="1">
                <a:latin typeface="Times New Roman" pitchFamily="18" charset="0"/>
                <a:ea typeface="微软雅黑" pitchFamily="34" charset="-122"/>
                <a:cs typeface="Times New Roman" pitchFamily="18" charset="0"/>
              </a:rPr>
              <a:t>0</a:t>
            </a:r>
            <a:endParaRPr lang="zh-CN" altLang="en-US" sz="2400" b="1" baseline="-25000">
              <a:latin typeface="Times New Roman" pitchFamily="18" charset="0"/>
              <a:ea typeface="微软雅黑" pitchFamily="34" charset="-122"/>
              <a:cs typeface="Times New Roman" pitchFamily="18" charset="0"/>
            </a:endParaRPr>
          </a:p>
        </p:txBody>
      </p:sp>
      <p:sp>
        <p:nvSpPr>
          <p:cNvPr id="115" name="TextBox 114"/>
          <p:cNvSpPr txBox="1">
            <a:spLocks noChangeArrowheads="1"/>
          </p:cNvSpPr>
          <p:nvPr/>
        </p:nvSpPr>
        <p:spPr bwMode="auto">
          <a:xfrm>
            <a:off x="2300955" y="1807968"/>
            <a:ext cx="400050" cy="369887"/>
          </a:xfrm>
          <a:prstGeom prst="rect">
            <a:avLst/>
          </a:prstGeom>
          <a:noFill/>
          <a:ln w="9525">
            <a:noFill/>
            <a:miter lim="800000"/>
            <a:headEnd/>
            <a:tailEnd/>
          </a:ln>
        </p:spPr>
        <p:txBody>
          <a:bodyPr lIns="0" tIns="0" rIns="0" bIns="0">
            <a:spAutoFit/>
          </a:bodyPr>
          <a:lstStyle/>
          <a:p>
            <a:r>
              <a:rPr lang="en-US" altLang="zh-CN" sz="2400" b="1">
                <a:latin typeface="Times New Roman" pitchFamily="18" charset="0"/>
                <a:ea typeface="微软雅黑" pitchFamily="34" charset="-122"/>
                <a:cs typeface="Times New Roman" pitchFamily="18" charset="0"/>
              </a:rPr>
              <a:t>E</a:t>
            </a:r>
            <a:endParaRPr lang="zh-CN" altLang="en-US" sz="2400" b="1" baseline="-25000">
              <a:latin typeface="Times New Roman" pitchFamily="18" charset="0"/>
              <a:ea typeface="微软雅黑" pitchFamily="34" charset="-122"/>
              <a:cs typeface="Times New Roman" pitchFamily="18" charset="0"/>
            </a:endParaRPr>
          </a:p>
        </p:txBody>
      </p:sp>
      <p:cxnSp>
        <p:nvCxnSpPr>
          <p:cNvPr id="116" name="直接连接符 115"/>
          <p:cNvCxnSpPr/>
          <p:nvPr/>
        </p:nvCxnSpPr>
        <p:spPr>
          <a:xfrm>
            <a:off x="2745455" y="3808218"/>
            <a:ext cx="2711450" cy="15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2967705" y="3808218"/>
            <a:ext cx="266700" cy="1587"/>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4034505" y="3808218"/>
            <a:ext cx="266700" cy="1587"/>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4923505" y="3808218"/>
            <a:ext cx="266700" cy="1587"/>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a:spLocks noChangeArrowheads="1"/>
          </p:cNvSpPr>
          <p:nvPr/>
        </p:nvSpPr>
        <p:spPr bwMode="auto">
          <a:xfrm>
            <a:off x="3901155" y="3897118"/>
            <a:ext cx="533400" cy="369887"/>
          </a:xfrm>
          <a:prstGeom prst="rect">
            <a:avLst/>
          </a:prstGeom>
          <a:noFill/>
          <a:ln w="9525">
            <a:noFill/>
            <a:miter lim="800000"/>
            <a:headEnd/>
            <a:tailEnd/>
          </a:ln>
        </p:spPr>
        <p:txBody>
          <a:bodyPr lIns="0" tIns="0" rIns="0" bIns="0">
            <a:spAutoFit/>
          </a:bodyPr>
          <a:lstStyle/>
          <a:p>
            <a:r>
              <a:rPr lang="en-US" altLang="zh-CN" sz="2400" b="1">
                <a:solidFill>
                  <a:srgbClr val="FF0000"/>
                </a:solidFill>
                <a:latin typeface="Times New Roman" pitchFamily="18" charset="0"/>
                <a:ea typeface="微软雅黑" pitchFamily="34" charset="-122"/>
                <a:cs typeface="Times New Roman" pitchFamily="18" charset="0"/>
              </a:rPr>
              <a:t>As</a:t>
            </a:r>
            <a:r>
              <a:rPr lang="en-US" altLang="zh-CN" sz="2400" b="1" baseline="30000">
                <a:solidFill>
                  <a:srgbClr val="FF0000"/>
                </a:solidFill>
                <a:latin typeface="Times New Roman" pitchFamily="18" charset="0"/>
                <a:ea typeface="微软雅黑" pitchFamily="34" charset="-122"/>
                <a:cs typeface="Times New Roman" pitchFamily="18" charset="0"/>
              </a:rPr>
              <a:t>+</a:t>
            </a:r>
            <a:endParaRPr lang="zh-CN" altLang="en-US" sz="2400" b="1">
              <a:solidFill>
                <a:srgbClr val="FF0000"/>
              </a:solidFill>
              <a:latin typeface="Times New Roman" pitchFamily="18" charset="0"/>
              <a:ea typeface="微软雅黑" pitchFamily="34" charset="-122"/>
              <a:cs typeface="Times New Roman" pitchFamily="18" charset="0"/>
            </a:endParaRPr>
          </a:p>
        </p:txBody>
      </p:sp>
      <p:sp>
        <p:nvSpPr>
          <p:cNvPr id="121" name="TextBox 120"/>
          <p:cNvSpPr txBox="1">
            <a:spLocks noChangeArrowheads="1"/>
          </p:cNvSpPr>
          <p:nvPr/>
        </p:nvSpPr>
        <p:spPr bwMode="auto">
          <a:xfrm>
            <a:off x="4923505" y="3897118"/>
            <a:ext cx="533400" cy="369887"/>
          </a:xfrm>
          <a:prstGeom prst="rect">
            <a:avLst/>
          </a:prstGeom>
          <a:noFill/>
          <a:ln w="9525">
            <a:noFill/>
            <a:miter lim="800000"/>
            <a:headEnd/>
            <a:tailEnd/>
          </a:ln>
        </p:spPr>
        <p:txBody>
          <a:bodyPr lIns="0" tIns="0" rIns="0" bIns="0">
            <a:spAutoFit/>
          </a:bodyPr>
          <a:lstStyle/>
          <a:p>
            <a:r>
              <a:rPr lang="en-US" altLang="zh-CN" sz="2400" b="1">
                <a:solidFill>
                  <a:srgbClr val="FF0000"/>
                </a:solidFill>
                <a:latin typeface="Times New Roman" pitchFamily="18" charset="0"/>
                <a:ea typeface="微软雅黑" pitchFamily="34" charset="-122"/>
                <a:cs typeface="Times New Roman" pitchFamily="18" charset="0"/>
              </a:rPr>
              <a:t>As</a:t>
            </a:r>
            <a:r>
              <a:rPr lang="en-US" altLang="zh-CN" sz="2400" b="1" baseline="30000">
                <a:solidFill>
                  <a:srgbClr val="FF0000"/>
                </a:solidFill>
                <a:latin typeface="Times New Roman" pitchFamily="18" charset="0"/>
                <a:ea typeface="微软雅黑" pitchFamily="34" charset="-122"/>
                <a:cs typeface="Times New Roman" pitchFamily="18" charset="0"/>
              </a:rPr>
              <a:t>+</a:t>
            </a:r>
            <a:endParaRPr lang="zh-CN" altLang="en-US" sz="2400" b="1">
              <a:solidFill>
                <a:srgbClr val="FF0000"/>
              </a:solidFill>
              <a:latin typeface="Times New Roman" pitchFamily="18" charset="0"/>
              <a:ea typeface="微软雅黑" pitchFamily="34" charset="-122"/>
              <a:cs typeface="Times New Roman" pitchFamily="18" charset="0"/>
            </a:endParaRPr>
          </a:p>
        </p:txBody>
      </p:sp>
      <p:sp>
        <p:nvSpPr>
          <p:cNvPr id="122" name="Oval 259"/>
          <p:cNvSpPr>
            <a:spLocks noChangeArrowheads="1"/>
          </p:cNvSpPr>
          <p:nvPr/>
        </p:nvSpPr>
        <p:spPr bwMode="auto">
          <a:xfrm flipH="1" flipV="1">
            <a:off x="5013993" y="3763768"/>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23" name="Oval 259"/>
          <p:cNvSpPr>
            <a:spLocks noChangeArrowheads="1"/>
          </p:cNvSpPr>
          <p:nvPr/>
        </p:nvSpPr>
        <p:spPr bwMode="auto">
          <a:xfrm flipH="1" flipV="1">
            <a:off x="4123405" y="3763768"/>
            <a:ext cx="87313"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24" name="Oval 259"/>
          <p:cNvSpPr>
            <a:spLocks noChangeArrowheads="1"/>
          </p:cNvSpPr>
          <p:nvPr/>
        </p:nvSpPr>
        <p:spPr bwMode="auto">
          <a:xfrm flipH="1" flipV="1">
            <a:off x="3058193" y="3763768"/>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25" name="Rectangle 8"/>
          <p:cNvSpPr>
            <a:spLocks noChangeArrowheads="1"/>
          </p:cNvSpPr>
          <p:nvPr/>
        </p:nvSpPr>
        <p:spPr bwMode="auto">
          <a:xfrm>
            <a:off x="5692083" y="983567"/>
            <a:ext cx="2311400" cy="646113"/>
          </a:xfrm>
          <a:prstGeom prst="rect">
            <a:avLst/>
          </a:prstGeom>
          <a:solidFill>
            <a:srgbClr val="0000FF"/>
          </a:solidFill>
          <a:ln w="9525">
            <a:noFill/>
            <a:miter lim="800000"/>
            <a:headEnd/>
            <a:tailEnd/>
          </a:ln>
        </p:spPr>
        <p:txBody>
          <a:bodyPr anchor="ctr">
            <a:spAutoFit/>
          </a:bodyPr>
          <a:lstStyle/>
          <a:p>
            <a:pPr algn="ctr"/>
            <a:r>
              <a:rPr lang="zh-CN" altLang="en-US" sz="3600" b="1" dirty="0">
                <a:solidFill>
                  <a:schemeClr val="bg1"/>
                </a:solidFill>
                <a:latin typeface="Times New Roman" pitchFamily="18" charset="0"/>
                <a:ea typeface="微软雅黑" pitchFamily="34" charset="-122"/>
                <a:cs typeface="Times New Roman" pitchFamily="18" charset="0"/>
              </a:rPr>
              <a:t>杂质吸收</a:t>
            </a:r>
          </a:p>
        </p:txBody>
      </p:sp>
      <p:sp>
        <p:nvSpPr>
          <p:cNvPr id="126" name="Rectangle 8"/>
          <p:cNvSpPr>
            <a:spLocks noChangeArrowheads="1"/>
          </p:cNvSpPr>
          <p:nvPr/>
        </p:nvSpPr>
        <p:spPr bwMode="auto">
          <a:xfrm>
            <a:off x="2813718" y="6597821"/>
            <a:ext cx="2311400" cy="584200"/>
          </a:xfrm>
          <a:prstGeom prst="rect">
            <a:avLst/>
          </a:prstGeom>
          <a:solidFill>
            <a:srgbClr val="FFC000"/>
          </a:solidFill>
          <a:ln w="9525">
            <a:noFill/>
            <a:miter lim="800000"/>
            <a:headEnd/>
            <a:tailEnd/>
          </a:ln>
        </p:spPr>
        <p:txBody>
          <a:bodyPr anchor="ctr">
            <a:spAutoFit/>
          </a:bodyPr>
          <a:lstStyle/>
          <a:p>
            <a:pPr algn="ctr"/>
            <a:r>
              <a:rPr lang="en-US" altLang="zh-CN" sz="3200" b="1">
                <a:solidFill>
                  <a:srgbClr val="0000CC"/>
                </a:solidFill>
                <a:latin typeface="Times New Roman" pitchFamily="18" charset="0"/>
                <a:ea typeface="微软雅黑" pitchFamily="34" charset="-122"/>
                <a:cs typeface="Times New Roman" pitchFamily="18" charset="0"/>
              </a:rPr>
              <a:t>N</a:t>
            </a:r>
            <a:r>
              <a:rPr lang="zh-CN" altLang="en-US" sz="3200" b="1">
                <a:solidFill>
                  <a:srgbClr val="0000CC"/>
                </a:solidFill>
                <a:latin typeface="Times New Roman" pitchFamily="18" charset="0"/>
                <a:ea typeface="微软雅黑" pitchFamily="34" charset="-122"/>
                <a:cs typeface="Times New Roman" pitchFamily="18" charset="0"/>
              </a:rPr>
              <a:t>型半导体</a:t>
            </a:r>
          </a:p>
        </p:txBody>
      </p:sp>
      <p:sp>
        <p:nvSpPr>
          <p:cNvPr id="127" name="TextBox 126"/>
          <p:cNvSpPr txBox="1">
            <a:spLocks noChangeArrowheads="1"/>
          </p:cNvSpPr>
          <p:nvPr/>
        </p:nvSpPr>
        <p:spPr bwMode="auto">
          <a:xfrm>
            <a:off x="9236425" y="3926328"/>
            <a:ext cx="533400" cy="369887"/>
          </a:xfrm>
          <a:prstGeom prst="rect">
            <a:avLst/>
          </a:prstGeom>
          <a:noFill/>
          <a:ln w="9525">
            <a:noFill/>
            <a:miter lim="800000"/>
            <a:headEnd/>
            <a:tailEnd/>
          </a:ln>
        </p:spPr>
        <p:txBody>
          <a:bodyPr lIns="0" tIns="0" rIns="0" bIns="0">
            <a:spAutoFit/>
          </a:bodyPr>
          <a:lstStyle/>
          <a:p>
            <a:r>
              <a:rPr lang="en-US" altLang="zh-CN" sz="2400" b="1">
                <a:solidFill>
                  <a:srgbClr val="FF0000"/>
                </a:solidFill>
                <a:latin typeface="Times New Roman" pitchFamily="18" charset="0"/>
                <a:ea typeface="微软雅黑" pitchFamily="34" charset="-122"/>
                <a:cs typeface="Times New Roman" pitchFamily="18" charset="0"/>
              </a:rPr>
              <a:t>B</a:t>
            </a:r>
            <a:r>
              <a:rPr lang="en-US" altLang="zh-CN" sz="2400" b="1" baseline="30000">
                <a:solidFill>
                  <a:srgbClr val="FF0000"/>
                </a:solidFill>
                <a:latin typeface="Times New Roman" pitchFamily="18" charset="0"/>
                <a:ea typeface="微软雅黑" pitchFamily="34" charset="-122"/>
                <a:cs typeface="Times New Roman" pitchFamily="18" charset="0"/>
              </a:rPr>
              <a:t>-</a:t>
            </a:r>
            <a:endParaRPr lang="zh-CN" altLang="en-US" sz="2400" b="1">
              <a:solidFill>
                <a:srgbClr val="FF0000"/>
              </a:solidFill>
              <a:latin typeface="Times New Roman" pitchFamily="18" charset="0"/>
              <a:ea typeface="微软雅黑" pitchFamily="34" charset="-122"/>
              <a:cs typeface="Times New Roman" pitchFamily="18" charset="0"/>
            </a:endParaRPr>
          </a:p>
        </p:txBody>
      </p:sp>
      <p:sp>
        <p:nvSpPr>
          <p:cNvPr id="128" name="矩形 127"/>
          <p:cNvSpPr/>
          <p:nvPr/>
        </p:nvSpPr>
        <p:spPr>
          <a:xfrm>
            <a:off x="9037988" y="4637528"/>
            <a:ext cx="2711450" cy="1111250"/>
          </a:xfrm>
          <a:prstGeom prst="rect">
            <a:avLst/>
          </a:prstGeom>
          <a:solidFill>
            <a:schemeClr val="bg1"/>
          </a:solidFill>
          <a:ln w="317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29" name="矩形 128"/>
          <p:cNvSpPr/>
          <p:nvPr/>
        </p:nvSpPr>
        <p:spPr>
          <a:xfrm>
            <a:off x="9033225" y="2370578"/>
            <a:ext cx="2711450" cy="1111250"/>
          </a:xfrm>
          <a:prstGeom prst="rect">
            <a:avLst/>
          </a:prstGeom>
          <a:solidFill>
            <a:schemeClr val="accent6">
              <a:lumMod val="60000"/>
              <a:lumOff val="40000"/>
            </a:schemeClr>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b="1">
              <a:latin typeface="Times New Roman" pitchFamily="18" charset="0"/>
              <a:ea typeface="微软雅黑" pitchFamily="34" charset="-122"/>
              <a:cs typeface="Times New Roman" pitchFamily="18" charset="0"/>
            </a:endParaRPr>
          </a:p>
        </p:txBody>
      </p:sp>
      <p:sp>
        <p:nvSpPr>
          <p:cNvPr id="130" name="Oval 259"/>
          <p:cNvSpPr>
            <a:spLocks noChangeArrowheads="1"/>
          </p:cNvSpPr>
          <p:nvPr/>
        </p:nvSpPr>
        <p:spPr bwMode="auto">
          <a:xfrm rot="5400000" flipH="1" flipV="1">
            <a:off x="9128475" y="4743891"/>
            <a:ext cx="85725"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31" name="Oval 259"/>
          <p:cNvSpPr>
            <a:spLocks noChangeArrowheads="1"/>
          </p:cNvSpPr>
          <p:nvPr/>
        </p:nvSpPr>
        <p:spPr bwMode="auto">
          <a:xfrm rot="5400000" flipH="1" flipV="1">
            <a:off x="9345168" y="4743097"/>
            <a:ext cx="87313"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32" name="Oval 259"/>
          <p:cNvSpPr>
            <a:spLocks noChangeArrowheads="1"/>
          </p:cNvSpPr>
          <p:nvPr/>
        </p:nvSpPr>
        <p:spPr bwMode="auto">
          <a:xfrm rot="5400000" flipH="1" flipV="1">
            <a:off x="9572182" y="4744684"/>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33" name="Oval 259"/>
          <p:cNvSpPr>
            <a:spLocks noChangeArrowheads="1"/>
          </p:cNvSpPr>
          <p:nvPr/>
        </p:nvSpPr>
        <p:spPr bwMode="auto">
          <a:xfrm rot="5400000" flipH="1" flipV="1">
            <a:off x="9794431" y="4743097"/>
            <a:ext cx="87313"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34" name="Oval 259"/>
          <p:cNvSpPr>
            <a:spLocks noChangeArrowheads="1"/>
          </p:cNvSpPr>
          <p:nvPr/>
        </p:nvSpPr>
        <p:spPr bwMode="auto">
          <a:xfrm rot="5400000" flipH="1" flipV="1">
            <a:off x="10020650" y="4740716"/>
            <a:ext cx="85725"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35" name="Oval 259"/>
          <p:cNvSpPr>
            <a:spLocks noChangeArrowheads="1"/>
          </p:cNvSpPr>
          <p:nvPr/>
        </p:nvSpPr>
        <p:spPr bwMode="auto">
          <a:xfrm rot="5400000" flipH="1" flipV="1">
            <a:off x="10238932" y="4744684"/>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36" name="Oval 259"/>
          <p:cNvSpPr>
            <a:spLocks noChangeArrowheads="1"/>
          </p:cNvSpPr>
          <p:nvPr/>
        </p:nvSpPr>
        <p:spPr bwMode="auto">
          <a:xfrm rot="5400000" flipH="1" flipV="1">
            <a:off x="10461182" y="4744684"/>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37" name="Oval 259"/>
          <p:cNvSpPr>
            <a:spLocks noChangeArrowheads="1"/>
          </p:cNvSpPr>
          <p:nvPr/>
        </p:nvSpPr>
        <p:spPr bwMode="auto">
          <a:xfrm rot="5400000" flipH="1" flipV="1">
            <a:off x="10683432" y="4747859"/>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38" name="Oval 259"/>
          <p:cNvSpPr>
            <a:spLocks noChangeArrowheads="1"/>
          </p:cNvSpPr>
          <p:nvPr/>
        </p:nvSpPr>
        <p:spPr bwMode="auto">
          <a:xfrm rot="5400000" flipH="1" flipV="1">
            <a:off x="10905682" y="4751034"/>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39" name="Oval 259"/>
          <p:cNvSpPr>
            <a:spLocks noChangeArrowheads="1"/>
          </p:cNvSpPr>
          <p:nvPr/>
        </p:nvSpPr>
        <p:spPr bwMode="auto">
          <a:xfrm rot="5400000" flipH="1" flipV="1">
            <a:off x="11127932" y="4751034"/>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40" name="Oval 259"/>
          <p:cNvSpPr>
            <a:spLocks noChangeArrowheads="1"/>
          </p:cNvSpPr>
          <p:nvPr/>
        </p:nvSpPr>
        <p:spPr bwMode="auto">
          <a:xfrm rot="5400000" flipH="1" flipV="1">
            <a:off x="11350182" y="4751034"/>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41" name="Oval 259"/>
          <p:cNvSpPr>
            <a:spLocks noChangeArrowheads="1"/>
          </p:cNvSpPr>
          <p:nvPr/>
        </p:nvSpPr>
        <p:spPr bwMode="auto">
          <a:xfrm rot="5400000" flipH="1" flipV="1">
            <a:off x="11527982" y="4751034"/>
            <a:ext cx="87312" cy="88900"/>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nvGrpSpPr>
          <p:cNvPr id="142" name="组合 17"/>
          <p:cNvGrpSpPr>
            <a:grpSpLocks/>
          </p:cNvGrpSpPr>
          <p:nvPr/>
        </p:nvGrpSpPr>
        <p:grpSpPr bwMode="auto">
          <a:xfrm>
            <a:off x="9126888" y="4859778"/>
            <a:ext cx="2489200" cy="96837"/>
            <a:chOff x="349251" y="4200310"/>
            <a:chExt cx="2489204" cy="96678"/>
          </a:xfrm>
        </p:grpSpPr>
        <p:sp>
          <p:nvSpPr>
            <p:cNvPr id="143"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44"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45"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46"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47"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48"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49"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50"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51"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52"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53"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54"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155" name="组合 30"/>
          <p:cNvGrpSpPr>
            <a:grpSpLocks/>
          </p:cNvGrpSpPr>
          <p:nvPr/>
        </p:nvGrpSpPr>
        <p:grpSpPr bwMode="auto">
          <a:xfrm>
            <a:off x="9126888" y="4985190"/>
            <a:ext cx="2489200" cy="96838"/>
            <a:chOff x="349251" y="4200310"/>
            <a:chExt cx="2489204" cy="96678"/>
          </a:xfrm>
        </p:grpSpPr>
        <p:sp>
          <p:nvSpPr>
            <p:cNvPr id="156"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57"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58"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59"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60"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61"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62"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63"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64"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65"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66"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67"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168" name="组合 43"/>
          <p:cNvGrpSpPr>
            <a:grpSpLocks/>
          </p:cNvGrpSpPr>
          <p:nvPr/>
        </p:nvGrpSpPr>
        <p:grpSpPr bwMode="auto">
          <a:xfrm>
            <a:off x="9126888" y="5118540"/>
            <a:ext cx="2489200" cy="96838"/>
            <a:chOff x="349251" y="4200310"/>
            <a:chExt cx="2489204" cy="96678"/>
          </a:xfrm>
        </p:grpSpPr>
        <p:sp>
          <p:nvSpPr>
            <p:cNvPr id="169"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0"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1"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2"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3"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4"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5"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6"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7"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8"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79"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80"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181" name="组合 56"/>
          <p:cNvGrpSpPr>
            <a:grpSpLocks/>
          </p:cNvGrpSpPr>
          <p:nvPr/>
        </p:nvGrpSpPr>
        <p:grpSpPr bwMode="auto">
          <a:xfrm>
            <a:off x="9126888" y="5251890"/>
            <a:ext cx="2489200" cy="96838"/>
            <a:chOff x="349251" y="4200310"/>
            <a:chExt cx="2489204" cy="96678"/>
          </a:xfrm>
        </p:grpSpPr>
        <p:sp>
          <p:nvSpPr>
            <p:cNvPr id="182"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83"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84"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85"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86"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87"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88"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89"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90"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91"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92"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93"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194" name="组合 69"/>
          <p:cNvGrpSpPr>
            <a:grpSpLocks/>
          </p:cNvGrpSpPr>
          <p:nvPr/>
        </p:nvGrpSpPr>
        <p:grpSpPr bwMode="auto">
          <a:xfrm>
            <a:off x="9126888" y="5393178"/>
            <a:ext cx="2489200" cy="96837"/>
            <a:chOff x="349251" y="4200310"/>
            <a:chExt cx="2489204" cy="96678"/>
          </a:xfrm>
        </p:grpSpPr>
        <p:sp>
          <p:nvSpPr>
            <p:cNvPr id="195"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96"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97"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98"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199"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00"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01"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02"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03"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04"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05"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06"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grpSp>
        <p:nvGrpSpPr>
          <p:cNvPr id="207" name="组合 82"/>
          <p:cNvGrpSpPr>
            <a:grpSpLocks/>
          </p:cNvGrpSpPr>
          <p:nvPr/>
        </p:nvGrpSpPr>
        <p:grpSpPr bwMode="auto">
          <a:xfrm>
            <a:off x="9126888" y="5563040"/>
            <a:ext cx="2489200" cy="96838"/>
            <a:chOff x="349251" y="4200310"/>
            <a:chExt cx="2489204" cy="96678"/>
          </a:xfrm>
        </p:grpSpPr>
        <p:sp>
          <p:nvSpPr>
            <p:cNvPr id="208"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09"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0"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1"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2"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3"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4"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5"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6"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7"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8"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19"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grpSp>
      <p:cxnSp>
        <p:nvCxnSpPr>
          <p:cNvPr id="220" name="直接箭头连接符 219"/>
          <p:cNvCxnSpPr/>
          <p:nvPr/>
        </p:nvCxnSpPr>
        <p:spPr>
          <a:xfrm rot="5400000" flipH="1" flipV="1">
            <a:off x="7066313" y="3775515"/>
            <a:ext cx="3956050" cy="0"/>
          </a:xfrm>
          <a:prstGeom prst="straightConnector1">
            <a:avLst/>
          </a:prstGeom>
          <a:ln w="38100">
            <a:solidFill>
              <a:schemeClr val="tx1"/>
            </a:solidFill>
            <a:tailEnd type="stealth" w="med" len="lg"/>
          </a:ln>
        </p:spPr>
        <p:style>
          <a:lnRef idx="1">
            <a:schemeClr val="accent1"/>
          </a:lnRef>
          <a:fillRef idx="0">
            <a:schemeClr val="accent1"/>
          </a:fillRef>
          <a:effectRef idx="0">
            <a:schemeClr val="accent1"/>
          </a:effectRef>
          <a:fontRef idx="minor">
            <a:schemeClr val="tx1"/>
          </a:fontRef>
        </p:style>
      </p:cxnSp>
      <p:sp>
        <p:nvSpPr>
          <p:cNvPr id="221" name="TextBox 220"/>
          <p:cNvSpPr txBox="1">
            <a:spLocks noChangeArrowheads="1"/>
          </p:cNvSpPr>
          <p:nvPr/>
        </p:nvSpPr>
        <p:spPr bwMode="auto">
          <a:xfrm>
            <a:off x="8480775" y="4148578"/>
            <a:ext cx="444500" cy="369887"/>
          </a:xfrm>
          <a:prstGeom prst="rect">
            <a:avLst/>
          </a:prstGeom>
          <a:noFill/>
          <a:ln w="9525">
            <a:noFill/>
            <a:miter lim="800000"/>
            <a:headEnd/>
            <a:tailEnd/>
          </a:ln>
        </p:spPr>
        <p:txBody>
          <a:bodyPr lIns="0" tIns="0" rIns="0" bIns="0">
            <a:spAutoFit/>
          </a:bodyPr>
          <a:lstStyle/>
          <a:p>
            <a:r>
              <a:rPr lang="en-US" altLang="zh-CN" sz="2400" b="1">
                <a:latin typeface="Times New Roman" pitchFamily="18" charset="0"/>
                <a:ea typeface="微软雅黑" pitchFamily="34" charset="-122"/>
                <a:cs typeface="Times New Roman" pitchFamily="18" charset="0"/>
              </a:rPr>
              <a:t>E</a:t>
            </a:r>
            <a:r>
              <a:rPr lang="en-US" altLang="zh-CN" sz="2400" b="1" baseline="-25000">
                <a:latin typeface="Times New Roman" pitchFamily="18" charset="0"/>
                <a:ea typeface="微软雅黑" pitchFamily="34" charset="-122"/>
                <a:cs typeface="Times New Roman" pitchFamily="18" charset="0"/>
              </a:rPr>
              <a:t>a</a:t>
            </a:r>
            <a:endParaRPr lang="zh-CN" altLang="en-US" sz="2400" b="1" baseline="-25000">
              <a:latin typeface="Times New Roman" pitchFamily="18" charset="0"/>
              <a:ea typeface="微软雅黑" pitchFamily="34" charset="-122"/>
              <a:cs typeface="Times New Roman" pitchFamily="18" charset="0"/>
            </a:endParaRPr>
          </a:p>
        </p:txBody>
      </p:sp>
      <p:sp>
        <p:nvSpPr>
          <p:cNvPr id="222" name="TextBox 221"/>
          <p:cNvSpPr txBox="1">
            <a:spLocks noChangeArrowheads="1"/>
          </p:cNvSpPr>
          <p:nvPr/>
        </p:nvSpPr>
        <p:spPr bwMode="auto">
          <a:xfrm>
            <a:off x="8480775" y="3037328"/>
            <a:ext cx="400050" cy="369887"/>
          </a:xfrm>
          <a:prstGeom prst="rect">
            <a:avLst/>
          </a:prstGeom>
          <a:noFill/>
          <a:ln w="9525">
            <a:noFill/>
            <a:miter lim="800000"/>
            <a:headEnd/>
            <a:tailEnd/>
          </a:ln>
        </p:spPr>
        <p:txBody>
          <a:bodyPr lIns="0" tIns="0" rIns="0" bIns="0">
            <a:spAutoFit/>
          </a:bodyPr>
          <a:lstStyle/>
          <a:p>
            <a:r>
              <a:rPr lang="en-US" altLang="zh-CN" sz="2400" b="1">
                <a:latin typeface="Times New Roman" pitchFamily="18" charset="0"/>
                <a:ea typeface="微软雅黑" pitchFamily="34" charset="-122"/>
                <a:cs typeface="Times New Roman" pitchFamily="18" charset="0"/>
              </a:rPr>
              <a:t>E</a:t>
            </a:r>
            <a:r>
              <a:rPr lang="en-US" altLang="zh-CN" sz="2400" b="1" baseline="-25000">
                <a:latin typeface="Times New Roman" pitchFamily="18" charset="0"/>
                <a:ea typeface="微软雅黑" pitchFamily="34" charset="-122"/>
                <a:cs typeface="Times New Roman" pitchFamily="18" charset="0"/>
              </a:rPr>
              <a:t>c</a:t>
            </a:r>
            <a:endParaRPr lang="zh-CN" altLang="en-US" sz="2400" b="1" baseline="-25000">
              <a:latin typeface="Times New Roman" pitchFamily="18" charset="0"/>
              <a:ea typeface="微软雅黑" pitchFamily="34" charset="-122"/>
              <a:cs typeface="Times New Roman" pitchFamily="18" charset="0"/>
            </a:endParaRPr>
          </a:p>
        </p:txBody>
      </p:sp>
      <p:sp>
        <p:nvSpPr>
          <p:cNvPr id="223" name="TextBox 222"/>
          <p:cNvSpPr txBox="1">
            <a:spLocks noChangeArrowheads="1"/>
          </p:cNvSpPr>
          <p:nvPr/>
        </p:nvSpPr>
        <p:spPr bwMode="auto">
          <a:xfrm>
            <a:off x="8525225" y="4578790"/>
            <a:ext cx="400050" cy="369888"/>
          </a:xfrm>
          <a:prstGeom prst="rect">
            <a:avLst/>
          </a:prstGeom>
          <a:noFill/>
          <a:ln w="9525">
            <a:noFill/>
            <a:miter lim="800000"/>
            <a:headEnd/>
            <a:tailEnd/>
          </a:ln>
        </p:spPr>
        <p:txBody>
          <a:bodyPr lIns="0" tIns="0" rIns="0" bIns="0">
            <a:spAutoFit/>
          </a:bodyPr>
          <a:lstStyle/>
          <a:p>
            <a:r>
              <a:rPr lang="en-US" altLang="zh-CN" sz="2400" b="1">
                <a:latin typeface="Times New Roman" pitchFamily="18" charset="0"/>
                <a:ea typeface="微软雅黑" pitchFamily="34" charset="-122"/>
                <a:cs typeface="Times New Roman" pitchFamily="18" charset="0"/>
              </a:rPr>
              <a:t>E</a:t>
            </a:r>
            <a:r>
              <a:rPr lang="en-US" altLang="zh-CN" sz="2400" b="1" baseline="-25000">
                <a:latin typeface="Times New Roman" pitchFamily="18" charset="0"/>
                <a:ea typeface="微软雅黑" pitchFamily="34" charset="-122"/>
                <a:cs typeface="Times New Roman" pitchFamily="18" charset="0"/>
              </a:rPr>
              <a:t>v</a:t>
            </a:r>
            <a:endParaRPr lang="zh-CN" altLang="en-US" sz="2400" b="1" baseline="-25000">
              <a:latin typeface="Times New Roman" pitchFamily="18" charset="0"/>
              <a:ea typeface="微软雅黑" pitchFamily="34" charset="-122"/>
              <a:cs typeface="Times New Roman" pitchFamily="18" charset="0"/>
            </a:endParaRPr>
          </a:p>
        </p:txBody>
      </p:sp>
      <p:sp>
        <p:nvSpPr>
          <p:cNvPr id="224" name="TextBox 223"/>
          <p:cNvSpPr txBox="1">
            <a:spLocks noChangeArrowheads="1"/>
          </p:cNvSpPr>
          <p:nvPr/>
        </p:nvSpPr>
        <p:spPr bwMode="auto">
          <a:xfrm>
            <a:off x="8614125" y="1837178"/>
            <a:ext cx="400050" cy="369887"/>
          </a:xfrm>
          <a:prstGeom prst="rect">
            <a:avLst/>
          </a:prstGeom>
          <a:noFill/>
          <a:ln w="9525">
            <a:noFill/>
            <a:miter lim="800000"/>
            <a:headEnd/>
            <a:tailEnd/>
          </a:ln>
        </p:spPr>
        <p:txBody>
          <a:bodyPr lIns="0" tIns="0" rIns="0" bIns="0">
            <a:spAutoFit/>
          </a:bodyPr>
          <a:lstStyle/>
          <a:p>
            <a:r>
              <a:rPr lang="en-US" altLang="zh-CN" sz="2400" b="1">
                <a:latin typeface="Times New Roman" pitchFamily="18" charset="0"/>
                <a:ea typeface="微软雅黑" pitchFamily="34" charset="-122"/>
                <a:cs typeface="Times New Roman" pitchFamily="18" charset="0"/>
              </a:rPr>
              <a:t>E</a:t>
            </a:r>
            <a:endParaRPr lang="zh-CN" altLang="en-US" sz="2400" b="1" baseline="-25000">
              <a:latin typeface="Times New Roman" pitchFamily="18" charset="0"/>
              <a:ea typeface="微软雅黑" pitchFamily="34" charset="-122"/>
              <a:cs typeface="Times New Roman" pitchFamily="18" charset="0"/>
            </a:endParaRPr>
          </a:p>
        </p:txBody>
      </p:sp>
      <p:cxnSp>
        <p:nvCxnSpPr>
          <p:cNvPr id="225" name="直接连接符 383"/>
          <p:cNvCxnSpPr/>
          <p:nvPr/>
        </p:nvCxnSpPr>
        <p:spPr>
          <a:xfrm>
            <a:off x="9058625" y="4370828"/>
            <a:ext cx="2711450" cy="15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6" name="直接连接符 387"/>
          <p:cNvCxnSpPr/>
          <p:nvPr/>
        </p:nvCxnSpPr>
        <p:spPr>
          <a:xfrm>
            <a:off x="10258775" y="4370828"/>
            <a:ext cx="266700" cy="1587"/>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7" name="直接连接符 388"/>
          <p:cNvCxnSpPr/>
          <p:nvPr/>
        </p:nvCxnSpPr>
        <p:spPr>
          <a:xfrm>
            <a:off x="11414475" y="4370828"/>
            <a:ext cx="266700" cy="1587"/>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8" name="直接连接符 385"/>
          <p:cNvCxnSpPr/>
          <p:nvPr/>
        </p:nvCxnSpPr>
        <p:spPr>
          <a:xfrm>
            <a:off x="9280875" y="4370828"/>
            <a:ext cx="266700" cy="1587"/>
          </a:xfrm>
          <a:prstGeom prst="line">
            <a:avLst/>
          </a:prstGeom>
          <a:ln w="50800">
            <a:solidFill>
              <a:srgbClr val="FF0000"/>
            </a:solidFill>
          </a:ln>
        </p:spPr>
        <p:style>
          <a:lnRef idx="1">
            <a:schemeClr val="accent1"/>
          </a:lnRef>
          <a:fillRef idx="0">
            <a:schemeClr val="accent1"/>
          </a:fillRef>
          <a:effectRef idx="0">
            <a:schemeClr val="accent1"/>
          </a:effectRef>
          <a:fontRef idx="minor">
            <a:schemeClr val="tx1"/>
          </a:fontRef>
        </p:style>
      </p:cxnSp>
      <p:sp>
        <p:nvSpPr>
          <p:cNvPr id="229" name="TextBox 389"/>
          <p:cNvSpPr txBox="1">
            <a:spLocks noChangeArrowheads="1"/>
          </p:cNvSpPr>
          <p:nvPr/>
        </p:nvSpPr>
        <p:spPr bwMode="auto">
          <a:xfrm>
            <a:off x="10214325" y="3926328"/>
            <a:ext cx="533400" cy="369887"/>
          </a:xfrm>
          <a:prstGeom prst="rect">
            <a:avLst/>
          </a:prstGeom>
          <a:noFill/>
          <a:ln w="9525">
            <a:noFill/>
            <a:miter lim="800000"/>
            <a:headEnd/>
            <a:tailEnd/>
          </a:ln>
        </p:spPr>
        <p:txBody>
          <a:bodyPr lIns="0" tIns="0" rIns="0" bIns="0">
            <a:spAutoFit/>
          </a:bodyPr>
          <a:lstStyle/>
          <a:p>
            <a:r>
              <a:rPr lang="en-US" altLang="zh-CN" sz="2400" b="1">
                <a:solidFill>
                  <a:srgbClr val="FF0000"/>
                </a:solidFill>
                <a:latin typeface="Times New Roman" pitchFamily="18" charset="0"/>
                <a:ea typeface="微软雅黑" pitchFamily="34" charset="-122"/>
                <a:cs typeface="Times New Roman" pitchFamily="18" charset="0"/>
              </a:rPr>
              <a:t>B</a:t>
            </a:r>
            <a:r>
              <a:rPr lang="en-US" altLang="zh-CN" sz="2400" b="1" baseline="30000">
                <a:solidFill>
                  <a:srgbClr val="FF0000"/>
                </a:solidFill>
                <a:latin typeface="Times New Roman" pitchFamily="18" charset="0"/>
                <a:ea typeface="微软雅黑" pitchFamily="34" charset="-122"/>
                <a:cs typeface="Times New Roman" pitchFamily="18" charset="0"/>
              </a:rPr>
              <a:t>-</a:t>
            </a:r>
            <a:endParaRPr lang="zh-CN" altLang="en-US" sz="2400" b="1">
              <a:solidFill>
                <a:srgbClr val="FF0000"/>
              </a:solidFill>
              <a:latin typeface="Times New Roman" pitchFamily="18" charset="0"/>
              <a:ea typeface="微软雅黑" pitchFamily="34" charset="-122"/>
              <a:cs typeface="Times New Roman" pitchFamily="18" charset="0"/>
            </a:endParaRPr>
          </a:p>
        </p:txBody>
      </p:sp>
      <p:sp>
        <p:nvSpPr>
          <p:cNvPr id="230" name="TextBox 390"/>
          <p:cNvSpPr txBox="1">
            <a:spLocks noChangeArrowheads="1"/>
          </p:cNvSpPr>
          <p:nvPr/>
        </p:nvSpPr>
        <p:spPr bwMode="auto">
          <a:xfrm>
            <a:off x="11370025" y="3926328"/>
            <a:ext cx="533400" cy="369887"/>
          </a:xfrm>
          <a:prstGeom prst="rect">
            <a:avLst/>
          </a:prstGeom>
          <a:noFill/>
          <a:ln w="9525">
            <a:noFill/>
            <a:miter lim="800000"/>
            <a:headEnd/>
            <a:tailEnd/>
          </a:ln>
        </p:spPr>
        <p:txBody>
          <a:bodyPr lIns="0" tIns="0" rIns="0" bIns="0">
            <a:spAutoFit/>
          </a:bodyPr>
          <a:lstStyle/>
          <a:p>
            <a:r>
              <a:rPr lang="en-US" altLang="zh-CN" sz="2400" b="1">
                <a:solidFill>
                  <a:srgbClr val="FF0000"/>
                </a:solidFill>
                <a:latin typeface="Times New Roman" pitchFamily="18" charset="0"/>
                <a:ea typeface="微软雅黑" pitchFamily="34" charset="-122"/>
                <a:cs typeface="Times New Roman" pitchFamily="18" charset="0"/>
              </a:rPr>
              <a:t>B</a:t>
            </a:r>
            <a:r>
              <a:rPr lang="en-US" altLang="zh-CN" sz="2400" b="1" baseline="30000">
                <a:solidFill>
                  <a:srgbClr val="FF0000"/>
                </a:solidFill>
                <a:latin typeface="Times New Roman" pitchFamily="18" charset="0"/>
                <a:ea typeface="微软雅黑" pitchFamily="34" charset="-122"/>
                <a:cs typeface="Times New Roman" pitchFamily="18" charset="0"/>
              </a:rPr>
              <a:t>-</a:t>
            </a:r>
            <a:endParaRPr lang="zh-CN" altLang="en-US" sz="2400" b="1">
              <a:solidFill>
                <a:srgbClr val="FF0000"/>
              </a:solidFill>
              <a:latin typeface="Times New Roman" pitchFamily="18" charset="0"/>
              <a:ea typeface="微软雅黑" pitchFamily="34" charset="-122"/>
              <a:cs typeface="Times New Roman" pitchFamily="18" charset="0"/>
            </a:endParaRPr>
          </a:p>
        </p:txBody>
      </p:sp>
      <p:sp>
        <p:nvSpPr>
          <p:cNvPr id="231" name="Oval 259"/>
          <p:cNvSpPr>
            <a:spLocks noChangeAspect="1" noChangeArrowheads="1"/>
          </p:cNvSpPr>
          <p:nvPr/>
        </p:nvSpPr>
        <p:spPr bwMode="auto">
          <a:xfrm flipH="1" flipV="1">
            <a:off x="9325325" y="4726428"/>
            <a:ext cx="138113" cy="142875"/>
          </a:xfrm>
          <a:prstGeom prst="ellipse">
            <a:avLst/>
          </a:prstGeom>
          <a:solidFill>
            <a:srgbClr val="FF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32" name="Oval 259"/>
          <p:cNvSpPr>
            <a:spLocks noChangeAspect="1" noChangeArrowheads="1"/>
          </p:cNvSpPr>
          <p:nvPr/>
        </p:nvSpPr>
        <p:spPr bwMode="auto">
          <a:xfrm flipH="1" flipV="1">
            <a:off x="10214325" y="4726428"/>
            <a:ext cx="138113" cy="142875"/>
          </a:xfrm>
          <a:prstGeom prst="ellipse">
            <a:avLst/>
          </a:prstGeom>
          <a:solidFill>
            <a:srgbClr val="FF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33" name="Oval 259"/>
          <p:cNvSpPr>
            <a:spLocks noChangeAspect="1" noChangeArrowheads="1"/>
          </p:cNvSpPr>
          <p:nvPr/>
        </p:nvSpPr>
        <p:spPr bwMode="auto">
          <a:xfrm flipH="1" flipV="1">
            <a:off x="11503375" y="4726428"/>
            <a:ext cx="138113" cy="142875"/>
          </a:xfrm>
          <a:prstGeom prst="ellipse">
            <a:avLst/>
          </a:prstGeom>
          <a:solidFill>
            <a:srgbClr val="FF00FF"/>
          </a:solidFill>
          <a:ln w="9525">
            <a:noFill/>
            <a:round/>
            <a:headEnd/>
            <a:tailEnd/>
          </a:ln>
        </p:spPr>
        <p:txBody>
          <a:bodyPr/>
          <a:lstStyle/>
          <a:p>
            <a:endParaRPr lang="zh-CN" altLang="en-US" b="1">
              <a:latin typeface="Times New Roman" pitchFamily="18" charset="0"/>
              <a:ea typeface="微软雅黑" pitchFamily="34" charset="-122"/>
              <a:cs typeface="Times New Roman" pitchFamily="18" charset="0"/>
            </a:endParaRPr>
          </a:p>
        </p:txBody>
      </p:sp>
      <p:sp>
        <p:nvSpPr>
          <p:cNvPr id="234" name="Rectangle 8"/>
          <p:cNvSpPr>
            <a:spLocks noChangeArrowheads="1"/>
          </p:cNvSpPr>
          <p:nvPr/>
        </p:nvSpPr>
        <p:spPr bwMode="auto">
          <a:xfrm>
            <a:off x="9191975" y="6591740"/>
            <a:ext cx="2311400" cy="584200"/>
          </a:xfrm>
          <a:prstGeom prst="rect">
            <a:avLst/>
          </a:prstGeom>
          <a:solidFill>
            <a:srgbClr val="FFC000"/>
          </a:solidFill>
          <a:ln w="9525">
            <a:noFill/>
            <a:miter lim="800000"/>
            <a:headEnd/>
            <a:tailEnd/>
          </a:ln>
        </p:spPr>
        <p:txBody>
          <a:bodyPr anchor="ctr">
            <a:spAutoFit/>
          </a:bodyPr>
          <a:lstStyle/>
          <a:p>
            <a:pPr algn="ctr"/>
            <a:r>
              <a:rPr lang="en-US" altLang="zh-CN" sz="3200" b="1">
                <a:solidFill>
                  <a:srgbClr val="0000CC"/>
                </a:solidFill>
                <a:latin typeface="Times New Roman" pitchFamily="18" charset="0"/>
                <a:ea typeface="微软雅黑" pitchFamily="34" charset="-122"/>
                <a:cs typeface="Times New Roman" pitchFamily="18" charset="0"/>
              </a:rPr>
              <a:t>P</a:t>
            </a:r>
            <a:r>
              <a:rPr lang="zh-CN" altLang="en-US" sz="3200" b="1">
                <a:solidFill>
                  <a:srgbClr val="0000CC"/>
                </a:solidFill>
                <a:latin typeface="Times New Roman" pitchFamily="18" charset="0"/>
                <a:ea typeface="微软雅黑" pitchFamily="34" charset="-122"/>
                <a:cs typeface="Times New Roman" pitchFamily="18" charset="0"/>
              </a:rPr>
              <a:t>型半导体</a:t>
            </a:r>
          </a:p>
        </p:txBody>
      </p:sp>
      <p:graphicFrame>
        <p:nvGraphicFramePr>
          <p:cNvPr id="235" name="Object 6"/>
          <p:cNvGraphicFramePr>
            <a:graphicFrameLocks noChangeAspect="1"/>
          </p:cNvGraphicFramePr>
          <p:nvPr/>
        </p:nvGraphicFramePr>
        <p:xfrm>
          <a:off x="2745455" y="5857680"/>
          <a:ext cx="2590800" cy="644525"/>
        </p:xfrm>
        <a:graphic>
          <a:graphicData uri="http://schemas.openxmlformats.org/presentationml/2006/ole">
            <mc:AlternateContent xmlns:mc="http://schemas.openxmlformats.org/markup-compatibility/2006">
              <mc:Choice xmlns:v="urn:schemas-microsoft-com:vml" Requires="v">
                <p:oleObj spid="_x0000_s10274" name="Equation" r:id="rId3" imgW="1371600" imgH="431640" progId="">
                  <p:embed/>
                </p:oleObj>
              </mc:Choice>
              <mc:Fallback>
                <p:oleObj name="Equation" r:id="rId3" imgW="1371600" imgH="4316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5455" y="5857680"/>
                        <a:ext cx="2590800" cy="644525"/>
                      </a:xfrm>
                      <a:prstGeom prst="rect">
                        <a:avLst/>
                      </a:prstGeom>
                      <a:solidFill>
                        <a:srgbClr val="FFFF00"/>
                      </a:solidFill>
                    </p:spPr>
                  </p:pic>
                </p:oleObj>
              </mc:Fallback>
            </mc:AlternateContent>
          </a:graphicData>
        </a:graphic>
      </p:graphicFrame>
      <p:graphicFrame>
        <p:nvGraphicFramePr>
          <p:cNvPr id="236" name="Object 3"/>
          <p:cNvGraphicFramePr>
            <a:graphicFrameLocks noChangeAspect="1"/>
          </p:cNvGraphicFramePr>
          <p:nvPr/>
        </p:nvGraphicFramePr>
        <p:xfrm>
          <a:off x="9103075" y="5899590"/>
          <a:ext cx="2635250" cy="654050"/>
        </p:xfrm>
        <a:graphic>
          <a:graphicData uri="http://schemas.openxmlformats.org/presentationml/2006/ole">
            <mc:AlternateContent xmlns:mc="http://schemas.openxmlformats.org/markup-compatibility/2006">
              <mc:Choice xmlns:v="urn:schemas-microsoft-com:vml" Requires="v">
                <p:oleObj spid="_x0000_s10275" name="Equation" r:id="rId5" imgW="1371600" imgH="431640" progId="">
                  <p:embed/>
                </p:oleObj>
              </mc:Choice>
              <mc:Fallback>
                <p:oleObj name="Equation" r:id="rId5" imgW="1371600" imgH="43164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03075" y="5899590"/>
                        <a:ext cx="2635250" cy="654050"/>
                      </a:xfrm>
                      <a:prstGeom prst="rect">
                        <a:avLst/>
                      </a:prstGeom>
                      <a:solidFill>
                        <a:srgbClr val="FFFF00"/>
                      </a:solidFill>
                    </p:spPr>
                  </p:pic>
                </p:oleObj>
              </mc:Fallback>
            </mc:AlternateContent>
          </a:graphicData>
        </a:graphic>
      </p:graphicFrame>
      <p:sp>
        <p:nvSpPr>
          <p:cNvPr id="237" name="文本框 60">
            <a:extLst>
              <a:ext uri="{FF2B5EF4-FFF2-40B4-BE49-F238E27FC236}">
                <a16:creationId xmlns:a16="http://schemas.microsoft.com/office/drawing/2014/main" xmlns="" id="{1B3C71B4-9E1D-48A7-9176-89F1272D1F62}"/>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半导体的光吸收效应</a:t>
            </a:r>
          </a:p>
        </p:txBody>
      </p:sp>
      <p:sp>
        <p:nvSpPr>
          <p:cNvPr id="240" name="矩形 239">
            <a:extLst>
              <a:ext uri="{FF2B5EF4-FFF2-40B4-BE49-F238E27FC236}">
                <a16:creationId xmlns:a16="http://schemas.microsoft.com/office/drawing/2014/main" xmlns="" id="{4068D515-F2C7-4709-87BF-90C007F1A512}"/>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1" name="矩形 240">
            <a:extLst>
              <a:ext uri="{FF2B5EF4-FFF2-40B4-BE49-F238E27FC236}">
                <a16:creationId xmlns:a16="http://schemas.microsoft.com/office/drawing/2014/main" xmlns="" id="{31B4804A-0A13-45C0-93C5-F757AF8E958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矩形: 圆角 241">
            <a:extLst>
              <a:ext uri="{FF2B5EF4-FFF2-40B4-BE49-F238E27FC236}">
                <a16:creationId xmlns:a16="http://schemas.microsoft.com/office/drawing/2014/main" xmlns="" id="{A16FF035-33EE-441C-9C54-AC2839AD90E8}"/>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43" name="矩形 242">
            <a:extLst>
              <a:ext uri="{FF2B5EF4-FFF2-40B4-BE49-F238E27FC236}">
                <a16:creationId xmlns:a16="http://schemas.microsoft.com/office/drawing/2014/main" xmlns="" id="{73DCA533-6507-4CD7-8E1A-63E24168846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4" name="矩形 243">
            <a:extLst>
              <a:ext uri="{FF2B5EF4-FFF2-40B4-BE49-F238E27FC236}">
                <a16:creationId xmlns:a16="http://schemas.microsoft.com/office/drawing/2014/main" xmlns="" id="{6C6B5D8D-5D07-4F77-9BC2-CCB50129D4D7}"/>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245" name="直接连接符 58">
            <a:extLst>
              <a:ext uri="{FF2B5EF4-FFF2-40B4-BE49-F238E27FC236}">
                <a16:creationId xmlns:a16="http://schemas.microsoft.com/office/drawing/2014/main" xmlns="" id="{560433D2-8B30-44DE-9E33-240FCC82514B}"/>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7339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box(in)">
                                      <p:cBhvr>
                                        <p:cTn id="7" dur="5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box(in)">
                                      <p:cBhvr>
                                        <p:cTn id="12" dur="5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box(in)">
                                      <p:cBhvr>
                                        <p:cTn id="17" dur="500"/>
                                        <p:tgtEl>
                                          <p:spTgt spid="110"/>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115"/>
                                        </p:tgtEl>
                                        <p:attrNameLst>
                                          <p:attrName>style.visibility</p:attrName>
                                        </p:attrNameLst>
                                      </p:cBhvr>
                                      <p:to>
                                        <p:strVal val="visible"/>
                                      </p:to>
                                    </p:set>
                                    <p:animEffect transition="in" filter="box(in)">
                                      <p:cBhvr>
                                        <p:cTn id="20" dur="500"/>
                                        <p:tgtEl>
                                          <p:spTgt spid="115"/>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ox(in)">
                                      <p:cBhvr>
                                        <p:cTn id="25" dur="500"/>
                                        <p:tgtEl>
                                          <p:spTgt spid="17"/>
                                        </p:tgtEl>
                                      </p:cBhvr>
                                    </p:animEffect>
                                  </p:childTnLst>
                                </p:cTn>
                              </p:par>
                              <p:par>
                                <p:cTn id="26" presetID="4" presetClass="entr" presetSubtype="16"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box(in)">
                                      <p:cBhvr>
                                        <p:cTn id="28" dur="500"/>
                                        <p:tgtEl>
                                          <p:spTgt spid="19"/>
                                        </p:tgtEl>
                                      </p:cBhvr>
                                    </p:animEffect>
                                  </p:childTnLst>
                                </p:cTn>
                              </p:par>
                              <p:par>
                                <p:cTn id="29" presetID="4" presetClass="entr" presetSubtype="16" fill="hold"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ox(in)">
                                      <p:cBhvr>
                                        <p:cTn id="31" dur="500"/>
                                        <p:tgtEl>
                                          <p:spTgt spid="32"/>
                                        </p:tgtEl>
                                      </p:cBhvr>
                                    </p:animEffect>
                                  </p:childTnLst>
                                </p:cTn>
                              </p:par>
                              <p:par>
                                <p:cTn id="32" presetID="4" presetClass="entr" presetSubtype="16" fill="hold"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box(in)">
                                      <p:cBhvr>
                                        <p:cTn id="34" dur="500"/>
                                        <p:tgtEl>
                                          <p:spTgt spid="45"/>
                                        </p:tgtEl>
                                      </p:cBhvr>
                                    </p:animEffect>
                                  </p:childTnLst>
                                </p:cTn>
                              </p:par>
                              <p:par>
                                <p:cTn id="35" presetID="4" presetClass="entr" presetSubtype="16" fill="hold" nodeType="with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box(in)">
                                      <p:cBhvr>
                                        <p:cTn id="37" dur="500"/>
                                        <p:tgtEl>
                                          <p:spTgt spid="58"/>
                                        </p:tgtEl>
                                      </p:cBhvr>
                                    </p:animEffect>
                                  </p:childTnLst>
                                </p:cTn>
                              </p:par>
                              <p:par>
                                <p:cTn id="38" presetID="4" presetClass="entr" presetSubtype="16" fill="hold" nodeType="withEffect">
                                  <p:stCondLst>
                                    <p:cond delay="0"/>
                                  </p:stCondLst>
                                  <p:childTnLst>
                                    <p:set>
                                      <p:cBhvr>
                                        <p:cTn id="39" dur="1" fill="hold">
                                          <p:stCondLst>
                                            <p:cond delay="0"/>
                                          </p:stCondLst>
                                        </p:cTn>
                                        <p:tgtEl>
                                          <p:spTgt spid="71"/>
                                        </p:tgtEl>
                                        <p:attrNameLst>
                                          <p:attrName>style.visibility</p:attrName>
                                        </p:attrNameLst>
                                      </p:cBhvr>
                                      <p:to>
                                        <p:strVal val="visible"/>
                                      </p:to>
                                    </p:set>
                                    <p:animEffect transition="in" filter="box(in)">
                                      <p:cBhvr>
                                        <p:cTn id="40" dur="500"/>
                                        <p:tgtEl>
                                          <p:spTgt spid="71"/>
                                        </p:tgtEl>
                                      </p:cBhvr>
                                    </p:animEffect>
                                  </p:childTnLst>
                                </p:cTn>
                              </p:par>
                              <p:par>
                                <p:cTn id="41" presetID="4" presetClass="entr" presetSubtype="16" fill="hold" nodeType="withEffect">
                                  <p:stCondLst>
                                    <p:cond delay="0"/>
                                  </p:stCondLst>
                                  <p:childTnLst>
                                    <p:set>
                                      <p:cBhvr>
                                        <p:cTn id="42" dur="1" fill="hold">
                                          <p:stCondLst>
                                            <p:cond delay="0"/>
                                          </p:stCondLst>
                                        </p:cTn>
                                        <p:tgtEl>
                                          <p:spTgt spid="84"/>
                                        </p:tgtEl>
                                        <p:attrNameLst>
                                          <p:attrName>style.visibility</p:attrName>
                                        </p:attrNameLst>
                                      </p:cBhvr>
                                      <p:to>
                                        <p:strVal val="visible"/>
                                      </p:to>
                                    </p:set>
                                    <p:animEffect transition="in" filter="box(in)">
                                      <p:cBhvr>
                                        <p:cTn id="43" dur="500"/>
                                        <p:tgtEl>
                                          <p:spTgt spid="84"/>
                                        </p:tgtEl>
                                      </p:cBhvr>
                                    </p:animEffect>
                                  </p:childTnLst>
                                </p:cTn>
                              </p:par>
                              <p:par>
                                <p:cTn id="44" presetID="4" presetClass="entr" presetSubtype="16" fill="hold" nodeType="withEffect">
                                  <p:stCondLst>
                                    <p:cond delay="0"/>
                                  </p:stCondLst>
                                  <p:childTnLst>
                                    <p:set>
                                      <p:cBhvr>
                                        <p:cTn id="45" dur="1" fill="hold">
                                          <p:stCondLst>
                                            <p:cond delay="0"/>
                                          </p:stCondLst>
                                        </p:cTn>
                                        <p:tgtEl>
                                          <p:spTgt spid="97"/>
                                        </p:tgtEl>
                                        <p:attrNameLst>
                                          <p:attrName>style.visibility</p:attrName>
                                        </p:attrNameLst>
                                      </p:cBhvr>
                                      <p:to>
                                        <p:strVal val="visible"/>
                                      </p:to>
                                    </p:set>
                                    <p:animEffect transition="in" filter="box(in)">
                                      <p:cBhvr>
                                        <p:cTn id="46" dur="500"/>
                                        <p:tgtEl>
                                          <p:spTgt spid="97"/>
                                        </p:tgtEl>
                                      </p:cBhvr>
                                    </p:animEffect>
                                  </p:childTnLst>
                                </p:cTn>
                              </p:par>
                              <p:par>
                                <p:cTn id="47" presetID="4" presetClass="entr" presetSubtype="16" fill="hold" grpId="0" nodeType="withEffect">
                                  <p:stCondLst>
                                    <p:cond delay="0"/>
                                  </p:stCondLst>
                                  <p:childTnLst>
                                    <p:set>
                                      <p:cBhvr>
                                        <p:cTn id="48" dur="1" fill="hold">
                                          <p:stCondLst>
                                            <p:cond delay="0"/>
                                          </p:stCondLst>
                                        </p:cTn>
                                        <p:tgtEl>
                                          <p:spTgt spid="113"/>
                                        </p:tgtEl>
                                        <p:attrNameLst>
                                          <p:attrName>style.visibility</p:attrName>
                                        </p:attrNameLst>
                                      </p:cBhvr>
                                      <p:to>
                                        <p:strVal val="visible"/>
                                      </p:to>
                                    </p:set>
                                    <p:animEffect transition="in" filter="box(in)">
                                      <p:cBhvr>
                                        <p:cTn id="49" dur="500"/>
                                        <p:tgtEl>
                                          <p:spTgt spid="113"/>
                                        </p:tgtEl>
                                      </p:cBhvr>
                                    </p:animEffect>
                                  </p:childTnLst>
                                </p:cTn>
                              </p:par>
                              <p:par>
                                <p:cTn id="50" presetID="4" presetClass="entr" presetSubtype="16" fill="hold" grpId="0" nodeType="withEffect">
                                  <p:stCondLst>
                                    <p:cond delay="0"/>
                                  </p:stCondLst>
                                  <p:childTnLst>
                                    <p:set>
                                      <p:cBhvr>
                                        <p:cTn id="51" dur="1" fill="hold">
                                          <p:stCondLst>
                                            <p:cond delay="0"/>
                                          </p:stCondLst>
                                        </p:cTn>
                                        <p:tgtEl>
                                          <p:spTgt spid="114"/>
                                        </p:tgtEl>
                                        <p:attrNameLst>
                                          <p:attrName>style.visibility</p:attrName>
                                        </p:attrNameLst>
                                      </p:cBhvr>
                                      <p:to>
                                        <p:strVal val="visible"/>
                                      </p:to>
                                    </p:set>
                                    <p:animEffect transition="in" filter="box(in)">
                                      <p:cBhvr>
                                        <p:cTn id="52" dur="500"/>
                                        <p:tgtEl>
                                          <p:spTgt spid="114"/>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box(in)">
                                      <p:cBhvr>
                                        <p:cTn id="57" dur="500"/>
                                        <p:tgtEl>
                                          <p:spTgt spid="18"/>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112"/>
                                        </p:tgtEl>
                                        <p:attrNameLst>
                                          <p:attrName>style.visibility</p:attrName>
                                        </p:attrNameLst>
                                      </p:cBhvr>
                                      <p:to>
                                        <p:strVal val="visible"/>
                                      </p:to>
                                    </p:set>
                                    <p:animEffect transition="in" filter="box(in)">
                                      <p:cBhvr>
                                        <p:cTn id="60" dur="500"/>
                                        <p:tgtEl>
                                          <p:spTgt spid="112"/>
                                        </p:tgtEl>
                                      </p:cBhvr>
                                    </p:animEffect>
                                  </p:childTnLst>
                                </p:cTn>
                              </p:par>
                            </p:childTnLst>
                          </p:cTn>
                        </p:par>
                      </p:childTnLst>
                    </p:cTn>
                  </p:par>
                  <p:par>
                    <p:cTn id="61" fill="hold">
                      <p:stCondLst>
                        <p:cond delay="indefinite"/>
                      </p:stCondLst>
                      <p:childTnLst>
                        <p:par>
                          <p:cTn id="62" fill="hold">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111"/>
                                        </p:tgtEl>
                                        <p:attrNameLst>
                                          <p:attrName>style.visibility</p:attrName>
                                        </p:attrNameLst>
                                      </p:cBhvr>
                                      <p:to>
                                        <p:strVal val="visible"/>
                                      </p:to>
                                    </p:set>
                                    <p:animEffect transition="in" filter="box(in)">
                                      <p:cBhvr>
                                        <p:cTn id="65" dur="500"/>
                                        <p:tgtEl>
                                          <p:spTgt spid="111"/>
                                        </p:tgtEl>
                                      </p:cBhvr>
                                    </p:animEffect>
                                  </p:childTnLst>
                                </p:cTn>
                              </p:par>
                              <p:par>
                                <p:cTn id="66" presetID="4" presetClass="entr" presetSubtype="16" fill="hold" nodeType="withEffect">
                                  <p:stCondLst>
                                    <p:cond delay="0"/>
                                  </p:stCondLst>
                                  <p:childTnLst>
                                    <p:set>
                                      <p:cBhvr>
                                        <p:cTn id="67" dur="1" fill="hold">
                                          <p:stCondLst>
                                            <p:cond delay="0"/>
                                          </p:stCondLst>
                                        </p:cTn>
                                        <p:tgtEl>
                                          <p:spTgt spid="116"/>
                                        </p:tgtEl>
                                        <p:attrNameLst>
                                          <p:attrName>style.visibility</p:attrName>
                                        </p:attrNameLst>
                                      </p:cBhvr>
                                      <p:to>
                                        <p:strVal val="visible"/>
                                      </p:to>
                                    </p:set>
                                    <p:animEffect transition="in" filter="box(in)">
                                      <p:cBhvr>
                                        <p:cTn id="68" dur="500"/>
                                        <p:tgtEl>
                                          <p:spTgt spid="116"/>
                                        </p:tgtEl>
                                      </p:cBhvr>
                                    </p:animEffect>
                                  </p:childTnLst>
                                </p:cTn>
                              </p:par>
                            </p:childTnLst>
                          </p:cTn>
                        </p:par>
                      </p:childTnLst>
                    </p:cTn>
                  </p:par>
                  <p:par>
                    <p:cTn id="69" fill="hold">
                      <p:stCondLst>
                        <p:cond delay="indefinite"/>
                      </p:stCondLst>
                      <p:childTnLst>
                        <p:par>
                          <p:cTn id="70" fill="hold">
                            <p:stCondLst>
                              <p:cond delay="0"/>
                            </p:stCondLst>
                            <p:childTnLst>
                              <p:par>
                                <p:cTn id="71" presetID="4" presetClass="entr" presetSubtype="16" fill="hold" grpId="0" nodeType="clickEffect">
                                  <p:stCondLst>
                                    <p:cond delay="0"/>
                                  </p:stCondLst>
                                  <p:childTnLst>
                                    <p:set>
                                      <p:cBhvr>
                                        <p:cTn id="72" dur="1" fill="hold">
                                          <p:stCondLst>
                                            <p:cond delay="0"/>
                                          </p:stCondLst>
                                        </p:cTn>
                                        <p:tgtEl>
                                          <p:spTgt spid="16"/>
                                        </p:tgtEl>
                                        <p:attrNameLst>
                                          <p:attrName>style.visibility</p:attrName>
                                        </p:attrNameLst>
                                      </p:cBhvr>
                                      <p:to>
                                        <p:strVal val="visible"/>
                                      </p:to>
                                    </p:set>
                                    <p:animEffect transition="in" filter="box(in)">
                                      <p:cBhvr>
                                        <p:cTn id="73" dur="500"/>
                                        <p:tgtEl>
                                          <p:spTgt spid="16"/>
                                        </p:tgtEl>
                                      </p:cBhvr>
                                    </p:animEffect>
                                  </p:childTnLst>
                                </p:cTn>
                              </p:par>
                              <p:par>
                                <p:cTn id="74" presetID="4" presetClass="entr" presetSubtype="16" fill="hold" nodeType="withEffect">
                                  <p:stCondLst>
                                    <p:cond delay="0"/>
                                  </p:stCondLst>
                                  <p:childTnLst>
                                    <p:set>
                                      <p:cBhvr>
                                        <p:cTn id="75" dur="1" fill="hold">
                                          <p:stCondLst>
                                            <p:cond delay="0"/>
                                          </p:stCondLst>
                                        </p:cTn>
                                        <p:tgtEl>
                                          <p:spTgt spid="117"/>
                                        </p:tgtEl>
                                        <p:attrNameLst>
                                          <p:attrName>style.visibility</p:attrName>
                                        </p:attrNameLst>
                                      </p:cBhvr>
                                      <p:to>
                                        <p:strVal val="visible"/>
                                      </p:to>
                                    </p:set>
                                    <p:animEffect transition="in" filter="box(in)">
                                      <p:cBhvr>
                                        <p:cTn id="76" dur="500"/>
                                        <p:tgtEl>
                                          <p:spTgt spid="117"/>
                                        </p:tgtEl>
                                      </p:cBhvr>
                                    </p:animEffect>
                                  </p:childTnLst>
                                </p:cTn>
                              </p:par>
                              <p:par>
                                <p:cTn id="77" presetID="4" presetClass="entr" presetSubtype="16" fill="hold" nodeType="withEffect">
                                  <p:stCondLst>
                                    <p:cond delay="0"/>
                                  </p:stCondLst>
                                  <p:childTnLst>
                                    <p:set>
                                      <p:cBhvr>
                                        <p:cTn id="78" dur="1" fill="hold">
                                          <p:stCondLst>
                                            <p:cond delay="0"/>
                                          </p:stCondLst>
                                        </p:cTn>
                                        <p:tgtEl>
                                          <p:spTgt spid="118"/>
                                        </p:tgtEl>
                                        <p:attrNameLst>
                                          <p:attrName>style.visibility</p:attrName>
                                        </p:attrNameLst>
                                      </p:cBhvr>
                                      <p:to>
                                        <p:strVal val="visible"/>
                                      </p:to>
                                    </p:set>
                                    <p:animEffect transition="in" filter="box(in)">
                                      <p:cBhvr>
                                        <p:cTn id="79" dur="500"/>
                                        <p:tgtEl>
                                          <p:spTgt spid="118"/>
                                        </p:tgtEl>
                                      </p:cBhvr>
                                    </p:animEffect>
                                  </p:childTnLst>
                                </p:cTn>
                              </p:par>
                              <p:par>
                                <p:cTn id="80" presetID="4" presetClass="entr" presetSubtype="16" fill="hold" nodeType="withEffect">
                                  <p:stCondLst>
                                    <p:cond delay="0"/>
                                  </p:stCondLst>
                                  <p:childTnLst>
                                    <p:set>
                                      <p:cBhvr>
                                        <p:cTn id="81" dur="1" fill="hold">
                                          <p:stCondLst>
                                            <p:cond delay="0"/>
                                          </p:stCondLst>
                                        </p:cTn>
                                        <p:tgtEl>
                                          <p:spTgt spid="119"/>
                                        </p:tgtEl>
                                        <p:attrNameLst>
                                          <p:attrName>style.visibility</p:attrName>
                                        </p:attrNameLst>
                                      </p:cBhvr>
                                      <p:to>
                                        <p:strVal val="visible"/>
                                      </p:to>
                                    </p:set>
                                    <p:animEffect transition="in" filter="box(in)">
                                      <p:cBhvr>
                                        <p:cTn id="82" dur="500"/>
                                        <p:tgtEl>
                                          <p:spTgt spid="119"/>
                                        </p:tgtEl>
                                      </p:cBhvr>
                                    </p:animEffect>
                                  </p:childTnLst>
                                </p:cTn>
                              </p:par>
                              <p:par>
                                <p:cTn id="83" presetID="4" presetClass="entr" presetSubtype="16" fill="hold" grpId="0" nodeType="withEffect">
                                  <p:stCondLst>
                                    <p:cond delay="0"/>
                                  </p:stCondLst>
                                  <p:childTnLst>
                                    <p:set>
                                      <p:cBhvr>
                                        <p:cTn id="84" dur="1" fill="hold">
                                          <p:stCondLst>
                                            <p:cond delay="0"/>
                                          </p:stCondLst>
                                        </p:cTn>
                                        <p:tgtEl>
                                          <p:spTgt spid="120"/>
                                        </p:tgtEl>
                                        <p:attrNameLst>
                                          <p:attrName>style.visibility</p:attrName>
                                        </p:attrNameLst>
                                      </p:cBhvr>
                                      <p:to>
                                        <p:strVal val="visible"/>
                                      </p:to>
                                    </p:set>
                                    <p:animEffect transition="in" filter="box(in)">
                                      <p:cBhvr>
                                        <p:cTn id="85" dur="500"/>
                                        <p:tgtEl>
                                          <p:spTgt spid="120"/>
                                        </p:tgtEl>
                                      </p:cBhvr>
                                    </p:animEffect>
                                  </p:childTnLst>
                                </p:cTn>
                              </p:par>
                              <p:par>
                                <p:cTn id="86" presetID="4" presetClass="entr" presetSubtype="16" fill="hold" grpId="0" nodeType="withEffect">
                                  <p:stCondLst>
                                    <p:cond delay="0"/>
                                  </p:stCondLst>
                                  <p:childTnLst>
                                    <p:set>
                                      <p:cBhvr>
                                        <p:cTn id="87" dur="1" fill="hold">
                                          <p:stCondLst>
                                            <p:cond delay="0"/>
                                          </p:stCondLst>
                                        </p:cTn>
                                        <p:tgtEl>
                                          <p:spTgt spid="121"/>
                                        </p:tgtEl>
                                        <p:attrNameLst>
                                          <p:attrName>style.visibility</p:attrName>
                                        </p:attrNameLst>
                                      </p:cBhvr>
                                      <p:to>
                                        <p:strVal val="visible"/>
                                      </p:to>
                                    </p:set>
                                    <p:animEffect transition="in" filter="box(in)">
                                      <p:cBhvr>
                                        <p:cTn id="88" dur="500"/>
                                        <p:tgtEl>
                                          <p:spTgt spid="121"/>
                                        </p:tgtEl>
                                      </p:cBhvr>
                                    </p:animEffect>
                                  </p:childTnLst>
                                </p:cTn>
                              </p:par>
                              <p:par>
                                <p:cTn id="89" presetID="4" presetClass="entr" presetSubtype="16" fill="hold" grpId="0" nodeType="withEffect">
                                  <p:stCondLst>
                                    <p:cond delay="0"/>
                                  </p:stCondLst>
                                  <p:childTnLst>
                                    <p:set>
                                      <p:cBhvr>
                                        <p:cTn id="90" dur="1" fill="hold">
                                          <p:stCondLst>
                                            <p:cond delay="0"/>
                                          </p:stCondLst>
                                        </p:cTn>
                                        <p:tgtEl>
                                          <p:spTgt spid="122"/>
                                        </p:tgtEl>
                                        <p:attrNameLst>
                                          <p:attrName>style.visibility</p:attrName>
                                        </p:attrNameLst>
                                      </p:cBhvr>
                                      <p:to>
                                        <p:strVal val="visible"/>
                                      </p:to>
                                    </p:set>
                                    <p:animEffect transition="in" filter="box(in)">
                                      <p:cBhvr>
                                        <p:cTn id="91" dur="500"/>
                                        <p:tgtEl>
                                          <p:spTgt spid="122"/>
                                        </p:tgtEl>
                                      </p:cBhvr>
                                    </p:animEffect>
                                  </p:childTnLst>
                                </p:cTn>
                              </p:par>
                              <p:par>
                                <p:cTn id="92" presetID="4" presetClass="entr" presetSubtype="16" fill="hold" grpId="0" nodeType="withEffect">
                                  <p:stCondLst>
                                    <p:cond delay="0"/>
                                  </p:stCondLst>
                                  <p:childTnLst>
                                    <p:set>
                                      <p:cBhvr>
                                        <p:cTn id="93" dur="1" fill="hold">
                                          <p:stCondLst>
                                            <p:cond delay="0"/>
                                          </p:stCondLst>
                                        </p:cTn>
                                        <p:tgtEl>
                                          <p:spTgt spid="123"/>
                                        </p:tgtEl>
                                        <p:attrNameLst>
                                          <p:attrName>style.visibility</p:attrName>
                                        </p:attrNameLst>
                                      </p:cBhvr>
                                      <p:to>
                                        <p:strVal val="visible"/>
                                      </p:to>
                                    </p:set>
                                    <p:animEffect transition="in" filter="box(in)">
                                      <p:cBhvr>
                                        <p:cTn id="94" dur="500"/>
                                        <p:tgtEl>
                                          <p:spTgt spid="123"/>
                                        </p:tgtEl>
                                      </p:cBhvr>
                                    </p:animEffect>
                                  </p:childTnLst>
                                </p:cTn>
                              </p:par>
                              <p:par>
                                <p:cTn id="95" presetID="4" presetClass="entr" presetSubtype="16" fill="hold" grpId="0" nodeType="withEffect">
                                  <p:stCondLst>
                                    <p:cond delay="0"/>
                                  </p:stCondLst>
                                  <p:childTnLst>
                                    <p:set>
                                      <p:cBhvr>
                                        <p:cTn id="96" dur="1" fill="hold">
                                          <p:stCondLst>
                                            <p:cond delay="0"/>
                                          </p:stCondLst>
                                        </p:cTn>
                                        <p:tgtEl>
                                          <p:spTgt spid="124"/>
                                        </p:tgtEl>
                                        <p:attrNameLst>
                                          <p:attrName>style.visibility</p:attrName>
                                        </p:attrNameLst>
                                      </p:cBhvr>
                                      <p:to>
                                        <p:strVal val="visible"/>
                                      </p:to>
                                    </p:set>
                                    <p:animEffect transition="in" filter="box(in)">
                                      <p:cBhvr>
                                        <p:cTn id="97" dur="500"/>
                                        <p:tgtEl>
                                          <p:spTgt spid="124"/>
                                        </p:tgtEl>
                                      </p:cBhvr>
                                    </p:animEffect>
                                  </p:childTnLst>
                                </p:cTn>
                              </p:par>
                            </p:childTnLst>
                          </p:cTn>
                        </p:par>
                      </p:childTnLst>
                    </p:cTn>
                  </p:par>
                  <p:par>
                    <p:cTn id="98" fill="hold">
                      <p:stCondLst>
                        <p:cond delay="indefinite"/>
                      </p:stCondLst>
                      <p:childTnLst>
                        <p:par>
                          <p:cTn id="99" fill="hold">
                            <p:stCondLst>
                              <p:cond delay="0"/>
                            </p:stCondLst>
                            <p:childTnLst>
                              <p:par>
                                <p:cTn id="100" presetID="0" presetClass="path" presetSubtype="0" accel="50000" decel="50000" fill="hold" grpId="1" nodeType="clickEffect">
                                  <p:stCondLst>
                                    <p:cond delay="0"/>
                                  </p:stCondLst>
                                  <p:childTnLst>
                                    <p:animMotion origin="layout" path="M 0 0 L 0 -0.08533 " pathEditMode="relative" ptsTypes="AA">
                                      <p:cBhvr>
                                        <p:cTn id="101" dur="2000" fill="hold"/>
                                        <p:tgtEl>
                                          <p:spTgt spid="124"/>
                                        </p:tgtEl>
                                        <p:attrNameLst>
                                          <p:attrName>ppt_x</p:attrName>
                                          <p:attrName>ppt_y</p:attrName>
                                        </p:attrNameLst>
                                      </p:cBhvr>
                                    </p:animMotion>
                                  </p:childTnLst>
                                </p:cTn>
                              </p:par>
                            </p:childTnLst>
                          </p:cTn>
                        </p:par>
                        <p:par>
                          <p:cTn id="102" fill="hold">
                            <p:stCondLst>
                              <p:cond delay="2000"/>
                            </p:stCondLst>
                            <p:childTnLst>
                              <p:par>
                                <p:cTn id="103" presetID="0" presetClass="path" presetSubtype="0" accel="50000" decel="50000" fill="hold" grpId="1" nodeType="afterEffect">
                                  <p:stCondLst>
                                    <p:cond delay="0"/>
                                  </p:stCondLst>
                                  <p:childTnLst>
                                    <p:animMotion origin="layout" path="M 0 0 L 0 -0.09852 " pathEditMode="relative" ptsTypes="AA">
                                      <p:cBhvr>
                                        <p:cTn id="104" dur="2000" fill="hold"/>
                                        <p:tgtEl>
                                          <p:spTgt spid="123"/>
                                        </p:tgtEl>
                                        <p:attrNameLst>
                                          <p:attrName>ppt_x</p:attrName>
                                          <p:attrName>ppt_y</p:attrName>
                                        </p:attrNameLst>
                                      </p:cBhvr>
                                    </p:animMotion>
                                  </p:childTnLst>
                                </p:cTn>
                              </p:par>
                            </p:childTnLst>
                          </p:cTn>
                        </p:par>
                        <p:par>
                          <p:cTn id="105" fill="hold">
                            <p:stCondLst>
                              <p:cond delay="4000"/>
                            </p:stCondLst>
                            <p:childTnLst>
                              <p:par>
                                <p:cTn id="106" presetID="0" presetClass="path" presetSubtype="0" accel="50000" decel="50000" fill="hold" grpId="1" nodeType="afterEffect">
                                  <p:stCondLst>
                                    <p:cond delay="0"/>
                                  </p:stCondLst>
                                  <p:childTnLst>
                                    <p:animMotion origin="layout" path="M 0 0 L 0 -0.0592 " pathEditMode="relative" ptsTypes="AA">
                                      <p:cBhvr>
                                        <p:cTn id="107" dur="2000" fill="hold"/>
                                        <p:tgtEl>
                                          <p:spTgt spid="122"/>
                                        </p:tgtEl>
                                        <p:attrNameLst>
                                          <p:attrName>ppt_x</p:attrName>
                                          <p:attrName>ppt_y</p:attrName>
                                        </p:attrNameLst>
                                      </p:cBhvr>
                                    </p:animMotion>
                                  </p:childTnLst>
                                </p:cTn>
                              </p:par>
                            </p:childTnLst>
                          </p:cTn>
                        </p:par>
                      </p:childTnLst>
                    </p:cTn>
                  </p:par>
                  <p:par>
                    <p:cTn id="108" fill="hold">
                      <p:stCondLst>
                        <p:cond delay="indefinite"/>
                      </p:stCondLst>
                      <p:childTnLst>
                        <p:par>
                          <p:cTn id="109" fill="hold">
                            <p:stCondLst>
                              <p:cond delay="0"/>
                            </p:stCondLst>
                            <p:childTnLst>
                              <p:par>
                                <p:cTn id="110" presetID="4" presetClass="entr" presetSubtype="16" fill="hold" nodeType="clickEffect">
                                  <p:stCondLst>
                                    <p:cond delay="0"/>
                                  </p:stCondLst>
                                  <p:childTnLst>
                                    <p:set>
                                      <p:cBhvr>
                                        <p:cTn id="111" dur="1" fill="hold">
                                          <p:stCondLst>
                                            <p:cond delay="0"/>
                                          </p:stCondLst>
                                        </p:cTn>
                                        <p:tgtEl>
                                          <p:spTgt spid="235"/>
                                        </p:tgtEl>
                                        <p:attrNameLst>
                                          <p:attrName>style.visibility</p:attrName>
                                        </p:attrNameLst>
                                      </p:cBhvr>
                                      <p:to>
                                        <p:strVal val="visible"/>
                                      </p:to>
                                    </p:set>
                                    <p:animEffect transition="in" filter="box(in)">
                                      <p:cBhvr>
                                        <p:cTn id="112" dur="500"/>
                                        <p:tgtEl>
                                          <p:spTgt spid="235"/>
                                        </p:tgtEl>
                                      </p:cBhvr>
                                    </p:animEffect>
                                  </p:childTnLst>
                                </p:cTn>
                              </p:par>
                            </p:childTnLst>
                          </p:cTn>
                        </p:par>
                      </p:childTnLst>
                    </p:cTn>
                  </p:par>
                  <p:par>
                    <p:cTn id="113" fill="hold">
                      <p:stCondLst>
                        <p:cond delay="indefinite"/>
                      </p:stCondLst>
                      <p:childTnLst>
                        <p:par>
                          <p:cTn id="114" fill="hold">
                            <p:stCondLst>
                              <p:cond delay="0"/>
                            </p:stCondLst>
                            <p:childTnLst>
                              <p:par>
                                <p:cTn id="115" presetID="4" presetClass="entr" presetSubtype="16" fill="hold" grpId="0" nodeType="clickEffect">
                                  <p:stCondLst>
                                    <p:cond delay="0"/>
                                  </p:stCondLst>
                                  <p:childTnLst>
                                    <p:set>
                                      <p:cBhvr>
                                        <p:cTn id="116" dur="1" fill="hold">
                                          <p:stCondLst>
                                            <p:cond delay="0"/>
                                          </p:stCondLst>
                                        </p:cTn>
                                        <p:tgtEl>
                                          <p:spTgt spid="234"/>
                                        </p:tgtEl>
                                        <p:attrNameLst>
                                          <p:attrName>style.visibility</p:attrName>
                                        </p:attrNameLst>
                                      </p:cBhvr>
                                      <p:to>
                                        <p:strVal val="visible"/>
                                      </p:to>
                                    </p:set>
                                    <p:animEffect transition="in" filter="box(in)">
                                      <p:cBhvr>
                                        <p:cTn id="117" dur="500"/>
                                        <p:tgtEl>
                                          <p:spTgt spid="234"/>
                                        </p:tgtEl>
                                      </p:cBhvr>
                                    </p:animEffect>
                                  </p:childTnLst>
                                </p:cTn>
                              </p:par>
                            </p:childTnLst>
                          </p:cTn>
                        </p:par>
                      </p:childTnLst>
                    </p:cTn>
                  </p:par>
                  <p:par>
                    <p:cTn id="118" fill="hold">
                      <p:stCondLst>
                        <p:cond delay="indefinite"/>
                      </p:stCondLst>
                      <p:childTnLst>
                        <p:par>
                          <p:cTn id="119" fill="hold">
                            <p:stCondLst>
                              <p:cond delay="0"/>
                            </p:stCondLst>
                            <p:childTnLst>
                              <p:par>
                                <p:cTn id="120" presetID="4" presetClass="entr" presetSubtype="16" fill="hold" nodeType="clickEffect">
                                  <p:stCondLst>
                                    <p:cond delay="0"/>
                                  </p:stCondLst>
                                  <p:childTnLst>
                                    <p:set>
                                      <p:cBhvr>
                                        <p:cTn id="121" dur="1" fill="hold">
                                          <p:stCondLst>
                                            <p:cond delay="0"/>
                                          </p:stCondLst>
                                        </p:cTn>
                                        <p:tgtEl>
                                          <p:spTgt spid="220"/>
                                        </p:tgtEl>
                                        <p:attrNameLst>
                                          <p:attrName>style.visibility</p:attrName>
                                        </p:attrNameLst>
                                      </p:cBhvr>
                                      <p:to>
                                        <p:strVal val="visible"/>
                                      </p:to>
                                    </p:set>
                                    <p:animEffect transition="in" filter="box(in)">
                                      <p:cBhvr>
                                        <p:cTn id="122" dur="500"/>
                                        <p:tgtEl>
                                          <p:spTgt spid="220"/>
                                        </p:tgtEl>
                                      </p:cBhvr>
                                    </p:animEffect>
                                  </p:childTnLst>
                                </p:cTn>
                              </p:par>
                              <p:par>
                                <p:cTn id="123" presetID="4" presetClass="entr" presetSubtype="16" fill="hold" grpId="0" nodeType="withEffect">
                                  <p:stCondLst>
                                    <p:cond delay="0"/>
                                  </p:stCondLst>
                                  <p:childTnLst>
                                    <p:set>
                                      <p:cBhvr>
                                        <p:cTn id="124" dur="1" fill="hold">
                                          <p:stCondLst>
                                            <p:cond delay="0"/>
                                          </p:stCondLst>
                                        </p:cTn>
                                        <p:tgtEl>
                                          <p:spTgt spid="224"/>
                                        </p:tgtEl>
                                        <p:attrNameLst>
                                          <p:attrName>style.visibility</p:attrName>
                                        </p:attrNameLst>
                                      </p:cBhvr>
                                      <p:to>
                                        <p:strVal val="visible"/>
                                      </p:to>
                                    </p:set>
                                    <p:animEffect transition="in" filter="box(in)">
                                      <p:cBhvr>
                                        <p:cTn id="125" dur="500"/>
                                        <p:tgtEl>
                                          <p:spTgt spid="224"/>
                                        </p:tgtEl>
                                      </p:cBhvr>
                                    </p:animEffect>
                                  </p:childTnLst>
                                </p:cTn>
                              </p:par>
                            </p:childTnLst>
                          </p:cTn>
                        </p:par>
                      </p:childTnLst>
                    </p:cTn>
                  </p:par>
                  <p:par>
                    <p:cTn id="126" fill="hold">
                      <p:stCondLst>
                        <p:cond delay="indefinite"/>
                      </p:stCondLst>
                      <p:childTnLst>
                        <p:par>
                          <p:cTn id="127" fill="hold">
                            <p:stCondLst>
                              <p:cond delay="0"/>
                            </p:stCondLst>
                            <p:childTnLst>
                              <p:par>
                                <p:cTn id="128" presetID="4" presetClass="entr" presetSubtype="16" fill="hold" grpId="0" nodeType="clickEffect">
                                  <p:stCondLst>
                                    <p:cond delay="0"/>
                                  </p:stCondLst>
                                  <p:childTnLst>
                                    <p:set>
                                      <p:cBhvr>
                                        <p:cTn id="129" dur="1" fill="hold">
                                          <p:stCondLst>
                                            <p:cond delay="0"/>
                                          </p:stCondLst>
                                        </p:cTn>
                                        <p:tgtEl>
                                          <p:spTgt spid="128"/>
                                        </p:tgtEl>
                                        <p:attrNameLst>
                                          <p:attrName>style.visibility</p:attrName>
                                        </p:attrNameLst>
                                      </p:cBhvr>
                                      <p:to>
                                        <p:strVal val="visible"/>
                                      </p:to>
                                    </p:set>
                                    <p:animEffect transition="in" filter="box(in)">
                                      <p:cBhvr>
                                        <p:cTn id="130" dur="500"/>
                                        <p:tgtEl>
                                          <p:spTgt spid="128"/>
                                        </p:tgtEl>
                                      </p:cBhvr>
                                    </p:animEffect>
                                  </p:childTnLst>
                                </p:cTn>
                              </p:par>
                              <p:par>
                                <p:cTn id="131" presetID="4" presetClass="entr" presetSubtype="16" fill="hold" grpId="0" nodeType="withEffect">
                                  <p:stCondLst>
                                    <p:cond delay="0"/>
                                  </p:stCondLst>
                                  <p:childTnLst>
                                    <p:set>
                                      <p:cBhvr>
                                        <p:cTn id="132" dur="1" fill="hold">
                                          <p:stCondLst>
                                            <p:cond delay="0"/>
                                          </p:stCondLst>
                                        </p:cTn>
                                        <p:tgtEl>
                                          <p:spTgt spid="130"/>
                                        </p:tgtEl>
                                        <p:attrNameLst>
                                          <p:attrName>style.visibility</p:attrName>
                                        </p:attrNameLst>
                                      </p:cBhvr>
                                      <p:to>
                                        <p:strVal val="visible"/>
                                      </p:to>
                                    </p:set>
                                    <p:animEffect transition="in" filter="box(in)">
                                      <p:cBhvr>
                                        <p:cTn id="133" dur="500"/>
                                        <p:tgtEl>
                                          <p:spTgt spid="130"/>
                                        </p:tgtEl>
                                      </p:cBhvr>
                                    </p:animEffect>
                                  </p:childTnLst>
                                </p:cTn>
                              </p:par>
                              <p:par>
                                <p:cTn id="134" presetID="4" presetClass="entr" presetSubtype="16" fill="hold" grpId="0" nodeType="withEffect">
                                  <p:stCondLst>
                                    <p:cond delay="0"/>
                                  </p:stCondLst>
                                  <p:childTnLst>
                                    <p:set>
                                      <p:cBhvr>
                                        <p:cTn id="135" dur="1" fill="hold">
                                          <p:stCondLst>
                                            <p:cond delay="0"/>
                                          </p:stCondLst>
                                        </p:cTn>
                                        <p:tgtEl>
                                          <p:spTgt spid="131"/>
                                        </p:tgtEl>
                                        <p:attrNameLst>
                                          <p:attrName>style.visibility</p:attrName>
                                        </p:attrNameLst>
                                      </p:cBhvr>
                                      <p:to>
                                        <p:strVal val="visible"/>
                                      </p:to>
                                    </p:set>
                                    <p:animEffect transition="in" filter="box(in)">
                                      <p:cBhvr>
                                        <p:cTn id="136" dur="500"/>
                                        <p:tgtEl>
                                          <p:spTgt spid="131"/>
                                        </p:tgtEl>
                                      </p:cBhvr>
                                    </p:animEffect>
                                  </p:childTnLst>
                                </p:cTn>
                              </p:par>
                              <p:par>
                                <p:cTn id="137" presetID="4" presetClass="entr" presetSubtype="16" fill="hold" grpId="0" nodeType="withEffect">
                                  <p:stCondLst>
                                    <p:cond delay="0"/>
                                  </p:stCondLst>
                                  <p:childTnLst>
                                    <p:set>
                                      <p:cBhvr>
                                        <p:cTn id="138" dur="1" fill="hold">
                                          <p:stCondLst>
                                            <p:cond delay="0"/>
                                          </p:stCondLst>
                                        </p:cTn>
                                        <p:tgtEl>
                                          <p:spTgt spid="132"/>
                                        </p:tgtEl>
                                        <p:attrNameLst>
                                          <p:attrName>style.visibility</p:attrName>
                                        </p:attrNameLst>
                                      </p:cBhvr>
                                      <p:to>
                                        <p:strVal val="visible"/>
                                      </p:to>
                                    </p:set>
                                    <p:animEffect transition="in" filter="box(in)">
                                      <p:cBhvr>
                                        <p:cTn id="139" dur="500"/>
                                        <p:tgtEl>
                                          <p:spTgt spid="132"/>
                                        </p:tgtEl>
                                      </p:cBhvr>
                                    </p:animEffect>
                                  </p:childTnLst>
                                </p:cTn>
                              </p:par>
                              <p:par>
                                <p:cTn id="140" presetID="4" presetClass="entr" presetSubtype="16" fill="hold" grpId="0" nodeType="withEffect">
                                  <p:stCondLst>
                                    <p:cond delay="0"/>
                                  </p:stCondLst>
                                  <p:childTnLst>
                                    <p:set>
                                      <p:cBhvr>
                                        <p:cTn id="141" dur="1" fill="hold">
                                          <p:stCondLst>
                                            <p:cond delay="0"/>
                                          </p:stCondLst>
                                        </p:cTn>
                                        <p:tgtEl>
                                          <p:spTgt spid="133"/>
                                        </p:tgtEl>
                                        <p:attrNameLst>
                                          <p:attrName>style.visibility</p:attrName>
                                        </p:attrNameLst>
                                      </p:cBhvr>
                                      <p:to>
                                        <p:strVal val="visible"/>
                                      </p:to>
                                    </p:set>
                                    <p:animEffect transition="in" filter="box(in)">
                                      <p:cBhvr>
                                        <p:cTn id="142" dur="500"/>
                                        <p:tgtEl>
                                          <p:spTgt spid="133"/>
                                        </p:tgtEl>
                                      </p:cBhvr>
                                    </p:animEffect>
                                  </p:childTnLst>
                                </p:cTn>
                              </p:par>
                              <p:par>
                                <p:cTn id="143" presetID="4" presetClass="entr" presetSubtype="16" fill="hold" grpId="0" nodeType="withEffect">
                                  <p:stCondLst>
                                    <p:cond delay="0"/>
                                  </p:stCondLst>
                                  <p:childTnLst>
                                    <p:set>
                                      <p:cBhvr>
                                        <p:cTn id="144" dur="1" fill="hold">
                                          <p:stCondLst>
                                            <p:cond delay="0"/>
                                          </p:stCondLst>
                                        </p:cTn>
                                        <p:tgtEl>
                                          <p:spTgt spid="134"/>
                                        </p:tgtEl>
                                        <p:attrNameLst>
                                          <p:attrName>style.visibility</p:attrName>
                                        </p:attrNameLst>
                                      </p:cBhvr>
                                      <p:to>
                                        <p:strVal val="visible"/>
                                      </p:to>
                                    </p:set>
                                    <p:animEffect transition="in" filter="box(in)">
                                      <p:cBhvr>
                                        <p:cTn id="145" dur="500"/>
                                        <p:tgtEl>
                                          <p:spTgt spid="134"/>
                                        </p:tgtEl>
                                      </p:cBhvr>
                                    </p:animEffect>
                                  </p:childTnLst>
                                </p:cTn>
                              </p:par>
                              <p:par>
                                <p:cTn id="146" presetID="4" presetClass="entr" presetSubtype="16" fill="hold" grpId="0" nodeType="withEffect">
                                  <p:stCondLst>
                                    <p:cond delay="0"/>
                                  </p:stCondLst>
                                  <p:childTnLst>
                                    <p:set>
                                      <p:cBhvr>
                                        <p:cTn id="147" dur="1" fill="hold">
                                          <p:stCondLst>
                                            <p:cond delay="0"/>
                                          </p:stCondLst>
                                        </p:cTn>
                                        <p:tgtEl>
                                          <p:spTgt spid="135"/>
                                        </p:tgtEl>
                                        <p:attrNameLst>
                                          <p:attrName>style.visibility</p:attrName>
                                        </p:attrNameLst>
                                      </p:cBhvr>
                                      <p:to>
                                        <p:strVal val="visible"/>
                                      </p:to>
                                    </p:set>
                                    <p:animEffect transition="in" filter="box(in)">
                                      <p:cBhvr>
                                        <p:cTn id="148" dur="500"/>
                                        <p:tgtEl>
                                          <p:spTgt spid="135"/>
                                        </p:tgtEl>
                                      </p:cBhvr>
                                    </p:animEffect>
                                  </p:childTnLst>
                                </p:cTn>
                              </p:par>
                              <p:par>
                                <p:cTn id="149" presetID="4" presetClass="entr" presetSubtype="16" fill="hold" grpId="0" nodeType="withEffect">
                                  <p:stCondLst>
                                    <p:cond delay="0"/>
                                  </p:stCondLst>
                                  <p:childTnLst>
                                    <p:set>
                                      <p:cBhvr>
                                        <p:cTn id="150" dur="1" fill="hold">
                                          <p:stCondLst>
                                            <p:cond delay="0"/>
                                          </p:stCondLst>
                                        </p:cTn>
                                        <p:tgtEl>
                                          <p:spTgt spid="136"/>
                                        </p:tgtEl>
                                        <p:attrNameLst>
                                          <p:attrName>style.visibility</p:attrName>
                                        </p:attrNameLst>
                                      </p:cBhvr>
                                      <p:to>
                                        <p:strVal val="visible"/>
                                      </p:to>
                                    </p:set>
                                    <p:animEffect transition="in" filter="box(in)">
                                      <p:cBhvr>
                                        <p:cTn id="151" dur="500"/>
                                        <p:tgtEl>
                                          <p:spTgt spid="136"/>
                                        </p:tgtEl>
                                      </p:cBhvr>
                                    </p:animEffect>
                                  </p:childTnLst>
                                </p:cTn>
                              </p:par>
                              <p:par>
                                <p:cTn id="152" presetID="4" presetClass="entr" presetSubtype="16" fill="hold" grpId="0" nodeType="withEffect">
                                  <p:stCondLst>
                                    <p:cond delay="0"/>
                                  </p:stCondLst>
                                  <p:childTnLst>
                                    <p:set>
                                      <p:cBhvr>
                                        <p:cTn id="153" dur="1" fill="hold">
                                          <p:stCondLst>
                                            <p:cond delay="0"/>
                                          </p:stCondLst>
                                        </p:cTn>
                                        <p:tgtEl>
                                          <p:spTgt spid="137"/>
                                        </p:tgtEl>
                                        <p:attrNameLst>
                                          <p:attrName>style.visibility</p:attrName>
                                        </p:attrNameLst>
                                      </p:cBhvr>
                                      <p:to>
                                        <p:strVal val="visible"/>
                                      </p:to>
                                    </p:set>
                                    <p:animEffect transition="in" filter="box(in)">
                                      <p:cBhvr>
                                        <p:cTn id="154" dur="500"/>
                                        <p:tgtEl>
                                          <p:spTgt spid="137"/>
                                        </p:tgtEl>
                                      </p:cBhvr>
                                    </p:animEffect>
                                  </p:childTnLst>
                                </p:cTn>
                              </p:par>
                              <p:par>
                                <p:cTn id="155" presetID="4" presetClass="entr" presetSubtype="16" fill="hold" grpId="0" nodeType="withEffect">
                                  <p:stCondLst>
                                    <p:cond delay="0"/>
                                  </p:stCondLst>
                                  <p:childTnLst>
                                    <p:set>
                                      <p:cBhvr>
                                        <p:cTn id="156" dur="1" fill="hold">
                                          <p:stCondLst>
                                            <p:cond delay="0"/>
                                          </p:stCondLst>
                                        </p:cTn>
                                        <p:tgtEl>
                                          <p:spTgt spid="138"/>
                                        </p:tgtEl>
                                        <p:attrNameLst>
                                          <p:attrName>style.visibility</p:attrName>
                                        </p:attrNameLst>
                                      </p:cBhvr>
                                      <p:to>
                                        <p:strVal val="visible"/>
                                      </p:to>
                                    </p:set>
                                    <p:animEffect transition="in" filter="box(in)">
                                      <p:cBhvr>
                                        <p:cTn id="157" dur="500"/>
                                        <p:tgtEl>
                                          <p:spTgt spid="138"/>
                                        </p:tgtEl>
                                      </p:cBhvr>
                                    </p:animEffect>
                                  </p:childTnLst>
                                </p:cTn>
                              </p:par>
                              <p:par>
                                <p:cTn id="158" presetID="4" presetClass="entr" presetSubtype="16" fill="hold" grpId="0" nodeType="withEffect">
                                  <p:stCondLst>
                                    <p:cond delay="0"/>
                                  </p:stCondLst>
                                  <p:childTnLst>
                                    <p:set>
                                      <p:cBhvr>
                                        <p:cTn id="159" dur="1" fill="hold">
                                          <p:stCondLst>
                                            <p:cond delay="0"/>
                                          </p:stCondLst>
                                        </p:cTn>
                                        <p:tgtEl>
                                          <p:spTgt spid="139"/>
                                        </p:tgtEl>
                                        <p:attrNameLst>
                                          <p:attrName>style.visibility</p:attrName>
                                        </p:attrNameLst>
                                      </p:cBhvr>
                                      <p:to>
                                        <p:strVal val="visible"/>
                                      </p:to>
                                    </p:set>
                                    <p:animEffect transition="in" filter="box(in)">
                                      <p:cBhvr>
                                        <p:cTn id="160" dur="500"/>
                                        <p:tgtEl>
                                          <p:spTgt spid="139"/>
                                        </p:tgtEl>
                                      </p:cBhvr>
                                    </p:animEffect>
                                  </p:childTnLst>
                                </p:cTn>
                              </p:par>
                              <p:par>
                                <p:cTn id="161" presetID="4" presetClass="entr" presetSubtype="16" fill="hold" grpId="0" nodeType="withEffect">
                                  <p:stCondLst>
                                    <p:cond delay="0"/>
                                  </p:stCondLst>
                                  <p:childTnLst>
                                    <p:set>
                                      <p:cBhvr>
                                        <p:cTn id="162" dur="1" fill="hold">
                                          <p:stCondLst>
                                            <p:cond delay="0"/>
                                          </p:stCondLst>
                                        </p:cTn>
                                        <p:tgtEl>
                                          <p:spTgt spid="140"/>
                                        </p:tgtEl>
                                        <p:attrNameLst>
                                          <p:attrName>style.visibility</p:attrName>
                                        </p:attrNameLst>
                                      </p:cBhvr>
                                      <p:to>
                                        <p:strVal val="visible"/>
                                      </p:to>
                                    </p:set>
                                    <p:animEffect transition="in" filter="box(in)">
                                      <p:cBhvr>
                                        <p:cTn id="163" dur="500"/>
                                        <p:tgtEl>
                                          <p:spTgt spid="140"/>
                                        </p:tgtEl>
                                      </p:cBhvr>
                                    </p:animEffect>
                                  </p:childTnLst>
                                </p:cTn>
                              </p:par>
                              <p:par>
                                <p:cTn id="164" presetID="4" presetClass="entr" presetSubtype="16" fill="hold" grpId="0" nodeType="withEffect">
                                  <p:stCondLst>
                                    <p:cond delay="0"/>
                                  </p:stCondLst>
                                  <p:childTnLst>
                                    <p:set>
                                      <p:cBhvr>
                                        <p:cTn id="165" dur="1" fill="hold">
                                          <p:stCondLst>
                                            <p:cond delay="0"/>
                                          </p:stCondLst>
                                        </p:cTn>
                                        <p:tgtEl>
                                          <p:spTgt spid="141"/>
                                        </p:tgtEl>
                                        <p:attrNameLst>
                                          <p:attrName>style.visibility</p:attrName>
                                        </p:attrNameLst>
                                      </p:cBhvr>
                                      <p:to>
                                        <p:strVal val="visible"/>
                                      </p:to>
                                    </p:set>
                                    <p:animEffect transition="in" filter="box(in)">
                                      <p:cBhvr>
                                        <p:cTn id="166" dur="500"/>
                                        <p:tgtEl>
                                          <p:spTgt spid="141"/>
                                        </p:tgtEl>
                                      </p:cBhvr>
                                    </p:animEffect>
                                  </p:childTnLst>
                                </p:cTn>
                              </p:par>
                              <p:par>
                                <p:cTn id="167" presetID="4" presetClass="entr" presetSubtype="16" fill="hold" nodeType="withEffect">
                                  <p:stCondLst>
                                    <p:cond delay="0"/>
                                  </p:stCondLst>
                                  <p:childTnLst>
                                    <p:set>
                                      <p:cBhvr>
                                        <p:cTn id="168" dur="1" fill="hold">
                                          <p:stCondLst>
                                            <p:cond delay="0"/>
                                          </p:stCondLst>
                                        </p:cTn>
                                        <p:tgtEl>
                                          <p:spTgt spid="142"/>
                                        </p:tgtEl>
                                        <p:attrNameLst>
                                          <p:attrName>style.visibility</p:attrName>
                                        </p:attrNameLst>
                                      </p:cBhvr>
                                      <p:to>
                                        <p:strVal val="visible"/>
                                      </p:to>
                                    </p:set>
                                    <p:animEffect transition="in" filter="box(in)">
                                      <p:cBhvr>
                                        <p:cTn id="169" dur="500"/>
                                        <p:tgtEl>
                                          <p:spTgt spid="142"/>
                                        </p:tgtEl>
                                      </p:cBhvr>
                                    </p:animEffect>
                                  </p:childTnLst>
                                </p:cTn>
                              </p:par>
                              <p:par>
                                <p:cTn id="170" presetID="4" presetClass="entr" presetSubtype="16" fill="hold" nodeType="withEffect">
                                  <p:stCondLst>
                                    <p:cond delay="0"/>
                                  </p:stCondLst>
                                  <p:childTnLst>
                                    <p:set>
                                      <p:cBhvr>
                                        <p:cTn id="171" dur="1" fill="hold">
                                          <p:stCondLst>
                                            <p:cond delay="0"/>
                                          </p:stCondLst>
                                        </p:cTn>
                                        <p:tgtEl>
                                          <p:spTgt spid="155"/>
                                        </p:tgtEl>
                                        <p:attrNameLst>
                                          <p:attrName>style.visibility</p:attrName>
                                        </p:attrNameLst>
                                      </p:cBhvr>
                                      <p:to>
                                        <p:strVal val="visible"/>
                                      </p:to>
                                    </p:set>
                                    <p:animEffect transition="in" filter="box(in)">
                                      <p:cBhvr>
                                        <p:cTn id="172" dur="500"/>
                                        <p:tgtEl>
                                          <p:spTgt spid="155"/>
                                        </p:tgtEl>
                                      </p:cBhvr>
                                    </p:animEffect>
                                  </p:childTnLst>
                                </p:cTn>
                              </p:par>
                              <p:par>
                                <p:cTn id="173" presetID="4" presetClass="entr" presetSubtype="16" fill="hold" nodeType="withEffect">
                                  <p:stCondLst>
                                    <p:cond delay="0"/>
                                  </p:stCondLst>
                                  <p:childTnLst>
                                    <p:set>
                                      <p:cBhvr>
                                        <p:cTn id="174" dur="1" fill="hold">
                                          <p:stCondLst>
                                            <p:cond delay="0"/>
                                          </p:stCondLst>
                                        </p:cTn>
                                        <p:tgtEl>
                                          <p:spTgt spid="168"/>
                                        </p:tgtEl>
                                        <p:attrNameLst>
                                          <p:attrName>style.visibility</p:attrName>
                                        </p:attrNameLst>
                                      </p:cBhvr>
                                      <p:to>
                                        <p:strVal val="visible"/>
                                      </p:to>
                                    </p:set>
                                    <p:animEffect transition="in" filter="box(in)">
                                      <p:cBhvr>
                                        <p:cTn id="175" dur="500"/>
                                        <p:tgtEl>
                                          <p:spTgt spid="168"/>
                                        </p:tgtEl>
                                      </p:cBhvr>
                                    </p:animEffect>
                                  </p:childTnLst>
                                </p:cTn>
                              </p:par>
                              <p:par>
                                <p:cTn id="176" presetID="4" presetClass="entr" presetSubtype="16" fill="hold" nodeType="withEffect">
                                  <p:stCondLst>
                                    <p:cond delay="0"/>
                                  </p:stCondLst>
                                  <p:childTnLst>
                                    <p:set>
                                      <p:cBhvr>
                                        <p:cTn id="177" dur="1" fill="hold">
                                          <p:stCondLst>
                                            <p:cond delay="0"/>
                                          </p:stCondLst>
                                        </p:cTn>
                                        <p:tgtEl>
                                          <p:spTgt spid="181"/>
                                        </p:tgtEl>
                                        <p:attrNameLst>
                                          <p:attrName>style.visibility</p:attrName>
                                        </p:attrNameLst>
                                      </p:cBhvr>
                                      <p:to>
                                        <p:strVal val="visible"/>
                                      </p:to>
                                    </p:set>
                                    <p:animEffect transition="in" filter="box(in)">
                                      <p:cBhvr>
                                        <p:cTn id="178" dur="500"/>
                                        <p:tgtEl>
                                          <p:spTgt spid="181"/>
                                        </p:tgtEl>
                                      </p:cBhvr>
                                    </p:animEffect>
                                  </p:childTnLst>
                                </p:cTn>
                              </p:par>
                              <p:par>
                                <p:cTn id="179" presetID="4" presetClass="entr" presetSubtype="16" fill="hold" nodeType="withEffect">
                                  <p:stCondLst>
                                    <p:cond delay="0"/>
                                  </p:stCondLst>
                                  <p:childTnLst>
                                    <p:set>
                                      <p:cBhvr>
                                        <p:cTn id="180" dur="1" fill="hold">
                                          <p:stCondLst>
                                            <p:cond delay="0"/>
                                          </p:stCondLst>
                                        </p:cTn>
                                        <p:tgtEl>
                                          <p:spTgt spid="194"/>
                                        </p:tgtEl>
                                        <p:attrNameLst>
                                          <p:attrName>style.visibility</p:attrName>
                                        </p:attrNameLst>
                                      </p:cBhvr>
                                      <p:to>
                                        <p:strVal val="visible"/>
                                      </p:to>
                                    </p:set>
                                    <p:animEffect transition="in" filter="box(in)">
                                      <p:cBhvr>
                                        <p:cTn id="181" dur="500"/>
                                        <p:tgtEl>
                                          <p:spTgt spid="194"/>
                                        </p:tgtEl>
                                      </p:cBhvr>
                                    </p:animEffect>
                                  </p:childTnLst>
                                </p:cTn>
                              </p:par>
                              <p:par>
                                <p:cTn id="182" presetID="4" presetClass="entr" presetSubtype="16" fill="hold" nodeType="withEffect">
                                  <p:stCondLst>
                                    <p:cond delay="0"/>
                                  </p:stCondLst>
                                  <p:childTnLst>
                                    <p:set>
                                      <p:cBhvr>
                                        <p:cTn id="183" dur="1" fill="hold">
                                          <p:stCondLst>
                                            <p:cond delay="0"/>
                                          </p:stCondLst>
                                        </p:cTn>
                                        <p:tgtEl>
                                          <p:spTgt spid="207"/>
                                        </p:tgtEl>
                                        <p:attrNameLst>
                                          <p:attrName>style.visibility</p:attrName>
                                        </p:attrNameLst>
                                      </p:cBhvr>
                                      <p:to>
                                        <p:strVal val="visible"/>
                                      </p:to>
                                    </p:set>
                                    <p:animEffect transition="in" filter="box(in)">
                                      <p:cBhvr>
                                        <p:cTn id="184" dur="500"/>
                                        <p:tgtEl>
                                          <p:spTgt spid="207"/>
                                        </p:tgtEl>
                                      </p:cBhvr>
                                    </p:animEffect>
                                  </p:childTnLst>
                                </p:cTn>
                              </p:par>
                            </p:childTnLst>
                          </p:cTn>
                        </p:par>
                      </p:childTnLst>
                    </p:cTn>
                  </p:par>
                  <p:par>
                    <p:cTn id="185" fill="hold">
                      <p:stCondLst>
                        <p:cond delay="indefinite"/>
                      </p:stCondLst>
                      <p:childTnLst>
                        <p:par>
                          <p:cTn id="186" fill="hold">
                            <p:stCondLst>
                              <p:cond delay="0"/>
                            </p:stCondLst>
                            <p:childTnLst>
                              <p:par>
                                <p:cTn id="187" presetID="4" presetClass="entr" presetSubtype="16" fill="hold" grpId="0" nodeType="clickEffect">
                                  <p:stCondLst>
                                    <p:cond delay="0"/>
                                  </p:stCondLst>
                                  <p:childTnLst>
                                    <p:set>
                                      <p:cBhvr>
                                        <p:cTn id="188" dur="1" fill="hold">
                                          <p:stCondLst>
                                            <p:cond delay="0"/>
                                          </p:stCondLst>
                                        </p:cTn>
                                        <p:tgtEl>
                                          <p:spTgt spid="129"/>
                                        </p:tgtEl>
                                        <p:attrNameLst>
                                          <p:attrName>style.visibility</p:attrName>
                                        </p:attrNameLst>
                                      </p:cBhvr>
                                      <p:to>
                                        <p:strVal val="visible"/>
                                      </p:to>
                                    </p:set>
                                    <p:animEffect transition="in" filter="box(in)">
                                      <p:cBhvr>
                                        <p:cTn id="189" dur="500"/>
                                        <p:tgtEl>
                                          <p:spTgt spid="129"/>
                                        </p:tgtEl>
                                      </p:cBhvr>
                                    </p:animEffect>
                                  </p:childTnLst>
                                </p:cTn>
                              </p:par>
                            </p:childTnLst>
                          </p:cTn>
                        </p:par>
                      </p:childTnLst>
                    </p:cTn>
                  </p:par>
                  <p:par>
                    <p:cTn id="190" fill="hold">
                      <p:stCondLst>
                        <p:cond delay="indefinite"/>
                      </p:stCondLst>
                      <p:childTnLst>
                        <p:par>
                          <p:cTn id="191" fill="hold">
                            <p:stCondLst>
                              <p:cond delay="0"/>
                            </p:stCondLst>
                            <p:childTnLst>
                              <p:par>
                                <p:cTn id="192" presetID="4" presetClass="entr" presetSubtype="16" fill="hold" grpId="0" nodeType="clickEffect">
                                  <p:stCondLst>
                                    <p:cond delay="0"/>
                                  </p:stCondLst>
                                  <p:childTnLst>
                                    <p:set>
                                      <p:cBhvr>
                                        <p:cTn id="193" dur="1" fill="hold">
                                          <p:stCondLst>
                                            <p:cond delay="0"/>
                                          </p:stCondLst>
                                        </p:cTn>
                                        <p:tgtEl>
                                          <p:spTgt spid="222"/>
                                        </p:tgtEl>
                                        <p:attrNameLst>
                                          <p:attrName>style.visibility</p:attrName>
                                        </p:attrNameLst>
                                      </p:cBhvr>
                                      <p:to>
                                        <p:strVal val="visible"/>
                                      </p:to>
                                    </p:set>
                                    <p:animEffect transition="in" filter="box(in)">
                                      <p:cBhvr>
                                        <p:cTn id="194" dur="500"/>
                                        <p:tgtEl>
                                          <p:spTgt spid="222"/>
                                        </p:tgtEl>
                                      </p:cBhvr>
                                    </p:animEffect>
                                  </p:childTnLst>
                                </p:cTn>
                              </p:par>
                              <p:par>
                                <p:cTn id="195" presetID="4" presetClass="entr" presetSubtype="16" fill="hold" grpId="0" nodeType="withEffect">
                                  <p:stCondLst>
                                    <p:cond delay="0"/>
                                  </p:stCondLst>
                                  <p:childTnLst>
                                    <p:set>
                                      <p:cBhvr>
                                        <p:cTn id="196" dur="1" fill="hold">
                                          <p:stCondLst>
                                            <p:cond delay="0"/>
                                          </p:stCondLst>
                                        </p:cTn>
                                        <p:tgtEl>
                                          <p:spTgt spid="223"/>
                                        </p:tgtEl>
                                        <p:attrNameLst>
                                          <p:attrName>style.visibility</p:attrName>
                                        </p:attrNameLst>
                                      </p:cBhvr>
                                      <p:to>
                                        <p:strVal val="visible"/>
                                      </p:to>
                                    </p:set>
                                    <p:animEffect transition="in" filter="box(in)">
                                      <p:cBhvr>
                                        <p:cTn id="197" dur="500"/>
                                        <p:tgtEl>
                                          <p:spTgt spid="223"/>
                                        </p:tgtEl>
                                      </p:cBhvr>
                                    </p:animEffect>
                                  </p:childTnLst>
                                </p:cTn>
                              </p:par>
                            </p:childTnLst>
                          </p:cTn>
                        </p:par>
                      </p:childTnLst>
                    </p:cTn>
                  </p:par>
                  <p:par>
                    <p:cTn id="198" fill="hold">
                      <p:stCondLst>
                        <p:cond delay="indefinite"/>
                      </p:stCondLst>
                      <p:childTnLst>
                        <p:par>
                          <p:cTn id="199" fill="hold">
                            <p:stCondLst>
                              <p:cond delay="0"/>
                            </p:stCondLst>
                            <p:childTnLst>
                              <p:par>
                                <p:cTn id="200" presetID="4" presetClass="entr" presetSubtype="16" fill="hold" nodeType="clickEffect">
                                  <p:stCondLst>
                                    <p:cond delay="0"/>
                                  </p:stCondLst>
                                  <p:childTnLst>
                                    <p:set>
                                      <p:cBhvr>
                                        <p:cTn id="201" dur="1" fill="hold">
                                          <p:stCondLst>
                                            <p:cond delay="0"/>
                                          </p:stCondLst>
                                        </p:cTn>
                                        <p:tgtEl>
                                          <p:spTgt spid="225"/>
                                        </p:tgtEl>
                                        <p:attrNameLst>
                                          <p:attrName>style.visibility</p:attrName>
                                        </p:attrNameLst>
                                      </p:cBhvr>
                                      <p:to>
                                        <p:strVal val="visible"/>
                                      </p:to>
                                    </p:set>
                                    <p:animEffect transition="in" filter="box(in)">
                                      <p:cBhvr>
                                        <p:cTn id="202" dur="500"/>
                                        <p:tgtEl>
                                          <p:spTgt spid="225"/>
                                        </p:tgtEl>
                                      </p:cBhvr>
                                    </p:animEffect>
                                  </p:childTnLst>
                                </p:cTn>
                              </p:par>
                              <p:par>
                                <p:cTn id="203" presetID="4" presetClass="entr" presetSubtype="16" fill="hold" nodeType="withEffect">
                                  <p:stCondLst>
                                    <p:cond delay="0"/>
                                  </p:stCondLst>
                                  <p:childTnLst>
                                    <p:set>
                                      <p:cBhvr>
                                        <p:cTn id="204" dur="1" fill="hold">
                                          <p:stCondLst>
                                            <p:cond delay="0"/>
                                          </p:stCondLst>
                                        </p:cTn>
                                        <p:tgtEl>
                                          <p:spTgt spid="228"/>
                                        </p:tgtEl>
                                        <p:attrNameLst>
                                          <p:attrName>style.visibility</p:attrName>
                                        </p:attrNameLst>
                                      </p:cBhvr>
                                      <p:to>
                                        <p:strVal val="visible"/>
                                      </p:to>
                                    </p:set>
                                    <p:animEffect transition="in" filter="box(in)">
                                      <p:cBhvr>
                                        <p:cTn id="205" dur="500"/>
                                        <p:tgtEl>
                                          <p:spTgt spid="228"/>
                                        </p:tgtEl>
                                      </p:cBhvr>
                                    </p:animEffect>
                                  </p:childTnLst>
                                </p:cTn>
                              </p:par>
                              <p:par>
                                <p:cTn id="206" presetID="4" presetClass="entr" presetSubtype="16" fill="hold" nodeType="withEffect">
                                  <p:stCondLst>
                                    <p:cond delay="0"/>
                                  </p:stCondLst>
                                  <p:childTnLst>
                                    <p:set>
                                      <p:cBhvr>
                                        <p:cTn id="207" dur="1" fill="hold">
                                          <p:stCondLst>
                                            <p:cond delay="0"/>
                                          </p:stCondLst>
                                        </p:cTn>
                                        <p:tgtEl>
                                          <p:spTgt spid="226"/>
                                        </p:tgtEl>
                                        <p:attrNameLst>
                                          <p:attrName>style.visibility</p:attrName>
                                        </p:attrNameLst>
                                      </p:cBhvr>
                                      <p:to>
                                        <p:strVal val="visible"/>
                                      </p:to>
                                    </p:set>
                                    <p:animEffect transition="in" filter="box(in)">
                                      <p:cBhvr>
                                        <p:cTn id="208" dur="500"/>
                                        <p:tgtEl>
                                          <p:spTgt spid="226"/>
                                        </p:tgtEl>
                                      </p:cBhvr>
                                    </p:animEffect>
                                  </p:childTnLst>
                                </p:cTn>
                              </p:par>
                              <p:par>
                                <p:cTn id="209" presetID="4" presetClass="entr" presetSubtype="16" fill="hold" nodeType="withEffect">
                                  <p:stCondLst>
                                    <p:cond delay="0"/>
                                  </p:stCondLst>
                                  <p:childTnLst>
                                    <p:set>
                                      <p:cBhvr>
                                        <p:cTn id="210" dur="1" fill="hold">
                                          <p:stCondLst>
                                            <p:cond delay="0"/>
                                          </p:stCondLst>
                                        </p:cTn>
                                        <p:tgtEl>
                                          <p:spTgt spid="227"/>
                                        </p:tgtEl>
                                        <p:attrNameLst>
                                          <p:attrName>style.visibility</p:attrName>
                                        </p:attrNameLst>
                                      </p:cBhvr>
                                      <p:to>
                                        <p:strVal val="visible"/>
                                      </p:to>
                                    </p:set>
                                    <p:animEffect transition="in" filter="box(in)">
                                      <p:cBhvr>
                                        <p:cTn id="211" dur="500"/>
                                        <p:tgtEl>
                                          <p:spTgt spid="227"/>
                                        </p:tgtEl>
                                      </p:cBhvr>
                                    </p:animEffect>
                                  </p:childTnLst>
                                </p:cTn>
                              </p:par>
                              <p:par>
                                <p:cTn id="212" presetID="4" presetClass="entr" presetSubtype="16" fill="hold" grpId="0" nodeType="withEffect">
                                  <p:stCondLst>
                                    <p:cond delay="0"/>
                                  </p:stCondLst>
                                  <p:childTnLst>
                                    <p:set>
                                      <p:cBhvr>
                                        <p:cTn id="213" dur="1" fill="hold">
                                          <p:stCondLst>
                                            <p:cond delay="0"/>
                                          </p:stCondLst>
                                        </p:cTn>
                                        <p:tgtEl>
                                          <p:spTgt spid="230"/>
                                        </p:tgtEl>
                                        <p:attrNameLst>
                                          <p:attrName>style.visibility</p:attrName>
                                        </p:attrNameLst>
                                      </p:cBhvr>
                                      <p:to>
                                        <p:strVal val="visible"/>
                                      </p:to>
                                    </p:set>
                                    <p:animEffect transition="in" filter="box(in)">
                                      <p:cBhvr>
                                        <p:cTn id="214" dur="500"/>
                                        <p:tgtEl>
                                          <p:spTgt spid="230"/>
                                        </p:tgtEl>
                                      </p:cBhvr>
                                    </p:animEffect>
                                  </p:childTnLst>
                                </p:cTn>
                              </p:par>
                              <p:par>
                                <p:cTn id="215" presetID="4" presetClass="entr" presetSubtype="16" fill="hold" grpId="0" nodeType="withEffect">
                                  <p:stCondLst>
                                    <p:cond delay="0"/>
                                  </p:stCondLst>
                                  <p:childTnLst>
                                    <p:set>
                                      <p:cBhvr>
                                        <p:cTn id="216" dur="1" fill="hold">
                                          <p:stCondLst>
                                            <p:cond delay="0"/>
                                          </p:stCondLst>
                                        </p:cTn>
                                        <p:tgtEl>
                                          <p:spTgt spid="229"/>
                                        </p:tgtEl>
                                        <p:attrNameLst>
                                          <p:attrName>style.visibility</p:attrName>
                                        </p:attrNameLst>
                                      </p:cBhvr>
                                      <p:to>
                                        <p:strVal val="visible"/>
                                      </p:to>
                                    </p:set>
                                    <p:animEffect transition="in" filter="box(in)">
                                      <p:cBhvr>
                                        <p:cTn id="217" dur="500"/>
                                        <p:tgtEl>
                                          <p:spTgt spid="229"/>
                                        </p:tgtEl>
                                      </p:cBhvr>
                                    </p:animEffect>
                                  </p:childTnLst>
                                </p:cTn>
                              </p:par>
                              <p:par>
                                <p:cTn id="218" presetID="4" presetClass="entr" presetSubtype="16" fill="hold" grpId="0" nodeType="withEffect">
                                  <p:stCondLst>
                                    <p:cond delay="0"/>
                                  </p:stCondLst>
                                  <p:childTnLst>
                                    <p:set>
                                      <p:cBhvr>
                                        <p:cTn id="219" dur="1" fill="hold">
                                          <p:stCondLst>
                                            <p:cond delay="0"/>
                                          </p:stCondLst>
                                        </p:cTn>
                                        <p:tgtEl>
                                          <p:spTgt spid="127"/>
                                        </p:tgtEl>
                                        <p:attrNameLst>
                                          <p:attrName>style.visibility</p:attrName>
                                        </p:attrNameLst>
                                      </p:cBhvr>
                                      <p:to>
                                        <p:strVal val="visible"/>
                                      </p:to>
                                    </p:set>
                                    <p:animEffect transition="in" filter="box(in)">
                                      <p:cBhvr>
                                        <p:cTn id="220" dur="500"/>
                                        <p:tgtEl>
                                          <p:spTgt spid="127"/>
                                        </p:tgtEl>
                                      </p:cBhvr>
                                    </p:animEffect>
                                  </p:childTnLst>
                                </p:cTn>
                              </p:par>
                            </p:childTnLst>
                          </p:cTn>
                        </p:par>
                      </p:childTnLst>
                    </p:cTn>
                  </p:par>
                  <p:par>
                    <p:cTn id="221" fill="hold">
                      <p:stCondLst>
                        <p:cond delay="indefinite"/>
                      </p:stCondLst>
                      <p:childTnLst>
                        <p:par>
                          <p:cTn id="222" fill="hold">
                            <p:stCondLst>
                              <p:cond delay="0"/>
                            </p:stCondLst>
                            <p:childTnLst>
                              <p:par>
                                <p:cTn id="223" presetID="4" presetClass="entr" presetSubtype="16" fill="hold" grpId="0" nodeType="clickEffect">
                                  <p:stCondLst>
                                    <p:cond delay="0"/>
                                  </p:stCondLst>
                                  <p:childTnLst>
                                    <p:set>
                                      <p:cBhvr>
                                        <p:cTn id="224" dur="1" fill="hold">
                                          <p:stCondLst>
                                            <p:cond delay="0"/>
                                          </p:stCondLst>
                                        </p:cTn>
                                        <p:tgtEl>
                                          <p:spTgt spid="221"/>
                                        </p:tgtEl>
                                        <p:attrNameLst>
                                          <p:attrName>style.visibility</p:attrName>
                                        </p:attrNameLst>
                                      </p:cBhvr>
                                      <p:to>
                                        <p:strVal val="visible"/>
                                      </p:to>
                                    </p:set>
                                    <p:animEffect transition="in" filter="box(in)">
                                      <p:cBhvr>
                                        <p:cTn id="225" dur="500"/>
                                        <p:tgtEl>
                                          <p:spTgt spid="221"/>
                                        </p:tgtEl>
                                      </p:cBhvr>
                                    </p:animEffect>
                                  </p:childTnLst>
                                </p:cTn>
                              </p:par>
                            </p:childTnLst>
                          </p:cTn>
                        </p:par>
                      </p:childTnLst>
                    </p:cTn>
                  </p:par>
                  <p:par>
                    <p:cTn id="226" fill="hold">
                      <p:stCondLst>
                        <p:cond delay="indefinite"/>
                      </p:stCondLst>
                      <p:childTnLst>
                        <p:par>
                          <p:cTn id="227" fill="hold">
                            <p:stCondLst>
                              <p:cond delay="0"/>
                            </p:stCondLst>
                            <p:childTnLst>
                              <p:par>
                                <p:cTn id="228" presetID="0" presetClass="path" presetSubtype="0" accel="50000" decel="50000" fill="hold" grpId="1" nodeType="clickEffect">
                                  <p:stCondLst>
                                    <p:cond delay="0"/>
                                  </p:stCondLst>
                                  <p:childTnLst>
                                    <p:animMotion origin="layout" path="M 0 0 L 0 -0.059 " pathEditMode="relative" ptsTypes="AA">
                                      <p:cBhvr>
                                        <p:cTn id="229" dur="2000" fill="hold"/>
                                        <p:tgtEl>
                                          <p:spTgt spid="131"/>
                                        </p:tgtEl>
                                        <p:attrNameLst>
                                          <p:attrName>ppt_x</p:attrName>
                                          <p:attrName>ppt_y</p:attrName>
                                        </p:attrNameLst>
                                      </p:cBhvr>
                                    </p:animMotion>
                                  </p:childTnLst>
                                </p:cTn>
                              </p:par>
                            </p:childTnLst>
                          </p:cTn>
                        </p:par>
                        <p:par>
                          <p:cTn id="230" fill="hold">
                            <p:stCondLst>
                              <p:cond delay="2000"/>
                            </p:stCondLst>
                            <p:childTnLst>
                              <p:par>
                                <p:cTn id="231" presetID="4" presetClass="entr" presetSubtype="16" fill="hold" grpId="0" nodeType="afterEffect">
                                  <p:stCondLst>
                                    <p:cond delay="0"/>
                                  </p:stCondLst>
                                  <p:childTnLst>
                                    <p:set>
                                      <p:cBhvr>
                                        <p:cTn id="232" dur="1" fill="hold">
                                          <p:stCondLst>
                                            <p:cond delay="0"/>
                                          </p:stCondLst>
                                        </p:cTn>
                                        <p:tgtEl>
                                          <p:spTgt spid="231"/>
                                        </p:tgtEl>
                                        <p:attrNameLst>
                                          <p:attrName>style.visibility</p:attrName>
                                        </p:attrNameLst>
                                      </p:cBhvr>
                                      <p:to>
                                        <p:strVal val="visible"/>
                                      </p:to>
                                    </p:set>
                                    <p:animEffect transition="in" filter="box(in)">
                                      <p:cBhvr>
                                        <p:cTn id="233" dur="500"/>
                                        <p:tgtEl>
                                          <p:spTgt spid="231"/>
                                        </p:tgtEl>
                                      </p:cBhvr>
                                    </p:animEffect>
                                  </p:childTnLst>
                                </p:cTn>
                              </p:par>
                            </p:childTnLst>
                          </p:cTn>
                        </p:par>
                        <p:par>
                          <p:cTn id="234" fill="hold">
                            <p:stCondLst>
                              <p:cond delay="2500"/>
                            </p:stCondLst>
                            <p:childTnLst>
                              <p:par>
                                <p:cTn id="235" presetID="0" presetClass="path" presetSubtype="0" accel="50000" decel="50000" fill="hold" grpId="1" nodeType="afterEffect">
                                  <p:stCondLst>
                                    <p:cond delay="0"/>
                                  </p:stCondLst>
                                  <p:childTnLst>
                                    <p:animMotion origin="layout" path="M 0 0 L 0 -0.059 " pathEditMode="relative" ptsTypes="AA">
                                      <p:cBhvr>
                                        <p:cTn id="236" dur="2000" fill="hold"/>
                                        <p:tgtEl>
                                          <p:spTgt spid="135"/>
                                        </p:tgtEl>
                                        <p:attrNameLst>
                                          <p:attrName>ppt_x</p:attrName>
                                          <p:attrName>ppt_y</p:attrName>
                                        </p:attrNameLst>
                                      </p:cBhvr>
                                    </p:animMotion>
                                  </p:childTnLst>
                                </p:cTn>
                              </p:par>
                            </p:childTnLst>
                          </p:cTn>
                        </p:par>
                        <p:par>
                          <p:cTn id="237" fill="hold">
                            <p:stCondLst>
                              <p:cond delay="4500"/>
                            </p:stCondLst>
                            <p:childTnLst>
                              <p:par>
                                <p:cTn id="238" presetID="4" presetClass="entr" presetSubtype="16" fill="hold" grpId="0" nodeType="afterEffect">
                                  <p:stCondLst>
                                    <p:cond delay="0"/>
                                  </p:stCondLst>
                                  <p:childTnLst>
                                    <p:set>
                                      <p:cBhvr>
                                        <p:cTn id="239" dur="1" fill="hold">
                                          <p:stCondLst>
                                            <p:cond delay="0"/>
                                          </p:stCondLst>
                                        </p:cTn>
                                        <p:tgtEl>
                                          <p:spTgt spid="232"/>
                                        </p:tgtEl>
                                        <p:attrNameLst>
                                          <p:attrName>style.visibility</p:attrName>
                                        </p:attrNameLst>
                                      </p:cBhvr>
                                      <p:to>
                                        <p:strVal val="visible"/>
                                      </p:to>
                                    </p:set>
                                    <p:animEffect transition="in" filter="box(in)">
                                      <p:cBhvr>
                                        <p:cTn id="240" dur="500"/>
                                        <p:tgtEl>
                                          <p:spTgt spid="232"/>
                                        </p:tgtEl>
                                      </p:cBhvr>
                                    </p:animEffect>
                                  </p:childTnLst>
                                </p:cTn>
                              </p:par>
                            </p:childTnLst>
                          </p:cTn>
                        </p:par>
                        <p:par>
                          <p:cTn id="241" fill="hold">
                            <p:stCondLst>
                              <p:cond delay="5000"/>
                            </p:stCondLst>
                            <p:childTnLst>
                              <p:par>
                                <p:cTn id="242" presetID="0" presetClass="path" presetSubtype="0" accel="50000" decel="50000" fill="hold" grpId="1" nodeType="afterEffect">
                                  <p:stCondLst>
                                    <p:cond delay="0"/>
                                  </p:stCondLst>
                                  <p:childTnLst>
                                    <p:animMotion origin="layout" path="M 0.00087 -0.00856 L 0.00087 -0.06108 " pathEditMode="relative" rAng="0" ptsTypes="AA">
                                      <p:cBhvr>
                                        <p:cTn id="243" dur="2000" fill="hold"/>
                                        <p:tgtEl>
                                          <p:spTgt spid="141"/>
                                        </p:tgtEl>
                                        <p:attrNameLst>
                                          <p:attrName>ppt_x</p:attrName>
                                          <p:attrName>ppt_y</p:attrName>
                                        </p:attrNameLst>
                                      </p:cBhvr>
                                      <p:rCtr x="0" y="-26"/>
                                    </p:animMotion>
                                  </p:childTnLst>
                                </p:cTn>
                              </p:par>
                            </p:childTnLst>
                          </p:cTn>
                        </p:par>
                        <p:par>
                          <p:cTn id="244" fill="hold">
                            <p:stCondLst>
                              <p:cond delay="7000"/>
                            </p:stCondLst>
                            <p:childTnLst>
                              <p:par>
                                <p:cTn id="245" presetID="4" presetClass="entr" presetSubtype="16" fill="hold" grpId="0" nodeType="afterEffect">
                                  <p:stCondLst>
                                    <p:cond delay="0"/>
                                  </p:stCondLst>
                                  <p:childTnLst>
                                    <p:set>
                                      <p:cBhvr>
                                        <p:cTn id="246" dur="1" fill="hold">
                                          <p:stCondLst>
                                            <p:cond delay="0"/>
                                          </p:stCondLst>
                                        </p:cTn>
                                        <p:tgtEl>
                                          <p:spTgt spid="233"/>
                                        </p:tgtEl>
                                        <p:attrNameLst>
                                          <p:attrName>style.visibility</p:attrName>
                                        </p:attrNameLst>
                                      </p:cBhvr>
                                      <p:to>
                                        <p:strVal val="visible"/>
                                      </p:to>
                                    </p:set>
                                    <p:animEffect transition="in" filter="box(in)">
                                      <p:cBhvr>
                                        <p:cTn id="247" dur="500"/>
                                        <p:tgtEl>
                                          <p:spTgt spid="233"/>
                                        </p:tgtEl>
                                      </p:cBhvr>
                                    </p:animEffect>
                                  </p:childTnLst>
                                </p:cTn>
                              </p:par>
                            </p:childTnLst>
                          </p:cTn>
                        </p:par>
                      </p:childTnLst>
                    </p:cTn>
                  </p:par>
                  <p:par>
                    <p:cTn id="248" fill="hold">
                      <p:stCondLst>
                        <p:cond delay="indefinite"/>
                      </p:stCondLst>
                      <p:childTnLst>
                        <p:par>
                          <p:cTn id="249" fill="hold">
                            <p:stCondLst>
                              <p:cond delay="0"/>
                            </p:stCondLst>
                            <p:childTnLst>
                              <p:par>
                                <p:cTn id="250" presetID="4" presetClass="entr" presetSubtype="16" fill="hold" nodeType="clickEffect">
                                  <p:stCondLst>
                                    <p:cond delay="0"/>
                                  </p:stCondLst>
                                  <p:childTnLst>
                                    <p:set>
                                      <p:cBhvr>
                                        <p:cTn id="251" dur="1" fill="hold">
                                          <p:stCondLst>
                                            <p:cond delay="0"/>
                                          </p:stCondLst>
                                        </p:cTn>
                                        <p:tgtEl>
                                          <p:spTgt spid="236"/>
                                        </p:tgtEl>
                                        <p:attrNameLst>
                                          <p:attrName>style.visibility</p:attrName>
                                        </p:attrNameLst>
                                      </p:cBhvr>
                                      <p:to>
                                        <p:strVal val="visible"/>
                                      </p:to>
                                    </p:set>
                                    <p:animEffect transition="in" filter="box(in)">
                                      <p:cBhvr>
                                        <p:cTn id="252" dur="500"/>
                                        <p:tgtEl>
                                          <p:spTgt spid="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P spid="18" grpId="0" animBg="1"/>
      <p:bldP spid="111" grpId="0"/>
      <p:bldP spid="112" grpId="0"/>
      <p:bldP spid="113" grpId="0"/>
      <p:bldP spid="114" grpId="0"/>
      <p:bldP spid="115" grpId="0"/>
      <p:bldP spid="120" grpId="0"/>
      <p:bldP spid="121" grpId="0"/>
      <p:bldP spid="122" grpId="0" animBg="1"/>
      <p:bldP spid="122" grpId="1" animBg="1"/>
      <p:bldP spid="123" grpId="0" animBg="1"/>
      <p:bldP spid="123" grpId="1" animBg="1"/>
      <p:bldP spid="124" grpId="0" animBg="1"/>
      <p:bldP spid="124" grpId="1" animBg="1"/>
      <p:bldP spid="125" grpId="0" animBg="1"/>
      <p:bldP spid="126" grpId="0" animBg="1"/>
      <p:bldP spid="127" grpId="0"/>
      <p:bldP spid="128" grpId="0" animBg="1"/>
      <p:bldP spid="129" grpId="0" animBg="1"/>
      <p:bldP spid="130" grpId="0" animBg="1"/>
      <p:bldP spid="131" grpId="0" animBg="1"/>
      <p:bldP spid="131" grpId="1" animBg="1"/>
      <p:bldP spid="132" grpId="0" animBg="1"/>
      <p:bldP spid="133" grpId="0" animBg="1"/>
      <p:bldP spid="134" grpId="0" animBg="1"/>
      <p:bldP spid="135" grpId="0" animBg="1"/>
      <p:bldP spid="135" grpId="1" animBg="1"/>
      <p:bldP spid="136" grpId="0" animBg="1"/>
      <p:bldP spid="137" grpId="0" animBg="1"/>
      <p:bldP spid="138" grpId="0" animBg="1"/>
      <p:bldP spid="139" grpId="0" animBg="1"/>
      <p:bldP spid="140" grpId="0" animBg="1"/>
      <p:bldP spid="141" grpId="0" animBg="1"/>
      <p:bldP spid="141" grpId="1" animBg="1"/>
      <p:bldP spid="221" grpId="0"/>
      <p:bldP spid="222" grpId="0"/>
      <p:bldP spid="223" grpId="0"/>
      <p:bldP spid="224" grpId="0"/>
      <p:bldP spid="229" grpId="0"/>
      <p:bldP spid="230" grpId="0"/>
      <p:bldP spid="231" grpId="0" animBg="1"/>
      <p:bldP spid="232" grpId="0" animBg="1"/>
      <p:bldP spid="233" grpId="0" animBg="1"/>
      <p:bldP spid="23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3"/>
          <p:cNvSpPr>
            <a:spLocks noChangeArrowheads="1"/>
          </p:cNvSpPr>
          <p:nvPr/>
        </p:nvSpPr>
        <p:spPr bwMode="auto">
          <a:xfrm>
            <a:off x="2979420" y="2934335"/>
            <a:ext cx="2158486" cy="584775"/>
          </a:xfrm>
          <a:prstGeom prst="rect">
            <a:avLst/>
          </a:prstGeom>
          <a:noFill/>
          <a:ln w="9525">
            <a:noFill/>
            <a:miter lim="800000"/>
            <a:headEnd/>
            <a:tailEnd/>
          </a:ln>
        </p:spPr>
        <p:txBody>
          <a:bodyPr wrap="square">
            <a:spAutoFit/>
          </a:bodyPr>
          <a:lstStyle/>
          <a:p>
            <a:pPr defTabSz="914400"/>
            <a:r>
              <a:rPr lang="zh-CN" altLang="en-US" sz="3200" b="1" dirty="0">
                <a:solidFill>
                  <a:srgbClr val="0000FF"/>
                </a:solidFill>
                <a:latin typeface="微软雅黑" pitchFamily="34" charset="-122"/>
                <a:ea typeface="微软雅黑" pitchFamily="34" charset="-122"/>
              </a:rPr>
              <a:t>本征吸收</a:t>
            </a:r>
          </a:p>
        </p:txBody>
      </p:sp>
      <p:sp>
        <p:nvSpPr>
          <p:cNvPr id="45065" name="Rectangle 5"/>
          <p:cNvSpPr>
            <a:spLocks noChangeArrowheads="1"/>
          </p:cNvSpPr>
          <p:nvPr/>
        </p:nvSpPr>
        <p:spPr bwMode="auto">
          <a:xfrm>
            <a:off x="4930458" y="2317919"/>
            <a:ext cx="2553904" cy="523220"/>
          </a:xfrm>
          <a:prstGeom prst="rect">
            <a:avLst/>
          </a:prstGeom>
          <a:noFill/>
          <a:ln w="9525">
            <a:noFill/>
            <a:miter lim="800000"/>
            <a:headEnd/>
            <a:tailEnd/>
          </a:ln>
        </p:spPr>
        <p:txBody>
          <a:bodyPr wrap="none" anchor="ctr">
            <a:spAutoFit/>
          </a:bodyPr>
          <a:lstStyle/>
          <a:p>
            <a:pPr defTabSz="914400"/>
            <a:r>
              <a:rPr lang="zh-CN" altLang="en-US" sz="2800" b="1">
                <a:solidFill>
                  <a:schemeClr val="bg1"/>
                </a:solidFill>
                <a:latin typeface="微软雅黑" pitchFamily="34" charset="-122"/>
                <a:ea typeface="微软雅黑" pitchFamily="34" charset="-122"/>
              </a:rPr>
              <a:t>电子 －空穴 对</a:t>
            </a:r>
          </a:p>
        </p:txBody>
      </p:sp>
      <p:sp>
        <p:nvSpPr>
          <p:cNvPr id="13319" name="Rectangle 6"/>
          <p:cNvSpPr>
            <a:spLocks noChangeArrowheads="1"/>
          </p:cNvSpPr>
          <p:nvPr/>
        </p:nvSpPr>
        <p:spPr bwMode="auto">
          <a:xfrm>
            <a:off x="2934970" y="4368354"/>
            <a:ext cx="2094230" cy="584775"/>
          </a:xfrm>
          <a:prstGeom prst="rect">
            <a:avLst/>
          </a:prstGeom>
          <a:noFill/>
          <a:ln w="9525">
            <a:noFill/>
            <a:miter lim="800000"/>
            <a:headEnd/>
            <a:tailEnd/>
          </a:ln>
        </p:spPr>
        <p:txBody>
          <a:bodyPr wrap="square" anchor="ctr">
            <a:spAutoFit/>
          </a:bodyPr>
          <a:lstStyle/>
          <a:p>
            <a:pPr defTabSz="914400"/>
            <a:r>
              <a:rPr lang="zh-CN" altLang="en-US" sz="3200" b="1" dirty="0">
                <a:solidFill>
                  <a:srgbClr val="0000FF"/>
                </a:solidFill>
                <a:latin typeface="微软雅黑" pitchFamily="34" charset="-122"/>
                <a:ea typeface="微软雅黑" pitchFamily="34" charset="-122"/>
              </a:rPr>
              <a:t>杂质吸收</a:t>
            </a:r>
          </a:p>
        </p:txBody>
      </p:sp>
      <p:graphicFrame>
        <p:nvGraphicFramePr>
          <p:cNvPr id="13314" name="Object 9"/>
          <p:cNvGraphicFramePr>
            <a:graphicFrameLocks noChangeAspect="1"/>
          </p:cNvGraphicFramePr>
          <p:nvPr/>
        </p:nvGraphicFramePr>
        <p:xfrm>
          <a:off x="5024119" y="2800985"/>
          <a:ext cx="2955637" cy="1085215"/>
        </p:xfrm>
        <a:graphic>
          <a:graphicData uri="http://schemas.openxmlformats.org/presentationml/2006/ole">
            <mc:AlternateContent xmlns:mc="http://schemas.openxmlformats.org/markup-compatibility/2006">
              <mc:Choice xmlns:v="urn:schemas-microsoft-com:vml" Requires="v">
                <p:oleObj spid="_x0000_s11314" name="公式" r:id="rId3" imgW="1117115" imgH="406224" progId="Equation.3">
                  <p:embed/>
                </p:oleObj>
              </mc:Choice>
              <mc:Fallback>
                <p:oleObj name="公式" r:id="rId3" imgW="1117115" imgH="4062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4119" y="2800985"/>
                        <a:ext cx="2955637" cy="1085215"/>
                      </a:xfrm>
                      <a:prstGeom prst="rect">
                        <a:avLst/>
                      </a:prstGeom>
                      <a:solidFill>
                        <a:srgbClr val="FFFFCC"/>
                      </a:solidFill>
                    </p:spPr>
                  </p:pic>
                </p:oleObj>
              </mc:Fallback>
            </mc:AlternateContent>
          </a:graphicData>
        </a:graphic>
      </p:graphicFrame>
      <p:sp>
        <p:nvSpPr>
          <p:cNvPr id="182282" name="Line 10"/>
          <p:cNvSpPr>
            <a:spLocks noChangeShapeType="1"/>
          </p:cNvSpPr>
          <p:nvPr/>
        </p:nvSpPr>
        <p:spPr bwMode="auto">
          <a:xfrm>
            <a:off x="2868613" y="6108700"/>
            <a:ext cx="7129462" cy="0"/>
          </a:xfrm>
          <a:prstGeom prst="line">
            <a:avLst/>
          </a:prstGeom>
          <a:noFill/>
          <a:ln w="57150">
            <a:solidFill>
              <a:srgbClr val="FF00FF"/>
            </a:solidFill>
            <a:round/>
            <a:headEnd/>
            <a:tailEnd type="triangle" w="med" len="med"/>
          </a:ln>
        </p:spPr>
        <p:txBody>
          <a:bodyPr/>
          <a:lstStyle/>
          <a:p>
            <a:endParaRPr lang="zh-CN" altLang="en-US" b="1">
              <a:latin typeface="微软雅黑" pitchFamily="34" charset="-122"/>
              <a:ea typeface="微软雅黑" pitchFamily="34" charset="-122"/>
            </a:endParaRPr>
          </a:p>
        </p:txBody>
      </p:sp>
      <p:sp>
        <p:nvSpPr>
          <p:cNvPr id="182283" name="Line 11"/>
          <p:cNvSpPr>
            <a:spLocks noChangeShapeType="1"/>
          </p:cNvSpPr>
          <p:nvPr/>
        </p:nvSpPr>
        <p:spPr bwMode="auto">
          <a:xfrm flipV="1">
            <a:off x="6181725" y="5892800"/>
            <a:ext cx="0" cy="431800"/>
          </a:xfrm>
          <a:prstGeom prst="line">
            <a:avLst/>
          </a:prstGeom>
          <a:noFill/>
          <a:ln w="38100">
            <a:solidFill>
              <a:schemeClr val="accent1"/>
            </a:solidFill>
            <a:round/>
            <a:headEnd/>
            <a:tailEnd/>
          </a:ln>
        </p:spPr>
        <p:txBody>
          <a:bodyPr/>
          <a:lstStyle/>
          <a:p>
            <a:endParaRPr lang="zh-CN" altLang="en-US" b="1">
              <a:latin typeface="微软雅黑" pitchFamily="34" charset="-122"/>
              <a:ea typeface="微软雅黑" pitchFamily="34" charset="-122"/>
            </a:endParaRPr>
          </a:p>
        </p:txBody>
      </p:sp>
      <p:sp>
        <p:nvSpPr>
          <p:cNvPr id="182284" name="Rectangle 12"/>
          <p:cNvSpPr>
            <a:spLocks noChangeArrowheads="1"/>
          </p:cNvSpPr>
          <p:nvPr/>
        </p:nvSpPr>
        <p:spPr bwMode="auto">
          <a:xfrm>
            <a:off x="3517900" y="6253163"/>
            <a:ext cx="1612900" cy="519112"/>
          </a:xfrm>
          <a:prstGeom prst="rect">
            <a:avLst/>
          </a:prstGeom>
          <a:noFill/>
          <a:ln w="9525">
            <a:noFill/>
            <a:miter lim="800000"/>
            <a:headEnd/>
            <a:tailEnd/>
          </a:ln>
        </p:spPr>
        <p:txBody>
          <a:bodyPr wrap="none">
            <a:spAutoFit/>
          </a:bodyPr>
          <a:lstStyle/>
          <a:p>
            <a:pPr defTabSz="914400"/>
            <a:r>
              <a:rPr lang="zh-CN" altLang="en-US" sz="2800" b="1" dirty="0">
                <a:solidFill>
                  <a:srgbClr val="0000FF"/>
                </a:solidFill>
                <a:latin typeface="微软雅黑" pitchFamily="34" charset="-122"/>
                <a:ea typeface="微软雅黑" pitchFamily="34" charset="-122"/>
              </a:rPr>
              <a:t>本征吸收</a:t>
            </a:r>
          </a:p>
        </p:txBody>
      </p:sp>
      <p:sp>
        <p:nvSpPr>
          <p:cNvPr id="182285" name="Rectangle 13"/>
          <p:cNvSpPr>
            <a:spLocks noChangeArrowheads="1"/>
          </p:cNvSpPr>
          <p:nvPr/>
        </p:nvSpPr>
        <p:spPr bwMode="auto">
          <a:xfrm>
            <a:off x="6973888" y="6253163"/>
            <a:ext cx="1612900" cy="519112"/>
          </a:xfrm>
          <a:prstGeom prst="rect">
            <a:avLst/>
          </a:prstGeom>
          <a:noFill/>
          <a:ln w="9525">
            <a:noFill/>
            <a:miter lim="800000"/>
            <a:headEnd/>
            <a:tailEnd/>
          </a:ln>
        </p:spPr>
        <p:txBody>
          <a:bodyPr wrap="none">
            <a:spAutoFit/>
          </a:bodyPr>
          <a:lstStyle/>
          <a:p>
            <a:pPr defTabSz="914400"/>
            <a:r>
              <a:rPr lang="zh-CN" altLang="en-US" sz="2800" b="1" dirty="0">
                <a:solidFill>
                  <a:srgbClr val="0000FF"/>
                </a:solidFill>
                <a:latin typeface="微软雅黑" pitchFamily="34" charset="-122"/>
                <a:ea typeface="微软雅黑" pitchFamily="34" charset="-122"/>
              </a:rPr>
              <a:t>杂质吸收</a:t>
            </a:r>
          </a:p>
        </p:txBody>
      </p:sp>
      <p:graphicFrame>
        <p:nvGraphicFramePr>
          <p:cNvPr id="182286" name="Object 14"/>
          <p:cNvGraphicFramePr>
            <a:graphicFrameLocks noChangeAspect="1"/>
          </p:cNvGraphicFramePr>
          <p:nvPr/>
        </p:nvGraphicFramePr>
        <p:xfrm>
          <a:off x="5892800" y="5819775"/>
          <a:ext cx="652463" cy="720725"/>
        </p:xfrm>
        <a:graphic>
          <a:graphicData uri="http://schemas.openxmlformats.org/presentationml/2006/ole">
            <mc:AlternateContent xmlns:mc="http://schemas.openxmlformats.org/markup-compatibility/2006">
              <mc:Choice xmlns:v="urn:schemas-microsoft-com:vml" Requires="v">
                <p:oleObj spid="_x0000_s11315" name="公式" r:id="rId5" imgW="177569" imgH="202936" progId="Equation.3">
                  <p:embed/>
                </p:oleObj>
              </mc:Choice>
              <mc:Fallback>
                <p:oleObj name="公式" r:id="rId5" imgW="177569" imgH="20293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2800" y="5819775"/>
                        <a:ext cx="652463" cy="720725"/>
                      </a:xfrm>
                      <a:prstGeom prst="rect">
                        <a:avLst/>
                      </a:prstGeom>
                      <a:solidFill>
                        <a:srgbClr val="FFFFCC"/>
                      </a:solidFill>
                    </p:spPr>
                  </p:pic>
                </p:oleObj>
              </mc:Fallback>
            </mc:AlternateContent>
          </a:graphicData>
        </a:graphic>
      </p:graphicFrame>
      <p:sp>
        <p:nvSpPr>
          <p:cNvPr id="182287" name="Text Box 15"/>
          <p:cNvSpPr txBox="1">
            <a:spLocks noChangeArrowheads="1"/>
          </p:cNvSpPr>
          <p:nvPr/>
        </p:nvSpPr>
        <p:spPr bwMode="auto">
          <a:xfrm>
            <a:off x="10188575" y="5829618"/>
            <a:ext cx="1619250" cy="519112"/>
          </a:xfrm>
          <a:prstGeom prst="rect">
            <a:avLst/>
          </a:prstGeom>
          <a:noFill/>
          <a:ln w="9525">
            <a:noFill/>
            <a:miter lim="800000"/>
            <a:headEnd/>
            <a:tailEnd/>
          </a:ln>
        </p:spPr>
        <p:txBody>
          <a:bodyPr>
            <a:spAutoFit/>
          </a:bodyPr>
          <a:lstStyle/>
          <a:p>
            <a:pPr defTabSz="914400">
              <a:spcBef>
                <a:spcPct val="50000"/>
              </a:spcBef>
            </a:pPr>
            <a:r>
              <a:rPr lang="zh-CN" altLang="en-US" sz="2800" b="1" dirty="0">
                <a:solidFill>
                  <a:srgbClr val="0000FF"/>
                </a:solidFill>
                <a:latin typeface="微软雅黑" pitchFamily="34" charset="-122"/>
                <a:ea typeface="微软雅黑" pitchFamily="34" charset="-122"/>
              </a:rPr>
              <a:t>波长增大</a:t>
            </a:r>
          </a:p>
        </p:txBody>
      </p:sp>
      <p:graphicFrame>
        <p:nvGraphicFramePr>
          <p:cNvPr id="13316" name="Object 16"/>
          <p:cNvGraphicFramePr>
            <a:graphicFrameLocks noChangeAspect="1"/>
          </p:cNvGraphicFramePr>
          <p:nvPr/>
        </p:nvGraphicFramePr>
        <p:xfrm>
          <a:off x="5024120" y="4267835"/>
          <a:ext cx="5700713" cy="860425"/>
        </p:xfrm>
        <a:graphic>
          <a:graphicData uri="http://schemas.openxmlformats.org/presentationml/2006/ole">
            <mc:AlternateContent xmlns:mc="http://schemas.openxmlformats.org/markup-compatibility/2006">
              <mc:Choice xmlns:v="urn:schemas-microsoft-com:vml" Requires="v">
                <p:oleObj spid="_x0000_s11316" name="Equation" r:id="rId7" imgW="2857320" imgH="431640" progId="">
                  <p:embed/>
                </p:oleObj>
              </mc:Choice>
              <mc:Fallback>
                <p:oleObj name="Equation" r:id="rId7" imgW="2857320" imgH="43164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4120" y="4267835"/>
                        <a:ext cx="5700713" cy="860425"/>
                      </a:xfrm>
                      <a:prstGeom prst="rect">
                        <a:avLst/>
                      </a:prstGeom>
                      <a:solidFill>
                        <a:srgbClr val="FFFF00"/>
                      </a:solidFill>
                    </p:spPr>
                  </p:pic>
                </p:oleObj>
              </mc:Fallback>
            </mc:AlternateContent>
          </a:graphicData>
        </a:graphic>
      </p:graphicFrame>
      <p:sp>
        <p:nvSpPr>
          <p:cNvPr id="13325" name="Rectangle 17"/>
          <p:cNvSpPr>
            <a:spLocks noChangeArrowheads="1"/>
          </p:cNvSpPr>
          <p:nvPr/>
        </p:nvSpPr>
        <p:spPr bwMode="auto">
          <a:xfrm>
            <a:off x="3106420" y="1473835"/>
            <a:ext cx="6853158" cy="707886"/>
          </a:xfrm>
          <a:prstGeom prst="rect">
            <a:avLst/>
          </a:prstGeom>
          <a:solidFill>
            <a:srgbClr val="FF99FF"/>
          </a:solidFill>
          <a:ln w="9525">
            <a:noFill/>
            <a:miter lim="800000"/>
            <a:headEnd/>
            <a:tailEnd/>
          </a:ln>
        </p:spPr>
        <p:txBody>
          <a:bodyPr wrap="none">
            <a:spAutoFit/>
          </a:bodyPr>
          <a:lstStyle/>
          <a:p>
            <a:pPr algn="ctr" defTabSz="914400"/>
            <a:r>
              <a:rPr lang="zh-CN" altLang="en-US" sz="4000" b="1" dirty="0">
                <a:solidFill>
                  <a:srgbClr val="0000CC"/>
                </a:solidFill>
                <a:latin typeface="微软雅黑" pitchFamily="34" charset="-122"/>
                <a:ea typeface="微软雅黑" pitchFamily="34" charset="-122"/>
              </a:rPr>
              <a:t>本征吸收与非本征吸收比较：</a:t>
            </a:r>
          </a:p>
        </p:txBody>
      </p:sp>
      <p:sp>
        <p:nvSpPr>
          <p:cNvPr id="19" name="文本框 60">
            <a:extLst>
              <a:ext uri="{FF2B5EF4-FFF2-40B4-BE49-F238E27FC236}">
                <a16:creationId xmlns:a16="http://schemas.microsoft.com/office/drawing/2014/main" xmlns="" id="{E916C6B2-2487-44EC-8BA6-88FB15B4E372}"/>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半导体的光吸收效应</a:t>
            </a:r>
          </a:p>
        </p:txBody>
      </p:sp>
      <p:sp>
        <p:nvSpPr>
          <p:cNvPr id="22" name="矩形 21">
            <a:extLst>
              <a:ext uri="{FF2B5EF4-FFF2-40B4-BE49-F238E27FC236}">
                <a16:creationId xmlns:a16="http://schemas.microsoft.com/office/drawing/2014/main" xmlns="" id="{461270AB-D3D0-4F59-BBA1-371CA6848E16}"/>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3" name="矩形 22">
            <a:extLst>
              <a:ext uri="{FF2B5EF4-FFF2-40B4-BE49-F238E27FC236}">
                <a16:creationId xmlns:a16="http://schemas.microsoft.com/office/drawing/2014/main" xmlns="" id="{1F24C743-BA37-49AC-BA17-8E7EE95CE370}"/>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xmlns="" id="{80288526-C45B-4220-AA25-C511E7351747}"/>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2.1.3</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5FCAD12F-0953-48E8-BE44-36A55C422250}"/>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6" name="矩形 25">
            <a:extLst>
              <a:ext uri="{FF2B5EF4-FFF2-40B4-BE49-F238E27FC236}">
                <a16:creationId xmlns:a16="http://schemas.microsoft.com/office/drawing/2014/main" xmlns="" id="{48C6020D-6D83-4EF8-B749-20932D2EB542}"/>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27" name="直接连接符 58">
            <a:extLst>
              <a:ext uri="{FF2B5EF4-FFF2-40B4-BE49-F238E27FC236}">
                <a16:creationId xmlns:a16="http://schemas.microsoft.com/office/drawing/2014/main" xmlns="" id="{C9712082-D712-4774-86BD-5AD7A8ACCC8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480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325"/>
                                        </p:tgtEl>
                                        <p:attrNameLst>
                                          <p:attrName>style.visibility</p:attrName>
                                        </p:attrNameLst>
                                      </p:cBhvr>
                                      <p:to>
                                        <p:strVal val="visible"/>
                                      </p:to>
                                    </p:set>
                                    <p:animEffect transition="in" filter="box(in)">
                                      <p:cBhvr>
                                        <p:cTn id="7" dur="500"/>
                                        <p:tgtEl>
                                          <p:spTgt spid="1332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317"/>
                                        </p:tgtEl>
                                        <p:attrNameLst>
                                          <p:attrName>style.visibility</p:attrName>
                                        </p:attrNameLst>
                                      </p:cBhvr>
                                      <p:to>
                                        <p:strVal val="visible"/>
                                      </p:to>
                                    </p:set>
                                    <p:animEffect transition="in" filter="box(in)">
                                      <p:cBhvr>
                                        <p:cTn id="12" dur="500"/>
                                        <p:tgtEl>
                                          <p:spTgt spid="1331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3314"/>
                                        </p:tgtEl>
                                        <p:attrNameLst>
                                          <p:attrName>style.visibility</p:attrName>
                                        </p:attrNameLst>
                                      </p:cBhvr>
                                      <p:to>
                                        <p:strVal val="visible"/>
                                      </p:to>
                                    </p:set>
                                    <p:animEffect transition="in" filter="box(in)">
                                      <p:cBhvr>
                                        <p:cTn id="17" dur="500"/>
                                        <p:tgtEl>
                                          <p:spTgt spid="1331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3319"/>
                                        </p:tgtEl>
                                        <p:attrNameLst>
                                          <p:attrName>style.visibility</p:attrName>
                                        </p:attrNameLst>
                                      </p:cBhvr>
                                      <p:to>
                                        <p:strVal val="visible"/>
                                      </p:to>
                                    </p:set>
                                    <p:animEffect transition="in" filter="box(in)">
                                      <p:cBhvr>
                                        <p:cTn id="22" dur="500"/>
                                        <p:tgtEl>
                                          <p:spTgt spid="1331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3316"/>
                                        </p:tgtEl>
                                        <p:attrNameLst>
                                          <p:attrName>style.visibility</p:attrName>
                                        </p:attrNameLst>
                                      </p:cBhvr>
                                      <p:to>
                                        <p:strVal val="visible"/>
                                      </p:to>
                                    </p:set>
                                    <p:animEffect transition="in" filter="box(in)">
                                      <p:cBhvr>
                                        <p:cTn id="27" dur="500"/>
                                        <p:tgtEl>
                                          <p:spTgt spid="13316"/>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82282"/>
                                        </p:tgtEl>
                                        <p:attrNameLst>
                                          <p:attrName>style.visibility</p:attrName>
                                        </p:attrNameLst>
                                      </p:cBhvr>
                                      <p:to>
                                        <p:strVal val="visible"/>
                                      </p:to>
                                    </p:set>
                                    <p:anim calcmode="lin" valueType="num">
                                      <p:cBhvr additive="base">
                                        <p:cTn id="32" dur="500" fill="hold"/>
                                        <p:tgtEl>
                                          <p:spTgt spid="182282"/>
                                        </p:tgtEl>
                                        <p:attrNameLst>
                                          <p:attrName>ppt_x</p:attrName>
                                        </p:attrNameLst>
                                      </p:cBhvr>
                                      <p:tavLst>
                                        <p:tav tm="0">
                                          <p:val>
                                            <p:strVal val="#ppt_x"/>
                                          </p:val>
                                        </p:tav>
                                        <p:tav tm="100000">
                                          <p:val>
                                            <p:strVal val="#ppt_x"/>
                                          </p:val>
                                        </p:tav>
                                      </p:tavLst>
                                    </p:anim>
                                    <p:anim calcmode="lin" valueType="num">
                                      <p:cBhvr additive="base">
                                        <p:cTn id="33" dur="500" fill="hold"/>
                                        <p:tgtEl>
                                          <p:spTgt spid="182282"/>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82283"/>
                                        </p:tgtEl>
                                        <p:attrNameLst>
                                          <p:attrName>style.visibility</p:attrName>
                                        </p:attrNameLst>
                                      </p:cBhvr>
                                      <p:to>
                                        <p:strVal val="visible"/>
                                      </p:to>
                                    </p:set>
                                    <p:anim calcmode="lin" valueType="num">
                                      <p:cBhvr additive="base">
                                        <p:cTn id="36" dur="500" fill="hold"/>
                                        <p:tgtEl>
                                          <p:spTgt spid="182283"/>
                                        </p:tgtEl>
                                        <p:attrNameLst>
                                          <p:attrName>ppt_x</p:attrName>
                                        </p:attrNameLst>
                                      </p:cBhvr>
                                      <p:tavLst>
                                        <p:tav tm="0">
                                          <p:val>
                                            <p:strVal val="#ppt_x"/>
                                          </p:val>
                                        </p:tav>
                                        <p:tav tm="100000">
                                          <p:val>
                                            <p:strVal val="#ppt_x"/>
                                          </p:val>
                                        </p:tav>
                                      </p:tavLst>
                                    </p:anim>
                                    <p:anim calcmode="lin" valueType="num">
                                      <p:cBhvr additive="base">
                                        <p:cTn id="37" dur="500" fill="hold"/>
                                        <p:tgtEl>
                                          <p:spTgt spid="182283"/>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82284"/>
                                        </p:tgtEl>
                                        <p:attrNameLst>
                                          <p:attrName>style.visibility</p:attrName>
                                        </p:attrNameLst>
                                      </p:cBhvr>
                                      <p:to>
                                        <p:strVal val="visible"/>
                                      </p:to>
                                    </p:set>
                                    <p:anim calcmode="lin" valueType="num">
                                      <p:cBhvr additive="base">
                                        <p:cTn id="40" dur="500" fill="hold"/>
                                        <p:tgtEl>
                                          <p:spTgt spid="182284"/>
                                        </p:tgtEl>
                                        <p:attrNameLst>
                                          <p:attrName>ppt_x</p:attrName>
                                        </p:attrNameLst>
                                      </p:cBhvr>
                                      <p:tavLst>
                                        <p:tav tm="0">
                                          <p:val>
                                            <p:strVal val="#ppt_x"/>
                                          </p:val>
                                        </p:tav>
                                        <p:tav tm="100000">
                                          <p:val>
                                            <p:strVal val="#ppt_x"/>
                                          </p:val>
                                        </p:tav>
                                      </p:tavLst>
                                    </p:anim>
                                    <p:anim calcmode="lin" valueType="num">
                                      <p:cBhvr additive="base">
                                        <p:cTn id="41" dur="500" fill="hold"/>
                                        <p:tgtEl>
                                          <p:spTgt spid="182284"/>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82285"/>
                                        </p:tgtEl>
                                        <p:attrNameLst>
                                          <p:attrName>style.visibility</p:attrName>
                                        </p:attrNameLst>
                                      </p:cBhvr>
                                      <p:to>
                                        <p:strVal val="visible"/>
                                      </p:to>
                                    </p:set>
                                    <p:anim calcmode="lin" valueType="num">
                                      <p:cBhvr additive="base">
                                        <p:cTn id="44" dur="500" fill="hold"/>
                                        <p:tgtEl>
                                          <p:spTgt spid="182285"/>
                                        </p:tgtEl>
                                        <p:attrNameLst>
                                          <p:attrName>ppt_x</p:attrName>
                                        </p:attrNameLst>
                                      </p:cBhvr>
                                      <p:tavLst>
                                        <p:tav tm="0">
                                          <p:val>
                                            <p:strVal val="#ppt_x"/>
                                          </p:val>
                                        </p:tav>
                                        <p:tav tm="100000">
                                          <p:val>
                                            <p:strVal val="#ppt_x"/>
                                          </p:val>
                                        </p:tav>
                                      </p:tavLst>
                                    </p:anim>
                                    <p:anim calcmode="lin" valueType="num">
                                      <p:cBhvr additive="base">
                                        <p:cTn id="45" dur="500" fill="hold"/>
                                        <p:tgtEl>
                                          <p:spTgt spid="182285"/>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182286"/>
                                        </p:tgtEl>
                                        <p:attrNameLst>
                                          <p:attrName>style.visibility</p:attrName>
                                        </p:attrNameLst>
                                      </p:cBhvr>
                                      <p:to>
                                        <p:strVal val="visible"/>
                                      </p:to>
                                    </p:set>
                                    <p:anim calcmode="lin" valueType="num">
                                      <p:cBhvr additive="base">
                                        <p:cTn id="48" dur="500" fill="hold"/>
                                        <p:tgtEl>
                                          <p:spTgt spid="182286"/>
                                        </p:tgtEl>
                                        <p:attrNameLst>
                                          <p:attrName>ppt_x</p:attrName>
                                        </p:attrNameLst>
                                      </p:cBhvr>
                                      <p:tavLst>
                                        <p:tav tm="0">
                                          <p:val>
                                            <p:strVal val="#ppt_x"/>
                                          </p:val>
                                        </p:tav>
                                        <p:tav tm="100000">
                                          <p:val>
                                            <p:strVal val="#ppt_x"/>
                                          </p:val>
                                        </p:tav>
                                      </p:tavLst>
                                    </p:anim>
                                    <p:anim calcmode="lin" valueType="num">
                                      <p:cBhvr additive="base">
                                        <p:cTn id="49" dur="500" fill="hold"/>
                                        <p:tgtEl>
                                          <p:spTgt spid="182286"/>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182287"/>
                                        </p:tgtEl>
                                        <p:attrNameLst>
                                          <p:attrName>style.visibility</p:attrName>
                                        </p:attrNameLst>
                                      </p:cBhvr>
                                      <p:to>
                                        <p:strVal val="visible"/>
                                      </p:to>
                                    </p:set>
                                    <p:anim calcmode="lin" valueType="num">
                                      <p:cBhvr additive="base">
                                        <p:cTn id="52" dur="500" fill="hold"/>
                                        <p:tgtEl>
                                          <p:spTgt spid="182287"/>
                                        </p:tgtEl>
                                        <p:attrNameLst>
                                          <p:attrName>ppt_x</p:attrName>
                                        </p:attrNameLst>
                                      </p:cBhvr>
                                      <p:tavLst>
                                        <p:tav tm="0">
                                          <p:val>
                                            <p:strVal val="#ppt_x"/>
                                          </p:val>
                                        </p:tav>
                                        <p:tav tm="100000">
                                          <p:val>
                                            <p:strVal val="#ppt_x"/>
                                          </p:val>
                                        </p:tav>
                                      </p:tavLst>
                                    </p:anim>
                                    <p:anim calcmode="lin" valueType="num">
                                      <p:cBhvr additive="base">
                                        <p:cTn id="53" dur="500" fill="hold"/>
                                        <p:tgtEl>
                                          <p:spTgt spid="1822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p:bldP spid="13319" grpId="0"/>
      <p:bldP spid="182282" grpId="0" animBg="1"/>
      <p:bldP spid="182283" grpId="0" animBg="1"/>
      <p:bldP spid="182284" grpId="0"/>
      <p:bldP spid="182285" grpId="0"/>
      <p:bldP spid="182287" grpId="0"/>
      <p:bldP spid="133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半导体中的非平衡载流子</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864810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半导体中的非平衡载流子</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2.1.4</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12" name="直接连接符 58">
            <a:extLst>
              <a:ext uri="{FF2B5EF4-FFF2-40B4-BE49-F238E27FC236}">
                <a16:creationId xmlns:a16="http://schemas.microsoft.com/office/drawing/2014/main" xmlns="" id="{91175F6E-6A55-4451-A6CD-F3CB0B85E49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4151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3012088" y="862272"/>
            <a:ext cx="7676610" cy="822007"/>
          </a:xfrm>
          <a:prstGeom prst="rect">
            <a:avLst/>
          </a:prstGeom>
          <a:noFill/>
          <a:ln w="9525">
            <a:noFill/>
            <a:miter lim="800000"/>
            <a:headEnd/>
            <a:tailEnd/>
          </a:ln>
        </p:spPr>
        <p:txBody>
          <a:bodyPr anchor="b"/>
          <a:lstStyle/>
          <a:p>
            <a:pPr algn="ctr" defTabSz="914400"/>
            <a:r>
              <a:rPr lang="en-US" altLang="zh-CN" sz="4000" b="1" dirty="0">
                <a:solidFill>
                  <a:srgbClr val="0000CC"/>
                </a:solidFill>
                <a:latin typeface="微软雅黑" pitchFamily="34" charset="-122"/>
                <a:ea typeface="微软雅黑" pitchFamily="34" charset="-122"/>
                <a:cs typeface="Times New Roman" pitchFamily="18" charset="0"/>
              </a:rPr>
              <a:t>1.</a:t>
            </a:r>
            <a:r>
              <a:rPr lang="zh-CN" altLang="en-US" sz="4000" b="1" dirty="0">
                <a:solidFill>
                  <a:srgbClr val="0000CC"/>
                </a:solidFill>
                <a:latin typeface="微软雅黑" pitchFamily="34" charset="-122"/>
                <a:ea typeface="微软雅黑" pitchFamily="34" charset="-122"/>
                <a:cs typeface="Times New Roman" pitchFamily="18" charset="0"/>
              </a:rPr>
              <a:t>非平衡载流子的产生与复合</a:t>
            </a:r>
          </a:p>
        </p:txBody>
      </p:sp>
      <p:grpSp>
        <p:nvGrpSpPr>
          <p:cNvPr id="3" name="组合 43"/>
          <p:cNvGrpSpPr>
            <a:grpSpLocks/>
          </p:cNvGrpSpPr>
          <p:nvPr/>
        </p:nvGrpSpPr>
        <p:grpSpPr bwMode="auto">
          <a:xfrm>
            <a:off x="5956935" y="3641408"/>
            <a:ext cx="2489200" cy="96837"/>
            <a:chOff x="349251" y="4200310"/>
            <a:chExt cx="2489204" cy="96678"/>
          </a:xfrm>
        </p:grpSpPr>
        <p:sp>
          <p:nvSpPr>
            <p:cNvPr id="47114" name="Oval 259"/>
            <p:cNvSpPr>
              <a:spLocks noChangeArrowheads="1"/>
            </p:cNvSpPr>
            <p:nvPr/>
          </p:nvSpPr>
          <p:spPr bwMode="auto">
            <a:xfrm rot="5400000" flipH="1" flipV="1">
              <a:off x="350362" y="4202331"/>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15" name="Oval 259"/>
            <p:cNvSpPr>
              <a:spLocks noChangeArrowheads="1"/>
            </p:cNvSpPr>
            <p:nvPr/>
          </p:nvSpPr>
          <p:spPr bwMode="auto">
            <a:xfrm rot="5400000" flipH="1" flipV="1">
              <a:off x="568152" y="4201267"/>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16" name="Oval 259"/>
            <p:cNvSpPr>
              <a:spLocks noChangeArrowheads="1"/>
            </p:cNvSpPr>
            <p:nvPr/>
          </p:nvSpPr>
          <p:spPr bwMode="auto">
            <a:xfrm rot="5400000" flipH="1" flipV="1">
              <a:off x="794862" y="420318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17" name="Oval 259"/>
            <p:cNvSpPr>
              <a:spLocks noChangeArrowheads="1"/>
            </p:cNvSpPr>
            <p:nvPr/>
          </p:nvSpPr>
          <p:spPr bwMode="auto">
            <a:xfrm rot="5400000" flipH="1" flipV="1">
              <a:off x="1017112" y="4201228"/>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18" name="Oval 259"/>
            <p:cNvSpPr>
              <a:spLocks noChangeArrowheads="1"/>
            </p:cNvSpPr>
            <p:nvPr/>
          </p:nvSpPr>
          <p:spPr bwMode="auto">
            <a:xfrm rot="5400000" flipH="1" flipV="1">
              <a:off x="1243822" y="4199199"/>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19" name="Oval 259"/>
            <p:cNvSpPr>
              <a:spLocks noChangeArrowheads="1"/>
            </p:cNvSpPr>
            <p:nvPr/>
          </p:nvSpPr>
          <p:spPr bwMode="auto">
            <a:xfrm rot="5400000" flipH="1" flipV="1">
              <a:off x="146161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20" name="Oval 259"/>
            <p:cNvSpPr>
              <a:spLocks noChangeArrowheads="1"/>
            </p:cNvSpPr>
            <p:nvPr/>
          </p:nvSpPr>
          <p:spPr bwMode="auto">
            <a:xfrm rot="5400000" flipH="1" flipV="1">
              <a:off x="1683862" y="4202932"/>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21" name="Oval 259"/>
            <p:cNvSpPr>
              <a:spLocks noChangeArrowheads="1"/>
            </p:cNvSpPr>
            <p:nvPr/>
          </p:nvSpPr>
          <p:spPr bwMode="auto">
            <a:xfrm rot="5400000" flipH="1" flipV="1">
              <a:off x="1906112" y="4206064"/>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22" name="Oval 259"/>
            <p:cNvSpPr>
              <a:spLocks noChangeArrowheads="1"/>
            </p:cNvSpPr>
            <p:nvPr/>
          </p:nvSpPr>
          <p:spPr bwMode="auto">
            <a:xfrm rot="5400000" flipH="1" flipV="1">
              <a:off x="21283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23" name="Oval 259"/>
            <p:cNvSpPr>
              <a:spLocks noChangeArrowheads="1"/>
            </p:cNvSpPr>
            <p:nvPr/>
          </p:nvSpPr>
          <p:spPr bwMode="auto">
            <a:xfrm rot="5400000" flipH="1" flipV="1">
              <a:off x="235061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24" name="Oval 259"/>
            <p:cNvSpPr>
              <a:spLocks noChangeArrowheads="1"/>
            </p:cNvSpPr>
            <p:nvPr/>
          </p:nvSpPr>
          <p:spPr bwMode="auto">
            <a:xfrm rot="5400000" flipH="1" flipV="1">
              <a:off x="25728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25" name="Oval 259"/>
            <p:cNvSpPr>
              <a:spLocks noChangeArrowheads="1"/>
            </p:cNvSpPr>
            <p:nvPr/>
          </p:nvSpPr>
          <p:spPr bwMode="auto">
            <a:xfrm rot="5400000" flipH="1" flipV="1">
              <a:off x="2750662" y="4209196"/>
              <a:ext cx="86681"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grpSp>
        <p:nvGrpSpPr>
          <p:cNvPr id="4" name="组合 129"/>
          <p:cNvGrpSpPr>
            <a:grpSpLocks/>
          </p:cNvGrpSpPr>
          <p:nvPr/>
        </p:nvGrpSpPr>
        <p:grpSpPr bwMode="auto">
          <a:xfrm>
            <a:off x="5956935" y="4743133"/>
            <a:ext cx="2538413" cy="152400"/>
            <a:chOff x="2927350" y="3987800"/>
            <a:chExt cx="2538413" cy="152400"/>
          </a:xfrm>
        </p:grpSpPr>
        <p:sp>
          <p:nvSpPr>
            <p:cNvPr id="47127" name="Oval 259"/>
            <p:cNvSpPr>
              <a:spLocks noChangeAspect="1" noChangeArrowheads="1"/>
            </p:cNvSpPr>
            <p:nvPr/>
          </p:nvSpPr>
          <p:spPr bwMode="auto">
            <a:xfrm flipH="1" flipV="1">
              <a:off x="2927350" y="3997325"/>
              <a:ext cx="138113" cy="142875"/>
            </a:xfrm>
            <a:prstGeom prst="ellipse">
              <a:avLst/>
            </a:prstGeom>
            <a:solidFill>
              <a:srgbClr val="FF00FF"/>
            </a:solidFill>
            <a:ln w="952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7128" name="Oval 259"/>
            <p:cNvSpPr>
              <a:spLocks noChangeAspect="1" noChangeArrowheads="1"/>
            </p:cNvSpPr>
            <p:nvPr/>
          </p:nvSpPr>
          <p:spPr bwMode="auto">
            <a:xfrm flipH="1" flipV="1">
              <a:off x="4122737" y="3987800"/>
              <a:ext cx="138113" cy="142875"/>
            </a:xfrm>
            <a:prstGeom prst="ellipse">
              <a:avLst/>
            </a:prstGeom>
            <a:solidFill>
              <a:srgbClr val="FF00FF"/>
            </a:solidFill>
            <a:ln w="952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7129" name="Oval 259"/>
            <p:cNvSpPr>
              <a:spLocks noChangeAspect="1" noChangeArrowheads="1"/>
            </p:cNvSpPr>
            <p:nvPr/>
          </p:nvSpPr>
          <p:spPr bwMode="auto">
            <a:xfrm flipH="1" flipV="1">
              <a:off x="5327650" y="3997325"/>
              <a:ext cx="138113" cy="142875"/>
            </a:xfrm>
            <a:prstGeom prst="ellipse">
              <a:avLst/>
            </a:prstGeom>
            <a:solidFill>
              <a:srgbClr val="FF00FF"/>
            </a:solidFill>
            <a:ln w="952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grpSp>
        <p:nvGrpSpPr>
          <p:cNvPr id="5" name="组合 130"/>
          <p:cNvGrpSpPr>
            <a:grpSpLocks/>
          </p:cNvGrpSpPr>
          <p:nvPr/>
        </p:nvGrpSpPr>
        <p:grpSpPr bwMode="auto">
          <a:xfrm>
            <a:off x="6579235" y="5071745"/>
            <a:ext cx="1200150" cy="90488"/>
            <a:chOff x="3549650" y="2663825"/>
            <a:chExt cx="1200152" cy="90813"/>
          </a:xfrm>
        </p:grpSpPr>
        <p:sp>
          <p:nvSpPr>
            <p:cNvPr id="47131" name="Oval 259"/>
            <p:cNvSpPr>
              <a:spLocks noChangeArrowheads="1"/>
            </p:cNvSpPr>
            <p:nvPr/>
          </p:nvSpPr>
          <p:spPr bwMode="auto">
            <a:xfrm rot="5400000" flipH="1" flipV="1">
              <a:off x="3550690" y="2665922"/>
              <a:ext cx="86824"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32" name="Oval 259"/>
            <p:cNvSpPr>
              <a:spLocks noChangeArrowheads="1"/>
            </p:cNvSpPr>
            <p:nvPr/>
          </p:nvSpPr>
          <p:spPr bwMode="auto">
            <a:xfrm rot="5400000" flipH="1" flipV="1">
              <a:off x="3768480" y="2664856"/>
              <a:ext cx="86824"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33" name="Oval 259"/>
            <p:cNvSpPr>
              <a:spLocks noChangeArrowheads="1"/>
            </p:cNvSpPr>
            <p:nvPr/>
          </p:nvSpPr>
          <p:spPr bwMode="auto">
            <a:xfrm rot="5400000" flipH="1" flipV="1">
              <a:off x="3995189" y="2666774"/>
              <a:ext cx="86824"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34" name="Oval 259"/>
            <p:cNvSpPr>
              <a:spLocks noChangeArrowheads="1"/>
            </p:cNvSpPr>
            <p:nvPr/>
          </p:nvSpPr>
          <p:spPr bwMode="auto">
            <a:xfrm rot="5400000" flipH="1" flipV="1">
              <a:off x="4217439" y="2664817"/>
              <a:ext cx="86824"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35" name="Oval 259"/>
            <p:cNvSpPr>
              <a:spLocks noChangeArrowheads="1"/>
            </p:cNvSpPr>
            <p:nvPr/>
          </p:nvSpPr>
          <p:spPr bwMode="auto">
            <a:xfrm rot="5400000" flipH="1" flipV="1">
              <a:off x="4444149" y="2662785"/>
              <a:ext cx="86824"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sp>
          <p:nvSpPr>
            <p:cNvPr id="47136" name="Oval 259"/>
            <p:cNvSpPr>
              <a:spLocks noChangeArrowheads="1"/>
            </p:cNvSpPr>
            <p:nvPr/>
          </p:nvSpPr>
          <p:spPr bwMode="auto">
            <a:xfrm rot="5400000" flipH="1" flipV="1">
              <a:off x="4661938" y="2666524"/>
              <a:ext cx="86824" cy="88904"/>
            </a:xfrm>
            <a:prstGeom prst="ellipse">
              <a:avLst/>
            </a:prstGeom>
            <a:solidFill>
              <a:srgbClr val="0000FF"/>
            </a:solidFill>
            <a:ln w="9525">
              <a:noFill/>
              <a:round/>
              <a:headEnd/>
              <a:tailEnd/>
            </a:ln>
          </p:spPr>
          <p:txBody>
            <a:bodyPr vert="eaVert"/>
            <a:lstStyle/>
            <a:p>
              <a:pPr defTabSz="914400"/>
              <a:endParaRPr lang="zh-CN" altLang="en-US" sz="2800" b="1">
                <a:latin typeface="微软雅黑" pitchFamily="34" charset="-122"/>
                <a:ea typeface="微软雅黑" pitchFamily="34" charset="-122"/>
              </a:endParaRPr>
            </a:p>
          </p:txBody>
        </p:sp>
      </p:grpSp>
      <p:grpSp>
        <p:nvGrpSpPr>
          <p:cNvPr id="6" name="组合 131"/>
          <p:cNvGrpSpPr>
            <a:grpSpLocks/>
          </p:cNvGrpSpPr>
          <p:nvPr/>
        </p:nvGrpSpPr>
        <p:grpSpPr bwMode="auto">
          <a:xfrm>
            <a:off x="6534785" y="5028883"/>
            <a:ext cx="1293813" cy="142875"/>
            <a:chOff x="3505200" y="4308475"/>
            <a:chExt cx="1293813" cy="142875"/>
          </a:xfrm>
        </p:grpSpPr>
        <p:sp>
          <p:nvSpPr>
            <p:cNvPr id="47138" name="Oval 259"/>
            <p:cNvSpPr>
              <a:spLocks noChangeAspect="1" noChangeArrowheads="1"/>
            </p:cNvSpPr>
            <p:nvPr/>
          </p:nvSpPr>
          <p:spPr bwMode="auto">
            <a:xfrm flipH="1" flipV="1">
              <a:off x="3505200" y="4308475"/>
              <a:ext cx="138113" cy="142875"/>
            </a:xfrm>
            <a:prstGeom prst="ellipse">
              <a:avLst/>
            </a:prstGeom>
            <a:solidFill>
              <a:srgbClr val="FF00FF"/>
            </a:solidFill>
            <a:ln w="952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7139" name="Oval 259"/>
            <p:cNvSpPr>
              <a:spLocks noChangeAspect="1" noChangeArrowheads="1"/>
            </p:cNvSpPr>
            <p:nvPr/>
          </p:nvSpPr>
          <p:spPr bwMode="auto">
            <a:xfrm flipH="1" flipV="1">
              <a:off x="3726032" y="4308475"/>
              <a:ext cx="138113" cy="142875"/>
            </a:xfrm>
            <a:prstGeom prst="ellipse">
              <a:avLst/>
            </a:prstGeom>
            <a:solidFill>
              <a:srgbClr val="FF00FF"/>
            </a:solidFill>
            <a:ln w="952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7140" name="Oval 259"/>
            <p:cNvSpPr>
              <a:spLocks noChangeAspect="1" noChangeArrowheads="1"/>
            </p:cNvSpPr>
            <p:nvPr/>
          </p:nvSpPr>
          <p:spPr bwMode="auto">
            <a:xfrm flipH="1" flipV="1">
              <a:off x="3959040" y="4308475"/>
              <a:ext cx="138113" cy="142875"/>
            </a:xfrm>
            <a:prstGeom prst="ellipse">
              <a:avLst/>
            </a:prstGeom>
            <a:solidFill>
              <a:srgbClr val="FF00FF"/>
            </a:solidFill>
            <a:ln w="952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7141" name="Oval 259"/>
            <p:cNvSpPr>
              <a:spLocks noChangeAspect="1" noChangeArrowheads="1"/>
            </p:cNvSpPr>
            <p:nvPr/>
          </p:nvSpPr>
          <p:spPr bwMode="auto">
            <a:xfrm flipH="1" flipV="1">
              <a:off x="4204224" y="4308475"/>
              <a:ext cx="138113" cy="142875"/>
            </a:xfrm>
            <a:prstGeom prst="ellipse">
              <a:avLst/>
            </a:prstGeom>
            <a:solidFill>
              <a:srgbClr val="FF00FF"/>
            </a:solidFill>
            <a:ln w="952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7142" name="Oval 259"/>
            <p:cNvSpPr>
              <a:spLocks noChangeAspect="1" noChangeArrowheads="1"/>
            </p:cNvSpPr>
            <p:nvPr/>
          </p:nvSpPr>
          <p:spPr bwMode="auto">
            <a:xfrm flipH="1" flipV="1">
              <a:off x="4438650" y="4308475"/>
              <a:ext cx="138113" cy="142875"/>
            </a:xfrm>
            <a:prstGeom prst="ellipse">
              <a:avLst/>
            </a:prstGeom>
            <a:solidFill>
              <a:srgbClr val="FF00FF"/>
            </a:solidFill>
            <a:ln w="952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sp>
          <p:nvSpPr>
            <p:cNvPr id="47143" name="Oval 259"/>
            <p:cNvSpPr>
              <a:spLocks noChangeAspect="1" noChangeArrowheads="1"/>
            </p:cNvSpPr>
            <p:nvPr/>
          </p:nvSpPr>
          <p:spPr bwMode="auto">
            <a:xfrm flipH="1" flipV="1">
              <a:off x="4660900" y="4308475"/>
              <a:ext cx="138113" cy="142875"/>
            </a:xfrm>
            <a:prstGeom prst="ellipse">
              <a:avLst/>
            </a:prstGeom>
            <a:solidFill>
              <a:srgbClr val="FF00FF"/>
            </a:solidFill>
            <a:ln w="9525">
              <a:noFill/>
              <a:round/>
              <a:headEnd/>
              <a:tailEnd/>
            </a:ln>
          </p:spPr>
          <p:txBody>
            <a:bodyPr rot="10800000"/>
            <a:lstStyle/>
            <a:p>
              <a:pPr defTabSz="914400"/>
              <a:endParaRPr lang="zh-CN" altLang="en-US" sz="2800" b="1">
                <a:latin typeface="微软雅黑" pitchFamily="34" charset="-122"/>
                <a:ea typeface="微软雅黑" pitchFamily="34" charset="-122"/>
              </a:endParaRPr>
            </a:p>
          </p:txBody>
        </p:sp>
      </p:grpSp>
      <p:graphicFrame>
        <p:nvGraphicFramePr>
          <p:cNvPr id="126" name="Object 2"/>
          <p:cNvGraphicFramePr>
            <a:graphicFrameLocks noChangeAspect="1"/>
          </p:cNvGraphicFramePr>
          <p:nvPr/>
        </p:nvGraphicFramePr>
        <p:xfrm>
          <a:off x="8846185" y="3517583"/>
          <a:ext cx="266700" cy="369887"/>
        </p:xfrm>
        <a:graphic>
          <a:graphicData uri="http://schemas.openxmlformats.org/presentationml/2006/ole">
            <mc:AlternateContent xmlns:mc="http://schemas.openxmlformats.org/markup-compatibility/2006">
              <mc:Choice xmlns:v="urn:schemas-microsoft-com:vml" Requires="v">
                <p:oleObj spid="_x0000_s12450" name="Equation" r:id="rId4" imgW="164880" imgH="228600" progId="">
                  <p:embed/>
                </p:oleObj>
              </mc:Choice>
              <mc:Fallback>
                <p:oleObj name="Equation" r:id="rId4" imgW="164880" imgH="2286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46185" y="3517583"/>
                        <a:ext cx="266700" cy="369887"/>
                      </a:xfrm>
                      <a:prstGeom prst="rect">
                        <a:avLst/>
                      </a:prstGeom>
                      <a:solidFill>
                        <a:schemeClr val="hlink"/>
                      </a:solidFill>
                    </p:spPr>
                  </p:pic>
                </p:oleObj>
              </mc:Fallback>
            </mc:AlternateContent>
          </a:graphicData>
        </a:graphic>
      </p:graphicFrame>
      <p:graphicFrame>
        <p:nvGraphicFramePr>
          <p:cNvPr id="70659" name="Object 3"/>
          <p:cNvGraphicFramePr>
            <a:graphicFrameLocks noChangeAspect="1"/>
          </p:cNvGraphicFramePr>
          <p:nvPr/>
        </p:nvGraphicFramePr>
        <p:xfrm>
          <a:off x="8890635" y="4584383"/>
          <a:ext cx="349250" cy="369887"/>
        </p:xfrm>
        <a:graphic>
          <a:graphicData uri="http://schemas.openxmlformats.org/presentationml/2006/ole">
            <mc:AlternateContent xmlns:mc="http://schemas.openxmlformats.org/markup-compatibility/2006">
              <mc:Choice xmlns:v="urn:schemas-microsoft-com:vml" Requires="v">
                <p:oleObj spid="_x0000_s12451" name="Equation" r:id="rId6" imgW="190440" imgH="228600" progId="">
                  <p:embed/>
                </p:oleObj>
              </mc:Choice>
              <mc:Fallback>
                <p:oleObj name="Equation" r:id="rId6" imgW="190440" imgH="22860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90635" y="4584383"/>
                        <a:ext cx="349250" cy="369887"/>
                      </a:xfrm>
                      <a:prstGeom prst="rect">
                        <a:avLst/>
                      </a:prstGeom>
                      <a:solidFill>
                        <a:srgbClr val="FF00FF"/>
                      </a:solidFill>
                    </p:spPr>
                  </p:pic>
                </p:oleObj>
              </mc:Fallback>
            </mc:AlternateContent>
          </a:graphicData>
        </a:graphic>
      </p:graphicFrame>
      <p:grpSp>
        <p:nvGrpSpPr>
          <p:cNvPr id="11" name="组合 145"/>
          <p:cNvGrpSpPr>
            <a:grpSpLocks/>
          </p:cNvGrpSpPr>
          <p:nvPr/>
        </p:nvGrpSpPr>
        <p:grpSpPr bwMode="auto">
          <a:xfrm>
            <a:off x="5290185" y="3606483"/>
            <a:ext cx="3378200" cy="369887"/>
            <a:chOff x="2260600" y="2851150"/>
            <a:chExt cx="3378200" cy="369888"/>
          </a:xfrm>
        </p:grpSpPr>
        <p:cxnSp>
          <p:nvCxnSpPr>
            <p:cNvPr id="122" name="直接连接符 121"/>
            <p:cNvCxnSpPr/>
            <p:nvPr/>
          </p:nvCxnSpPr>
          <p:spPr>
            <a:xfrm>
              <a:off x="2660650" y="3017837"/>
              <a:ext cx="2978150"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7148" name="Object 4"/>
            <p:cNvGraphicFramePr>
              <a:graphicFrameLocks noChangeAspect="1"/>
            </p:cNvGraphicFramePr>
            <p:nvPr/>
          </p:nvGraphicFramePr>
          <p:xfrm>
            <a:off x="2260600" y="2851150"/>
            <a:ext cx="307975" cy="369888"/>
          </p:xfrm>
          <a:graphic>
            <a:graphicData uri="http://schemas.openxmlformats.org/presentationml/2006/ole">
              <mc:AlternateContent xmlns:mc="http://schemas.openxmlformats.org/markup-compatibility/2006">
                <mc:Choice xmlns:v="urn:schemas-microsoft-com:vml" Requires="v">
                  <p:oleObj spid="_x0000_s12452" name="Equation" r:id="rId8" imgW="190440" imgH="228600" progId="">
                    <p:embed/>
                  </p:oleObj>
                </mc:Choice>
                <mc:Fallback>
                  <p:oleObj name="Equation" r:id="rId8" imgW="190440" imgH="22860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0600" y="2851150"/>
                          <a:ext cx="307975" cy="369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 name="组合 144"/>
          <p:cNvGrpSpPr>
            <a:grpSpLocks/>
          </p:cNvGrpSpPr>
          <p:nvPr/>
        </p:nvGrpSpPr>
        <p:grpSpPr bwMode="auto">
          <a:xfrm>
            <a:off x="5290185" y="4495483"/>
            <a:ext cx="3378200" cy="369887"/>
            <a:chOff x="2260600" y="3740150"/>
            <a:chExt cx="3378200" cy="369887"/>
          </a:xfrm>
        </p:grpSpPr>
        <p:cxnSp>
          <p:nvCxnSpPr>
            <p:cNvPr id="123" name="直接连接符 122"/>
            <p:cNvCxnSpPr/>
            <p:nvPr/>
          </p:nvCxnSpPr>
          <p:spPr>
            <a:xfrm>
              <a:off x="2660650" y="3951287"/>
              <a:ext cx="2978150" cy="15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7151" name="Object 5"/>
            <p:cNvGraphicFramePr>
              <a:graphicFrameLocks noChangeAspect="1"/>
            </p:cNvGraphicFramePr>
            <p:nvPr/>
          </p:nvGraphicFramePr>
          <p:xfrm>
            <a:off x="2260600" y="3740150"/>
            <a:ext cx="307975" cy="369887"/>
          </p:xfrm>
          <a:graphic>
            <a:graphicData uri="http://schemas.openxmlformats.org/presentationml/2006/ole">
              <mc:AlternateContent xmlns:mc="http://schemas.openxmlformats.org/markup-compatibility/2006">
                <mc:Choice xmlns:v="urn:schemas-microsoft-com:vml" Requires="v">
                  <p:oleObj spid="_x0000_s12453" name="Equation" r:id="rId10" imgW="190440" imgH="228600" progId="">
                    <p:embed/>
                  </p:oleObj>
                </mc:Choice>
                <mc:Fallback>
                  <p:oleObj name="Equation" r:id="rId10" imgW="190440" imgH="228600" progId="">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60600" y="3740150"/>
                          <a:ext cx="307975"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099" name="Object 8"/>
          <p:cNvGraphicFramePr>
            <a:graphicFrameLocks noChangeAspect="1"/>
          </p:cNvGraphicFramePr>
          <p:nvPr/>
        </p:nvGraphicFramePr>
        <p:xfrm>
          <a:off x="4712335" y="4050983"/>
          <a:ext cx="906463" cy="325437"/>
        </p:xfrm>
        <a:graphic>
          <a:graphicData uri="http://schemas.openxmlformats.org/presentationml/2006/ole">
            <mc:AlternateContent xmlns:mc="http://schemas.openxmlformats.org/markup-compatibility/2006">
              <mc:Choice xmlns:v="urn:schemas-microsoft-com:vml" Requires="v">
                <p:oleObj spid="_x0000_s12454" name="Visio" r:id="rId12" imgW="3661743" imgH="1311592" progId="">
                  <p:embed/>
                </p:oleObj>
              </mc:Choice>
              <mc:Fallback>
                <p:oleObj name="Visio" r:id="rId12" imgW="3661743" imgH="1311592" progId="">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12335" y="4050983"/>
                        <a:ext cx="906463" cy="325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9"/>
          <p:cNvGraphicFramePr>
            <a:graphicFrameLocks noChangeAspect="1"/>
          </p:cNvGraphicFramePr>
          <p:nvPr/>
        </p:nvGraphicFramePr>
        <p:xfrm>
          <a:off x="3334385" y="4050983"/>
          <a:ext cx="1511300" cy="319087"/>
        </p:xfrm>
        <a:graphic>
          <a:graphicData uri="http://schemas.openxmlformats.org/presentationml/2006/ole">
            <mc:AlternateContent xmlns:mc="http://schemas.openxmlformats.org/markup-compatibility/2006">
              <mc:Choice xmlns:v="urn:schemas-microsoft-com:vml" Requires="v">
                <p:oleObj spid="_x0000_s12455" name="Visio" r:id="rId14" imgW="3661743" imgH="1311592" progId="">
                  <p:embed/>
                </p:oleObj>
              </mc:Choice>
              <mc:Fallback>
                <p:oleObj name="Visio" r:id="rId14" imgW="3661743" imgH="1311592" progId="">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334385" y="4050983"/>
                        <a:ext cx="1511300" cy="319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4" name="TextBox 143"/>
          <p:cNvSpPr txBox="1">
            <a:spLocks noChangeArrowheads="1"/>
          </p:cNvSpPr>
          <p:nvPr/>
        </p:nvSpPr>
        <p:spPr bwMode="auto">
          <a:xfrm>
            <a:off x="1750492" y="2796086"/>
            <a:ext cx="1911350" cy="519112"/>
          </a:xfrm>
          <a:prstGeom prst="rect">
            <a:avLst/>
          </a:prstGeom>
          <a:noFill/>
          <a:ln w="9525">
            <a:noFill/>
            <a:miter lim="800000"/>
            <a:headEnd/>
            <a:tailEnd/>
          </a:ln>
        </p:spPr>
        <p:txBody>
          <a:bodyPr>
            <a:spAutoFit/>
          </a:bodyPr>
          <a:lstStyle/>
          <a:p>
            <a:pPr defTabSz="914400"/>
            <a:r>
              <a:rPr lang="en-US" altLang="zh-CN" sz="2800" b="1" dirty="0">
                <a:solidFill>
                  <a:srgbClr val="0000CC"/>
                </a:solidFill>
                <a:latin typeface="Times New Roman" panose="02020603050405020304" pitchFamily="18" charset="0"/>
                <a:ea typeface="微软雅黑" pitchFamily="34" charset="-122"/>
                <a:cs typeface="Times New Roman" panose="02020603050405020304" pitchFamily="18" charset="0"/>
              </a:rPr>
              <a:t>N</a:t>
            </a:r>
            <a:r>
              <a:rPr lang="zh-CN" altLang="en-US" sz="2800" b="1" dirty="0">
                <a:solidFill>
                  <a:srgbClr val="0000CC"/>
                </a:solidFill>
                <a:latin typeface="Times New Roman" panose="02020603050405020304" pitchFamily="18" charset="0"/>
                <a:ea typeface="微软雅黑" pitchFamily="34" charset="-122"/>
                <a:cs typeface="Times New Roman" panose="02020603050405020304" pitchFamily="18" charset="0"/>
              </a:rPr>
              <a:t>型半导体</a:t>
            </a:r>
          </a:p>
        </p:txBody>
      </p:sp>
      <p:grpSp>
        <p:nvGrpSpPr>
          <p:cNvPr id="9" name="组合 149"/>
          <p:cNvGrpSpPr>
            <a:grpSpLocks/>
          </p:cNvGrpSpPr>
          <p:nvPr/>
        </p:nvGrpSpPr>
        <p:grpSpPr bwMode="auto">
          <a:xfrm>
            <a:off x="7823835" y="2985723"/>
            <a:ext cx="1282700" cy="287337"/>
            <a:chOff x="4794250" y="2451100"/>
            <a:chExt cx="1282700" cy="287338"/>
          </a:xfrm>
        </p:grpSpPr>
        <p:graphicFrame>
          <p:nvGraphicFramePr>
            <p:cNvPr id="47156" name="Object 9"/>
            <p:cNvGraphicFramePr>
              <a:graphicFrameLocks noChangeAspect="1"/>
            </p:cNvGraphicFramePr>
            <p:nvPr/>
          </p:nvGraphicFramePr>
          <p:xfrm>
            <a:off x="5727700" y="2451100"/>
            <a:ext cx="349250" cy="287338"/>
          </p:xfrm>
          <a:graphic>
            <a:graphicData uri="http://schemas.openxmlformats.org/presentationml/2006/ole">
              <mc:AlternateContent xmlns:mc="http://schemas.openxmlformats.org/markup-compatibility/2006">
                <mc:Choice xmlns:v="urn:schemas-microsoft-com:vml" Requires="v">
                  <p:oleObj spid="_x0000_s12456" name="Equation" r:id="rId16" imgW="215640" imgH="177480" progId="">
                    <p:embed/>
                  </p:oleObj>
                </mc:Choice>
                <mc:Fallback>
                  <p:oleObj name="Equation" r:id="rId16" imgW="215640" imgH="177480" progId="">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27700" y="2451100"/>
                          <a:ext cx="349250" cy="287338"/>
                        </a:xfrm>
                        <a:prstGeom prst="rect">
                          <a:avLst/>
                        </a:prstGeom>
                        <a:solidFill>
                          <a:srgbClr val="0000FF"/>
                        </a:solidFill>
                      </p:spPr>
                    </p:pic>
                  </p:oleObj>
                </mc:Fallback>
              </mc:AlternateContent>
            </a:graphicData>
          </a:graphic>
        </p:graphicFrame>
        <p:cxnSp>
          <p:nvCxnSpPr>
            <p:cNvPr id="148" name="直接箭头连接符 147"/>
            <p:cNvCxnSpPr/>
            <p:nvPr/>
          </p:nvCxnSpPr>
          <p:spPr>
            <a:xfrm rot="10800000">
              <a:off x="4794250" y="2628901"/>
              <a:ext cx="889000" cy="1587"/>
            </a:xfrm>
            <a:prstGeom prst="straightConnector1">
              <a:avLst/>
            </a:prstGeom>
            <a:ln w="31750">
              <a:solidFill>
                <a:srgbClr val="0000FF"/>
              </a:solidFill>
              <a:tailEnd type="stealth" w="med" len="lg"/>
            </a:ln>
          </p:spPr>
          <p:style>
            <a:lnRef idx="1">
              <a:schemeClr val="accent1"/>
            </a:lnRef>
            <a:fillRef idx="0">
              <a:schemeClr val="accent1"/>
            </a:fillRef>
            <a:effectRef idx="0">
              <a:schemeClr val="accent1"/>
            </a:effectRef>
            <a:fontRef idx="minor">
              <a:schemeClr val="tx1"/>
            </a:fontRef>
          </p:style>
        </p:cxnSp>
      </p:grpSp>
      <p:grpSp>
        <p:nvGrpSpPr>
          <p:cNvPr id="10" name="组合 150"/>
          <p:cNvGrpSpPr>
            <a:grpSpLocks/>
          </p:cNvGrpSpPr>
          <p:nvPr/>
        </p:nvGrpSpPr>
        <p:grpSpPr bwMode="auto">
          <a:xfrm>
            <a:off x="8001635" y="4984433"/>
            <a:ext cx="1238250" cy="327025"/>
            <a:chOff x="4972050" y="4229100"/>
            <a:chExt cx="1238250" cy="327025"/>
          </a:xfrm>
        </p:grpSpPr>
        <p:graphicFrame>
          <p:nvGraphicFramePr>
            <p:cNvPr id="47159" name="Object 10"/>
            <p:cNvGraphicFramePr>
              <a:graphicFrameLocks noChangeAspect="1"/>
            </p:cNvGraphicFramePr>
            <p:nvPr/>
          </p:nvGraphicFramePr>
          <p:xfrm>
            <a:off x="5861050" y="4229100"/>
            <a:ext cx="349250" cy="327025"/>
          </p:xfrm>
          <a:graphic>
            <a:graphicData uri="http://schemas.openxmlformats.org/presentationml/2006/ole">
              <mc:AlternateContent xmlns:mc="http://schemas.openxmlformats.org/markup-compatibility/2006">
                <mc:Choice xmlns:v="urn:schemas-microsoft-com:vml" Requires="v">
                  <p:oleObj spid="_x0000_s12457" name="Equation" r:id="rId18" imgW="215640" imgH="203040" progId="">
                    <p:embed/>
                  </p:oleObj>
                </mc:Choice>
                <mc:Fallback>
                  <p:oleObj name="Equation" r:id="rId18" imgW="215640" imgH="203040" progId="">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61050" y="4229100"/>
                          <a:ext cx="349250" cy="327025"/>
                        </a:xfrm>
                        <a:prstGeom prst="rect">
                          <a:avLst/>
                        </a:prstGeom>
                        <a:solidFill>
                          <a:srgbClr val="FF00FF"/>
                        </a:solidFill>
                      </p:spPr>
                    </p:pic>
                  </p:oleObj>
                </mc:Fallback>
              </mc:AlternateContent>
            </a:graphicData>
          </a:graphic>
        </p:graphicFrame>
        <p:cxnSp>
          <p:nvCxnSpPr>
            <p:cNvPr id="149" name="直接箭头连接符 148"/>
            <p:cNvCxnSpPr/>
            <p:nvPr/>
          </p:nvCxnSpPr>
          <p:spPr>
            <a:xfrm rot="10800000">
              <a:off x="4972050" y="4362450"/>
              <a:ext cx="889000" cy="1587"/>
            </a:xfrm>
            <a:prstGeom prst="straightConnector1">
              <a:avLst/>
            </a:prstGeom>
            <a:ln w="31750">
              <a:solidFill>
                <a:srgbClr val="FF00FF"/>
              </a:solidFill>
              <a:tailEnd type="stealth" w="med" len="lg"/>
            </a:ln>
          </p:spPr>
          <p:style>
            <a:lnRef idx="1">
              <a:schemeClr val="accent1"/>
            </a:lnRef>
            <a:fillRef idx="0">
              <a:schemeClr val="accent1"/>
            </a:fillRef>
            <a:effectRef idx="0">
              <a:schemeClr val="accent1"/>
            </a:effectRef>
            <a:fontRef idx="minor">
              <a:schemeClr val="tx1"/>
            </a:fontRef>
          </p:style>
        </p:cxnSp>
      </p:grpSp>
      <p:graphicFrame>
        <p:nvGraphicFramePr>
          <p:cNvPr id="152" name="Object 11"/>
          <p:cNvGraphicFramePr>
            <a:graphicFrameLocks noChangeAspect="1"/>
          </p:cNvGraphicFramePr>
          <p:nvPr/>
        </p:nvGraphicFramePr>
        <p:xfrm>
          <a:off x="3233309" y="6334076"/>
          <a:ext cx="349250" cy="287337"/>
        </p:xfrm>
        <a:graphic>
          <a:graphicData uri="http://schemas.openxmlformats.org/presentationml/2006/ole">
            <mc:AlternateContent xmlns:mc="http://schemas.openxmlformats.org/markup-compatibility/2006">
              <mc:Choice xmlns:v="urn:schemas-microsoft-com:vml" Requires="v">
                <p:oleObj spid="_x0000_s12458" name="Equation" r:id="rId20" imgW="215640" imgH="177480" progId="">
                  <p:embed/>
                </p:oleObj>
              </mc:Choice>
              <mc:Fallback>
                <p:oleObj name="Equation" r:id="rId20" imgW="215640" imgH="177480" progId="">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33309" y="6334076"/>
                        <a:ext cx="349250" cy="287337"/>
                      </a:xfrm>
                      <a:prstGeom prst="rect">
                        <a:avLst/>
                      </a:prstGeom>
                      <a:solidFill>
                        <a:srgbClr val="0000FF"/>
                      </a:solidFill>
                    </p:spPr>
                  </p:pic>
                </p:oleObj>
              </mc:Fallback>
            </mc:AlternateContent>
          </a:graphicData>
        </a:graphic>
      </p:graphicFrame>
      <p:graphicFrame>
        <p:nvGraphicFramePr>
          <p:cNvPr id="153" name="Object 12"/>
          <p:cNvGraphicFramePr>
            <a:graphicFrameLocks noChangeAspect="1"/>
          </p:cNvGraphicFramePr>
          <p:nvPr/>
        </p:nvGraphicFramePr>
        <p:xfrm>
          <a:off x="3811159" y="6289626"/>
          <a:ext cx="349250" cy="327025"/>
        </p:xfrm>
        <a:graphic>
          <a:graphicData uri="http://schemas.openxmlformats.org/presentationml/2006/ole">
            <mc:AlternateContent xmlns:mc="http://schemas.openxmlformats.org/markup-compatibility/2006">
              <mc:Choice xmlns:v="urn:schemas-microsoft-com:vml" Requires="v">
                <p:oleObj spid="_x0000_s12459" name="Equation" r:id="rId21" imgW="215640" imgH="203040" progId="">
                  <p:embed/>
                </p:oleObj>
              </mc:Choice>
              <mc:Fallback>
                <p:oleObj name="Equation" r:id="rId21" imgW="215640" imgH="203040" progId="">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11159" y="6289626"/>
                        <a:ext cx="349250" cy="327025"/>
                      </a:xfrm>
                      <a:prstGeom prst="rect">
                        <a:avLst/>
                      </a:prstGeom>
                      <a:solidFill>
                        <a:srgbClr val="FF00FF"/>
                      </a:solidFill>
                    </p:spPr>
                  </p:pic>
                </p:oleObj>
              </mc:Fallback>
            </mc:AlternateContent>
          </a:graphicData>
        </a:graphic>
      </p:graphicFrame>
      <p:sp>
        <p:nvSpPr>
          <p:cNvPr id="154" name="TextBox 153"/>
          <p:cNvSpPr txBox="1">
            <a:spLocks noChangeArrowheads="1"/>
          </p:cNvSpPr>
          <p:nvPr/>
        </p:nvSpPr>
        <p:spPr bwMode="auto">
          <a:xfrm>
            <a:off x="4300109" y="6200726"/>
            <a:ext cx="2489200" cy="519112"/>
          </a:xfrm>
          <a:prstGeom prst="rect">
            <a:avLst/>
          </a:prstGeom>
          <a:noFill/>
          <a:ln w="9525">
            <a:noFill/>
            <a:miter lim="800000"/>
            <a:headEnd/>
            <a:tailEnd/>
          </a:ln>
        </p:spPr>
        <p:txBody>
          <a:bodyPr>
            <a:spAutoFit/>
          </a:bodyPr>
          <a:lstStyle/>
          <a:p>
            <a:pPr defTabSz="914400"/>
            <a:r>
              <a:rPr lang="zh-CN" altLang="en-US" sz="2800" b="1">
                <a:latin typeface="微软雅黑" pitchFamily="34" charset="-122"/>
                <a:ea typeface="微软雅黑" pitchFamily="34" charset="-122"/>
                <a:cs typeface="Times New Roman" pitchFamily="18" charset="0"/>
              </a:rPr>
              <a:t>非平衡载流子</a:t>
            </a:r>
          </a:p>
        </p:txBody>
      </p:sp>
      <p:sp>
        <p:nvSpPr>
          <p:cNvPr id="155" name="TextBox 154"/>
          <p:cNvSpPr txBox="1">
            <a:spLocks noChangeArrowheads="1"/>
          </p:cNvSpPr>
          <p:nvPr/>
        </p:nvSpPr>
        <p:spPr bwMode="auto">
          <a:xfrm>
            <a:off x="7233809" y="5756226"/>
            <a:ext cx="3111500" cy="519112"/>
          </a:xfrm>
          <a:prstGeom prst="rect">
            <a:avLst/>
          </a:prstGeom>
          <a:noFill/>
          <a:ln w="9525">
            <a:noFill/>
            <a:miter lim="800000"/>
            <a:headEnd/>
            <a:tailEnd/>
          </a:ln>
        </p:spPr>
        <p:txBody>
          <a:bodyPr>
            <a:spAutoFit/>
          </a:bodyPr>
          <a:lstStyle/>
          <a:p>
            <a:pPr defTabSz="914400"/>
            <a:r>
              <a:rPr lang="zh-CN" altLang="en-US" sz="2800" b="1">
                <a:latin typeface="微软雅黑" pitchFamily="34" charset="-122"/>
                <a:ea typeface="微软雅黑" pitchFamily="34" charset="-122"/>
                <a:cs typeface="Times New Roman" pitchFamily="18" charset="0"/>
              </a:rPr>
              <a:t>光生非平衡载流子</a:t>
            </a:r>
          </a:p>
        </p:txBody>
      </p:sp>
      <p:sp>
        <p:nvSpPr>
          <p:cNvPr id="156" name="TextBox 155"/>
          <p:cNvSpPr txBox="1">
            <a:spLocks noChangeArrowheads="1"/>
          </p:cNvSpPr>
          <p:nvPr/>
        </p:nvSpPr>
        <p:spPr bwMode="auto">
          <a:xfrm>
            <a:off x="7233809" y="6422976"/>
            <a:ext cx="3200400" cy="519112"/>
          </a:xfrm>
          <a:prstGeom prst="rect">
            <a:avLst/>
          </a:prstGeom>
          <a:noFill/>
          <a:ln w="9525">
            <a:noFill/>
            <a:miter lim="800000"/>
            <a:headEnd/>
            <a:tailEnd/>
          </a:ln>
        </p:spPr>
        <p:txBody>
          <a:bodyPr>
            <a:spAutoFit/>
          </a:bodyPr>
          <a:lstStyle/>
          <a:p>
            <a:pPr defTabSz="914400"/>
            <a:r>
              <a:rPr lang="zh-CN" altLang="en-US" sz="2800" b="1">
                <a:latin typeface="微软雅黑" pitchFamily="34" charset="-122"/>
                <a:ea typeface="微软雅黑" pitchFamily="34" charset="-122"/>
                <a:cs typeface="Times New Roman" pitchFamily="18" charset="0"/>
              </a:rPr>
              <a:t>热生非平衡载流子</a:t>
            </a:r>
          </a:p>
        </p:txBody>
      </p:sp>
      <p:sp>
        <p:nvSpPr>
          <p:cNvPr id="63" name="Rectangle 4"/>
          <p:cNvSpPr>
            <a:spLocks noChangeArrowheads="1"/>
          </p:cNvSpPr>
          <p:nvPr/>
        </p:nvSpPr>
        <p:spPr bwMode="auto">
          <a:xfrm>
            <a:off x="1185863" y="1938297"/>
            <a:ext cx="4629674" cy="601837"/>
          </a:xfrm>
          <a:prstGeom prst="rect">
            <a:avLst/>
          </a:prstGeom>
          <a:noFill/>
          <a:ln w="9525">
            <a:noFill/>
            <a:miter lim="800000"/>
            <a:headEnd/>
            <a:tailEnd/>
          </a:ln>
        </p:spPr>
        <p:txBody>
          <a:bodyPr anchor="b"/>
          <a:lstStyle/>
          <a:p>
            <a:pPr marL="457200" indent="-457200" algn="ctr" defTabSz="914400">
              <a:buFont typeface="Wingdings" panose="05000000000000000000" pitchFamily="2" charset="2"/>
              <a:buChar char="u"/>
            </a:pPr>
            <a:r>
              <a:rPr lang="zh-CN" altLang="en-US" sz="3200" b="1" dirty="0">
                <a:solidFill>
                  <a:srgbClr val="FF0000"/>
                </a:solidFill>
                <a:latin typeface="微软雅黑" pitchFamily="34" charset="-122"/>
                <a:ea typeface="微软雅黑" pitchFamily="34" charset="-122"/>
                <a:cs typeface="Times New Roman" pitchFamily="18" charset="0"/>
              </a:rPr>
              <a:t>非平衡载流子的产生</a:t>
            </a:r>
          </a:p>
        </p:txBody>
      </p:sp>
      <p:sp>
        <p:nvSpPr>
          <p:cNvPr id="65" name="文本框 60">
            <a:extLst>
              <a:ext uri="{FF2B5EF4-FFF2-40B4-BE49-F238E27FC236}">
                <a16:creationId xmlns:a16="http://schemas.microsoft.com/office/drawing/2014/main" xmlns="" id="{CF58E03F-7BBE-4C9F-8CBB-9AA9B7ED97A8}"/>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半导体中的非平衡载流子</a:t>
            </a:r>
          </a:p>
        </p:txBody>
      </p:sp>
      <p:sp>
        <p:nvSpPr>
          <p:cNvPr id="66" name="矩形 65">
            <a:extLst>
              <a:ext uri="{FF2B5EF4-FFF2-40B4-BE49-F238E27FC236}">
                <a16:creationId xmlns:a16="http://schemas.microsoft.com/office/drawing/2014/main" xmlns="" id="{5D11FA7E-0F20-4279-B572-A61AB09080A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67" name="矩形 66">
            <a:extLst>
              <a:ext uri="{FF2B5EF4-FFF2-40B4-BE49-F238E27FC236}">
                <a16:creationId xmlns:a16="http://schemas.microsoft.com/office/drawing/2014/main" xmlns="" id="{D154F2DB-1580-4556-8C12-F32104898202}"/>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圆角 67">
            <a:extLst>
              <a:ext uri="{FF2B5EF4-FFF2-40B4-BE49-F238E27FC236}">
                <a16:creationId xmlns:a16="http://schemas.microsoft.com/office/drawing/2014/main" xmlns="" id="{FFE14C62-2EB3-46DF-8B4C-8EA8FA9E4214}"/>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69" name="矩形 68">
            <a:extLst>
              <a:ext uri="{FF2B5EF4-FFF2-40B4-BE49-F238E27FC236}">
                <a16:creationId xmlns:a16="http://schemas.microsoft.com/office/drawing/2014/main" xmlns="" id="{21CF9A86-ED0F-4F67-90AD-155C0841029F}"/>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70" name="矩形 69">
            <a:extLst>
              <a:ext uri="{FF2B5EF4-FFF2-40B4-BE49-F238E27FC236}">
                <a16:creationId xmlns:a16="http://schemas.microsoft.com/office/drawing/2014/main" xmlns="" id="{B93A231E-B7CB-4400-AD48-769A61B420D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71" name="直接连接符 58">
            <a:extLst>
              <a:ext uri="{FF2B5EF4-FFF2-40B4-BE49-F238E27FC236}">
                <a16:creationId xmlns:a16="http://schemas.microsoft.com/office/drawing/2014/main" xmlns="" id="{EC5059B6-981B-49D7-982B-DA566643F72D}"/>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418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barn(inVertical)">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44"/>
                                        </p:tgtEl>
                                        <p:attrNameLst>
                                          <p:attrName>style.visibility</p:attrName>
                                        </p:attrNameLst>
                                      </p:cBhvr>
                                      <p:to>
                                        <p:strVal val="visible"/>
                                      </p:to>
                                    </p:set>
                                    <p:animEffect transition="in" filter="box(in)">
                                      <p:cBhvr>
                                        <p:cTn id="17" dur="500"/>
                                        <p:tgtEl>
                                          <p:spTgt spid="14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ox(i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ox(in)">
                                      <p:cBhvr>
                                        <p:cTn id="32" dur="500"/>
                                        <p:tgtEl>
                                          <p:spTgt spid="4"/>
                                        </p:tgtEl>
                                      </p:cBhvr>
                                    </p:animEffect>
                                  </p:childTnLst>
                                </p:cTn>
                              </p:par>
                              <p:par>
                                <p:cTn id="33" presetID="4" presetClass="entr" presetSubtype="16" fill="hold"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box(in)">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70659"/>
                                        </p:tgtEl>
                                        <p:attrNameLst>
                                          <p:attrName>style.visibility</p:attrName>
                                        </p:attrNameLst>
                                      </p:cBhvr>
                                      <p:to>
                                        <p:strVal val="visible"/>
                                      </p:to>
                                    </p:set>
                                    <p:animEffect transition="in" filter="box(in)">
                                      <p:cBhvr>
                                        <p:cTn id="40" dur="500"/>
                                        <p:tgtEl>
                                          <p:spTgt spid="70659"/>
                                        </p:tgtEl>
                                      </p:cBhvr>
                                    </p:animEffect>
                                  </p:childTnLst>
                                </p:cTn>
                              </p:par>
                              <p:par>
                                <p:cTn id="41" presetID="4" presetClass="entr" presetSubtype="16" fill="hold" nodeType="withEffect">
                                  <p:stCondLst>
                                    <p:cond delay="0"/>
                                  </p:stCondLst>
                                  <p:childTnLst>
                                    <p:set>
                                      <p:cBhvr>
                                        <p:cTn id="42" dur="1" fill="hold">
                                          <p:stCondLst>
                                            <p:cond delay="0"/>
                                          </p:stCondLst>
                                        </p:cTn>
                                        <p:tgtEl>
                                          <p:spTgt spid="126"/>
                                        </p:tgtEl>
                                        <p:attrNameLst>
                                          <p:attrName>style.visibility</p:attrName>
                                        </p:attrNameLst>
                                      </p:cBhvr>
                                      <p:to>
                                        <p:strVal val="visible"/>
                                      </p:to>
                                    </p:set>
                                    <p:animEffect transition="in" filter="box(in)">
                                      <p:cBhvr>
                                        <p:cTn id="43" dur="500"/>
                                        <p:tgtEl>
                                          <p:spTgt spid="126"/>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4100"/>
                                        </p:tgtEl>
                                        <p:attrNameLst>
                                          <p:attrName>style.visibility</p:attrName>
                                        </p:attrNameLst>
                                      </p:cBhvr>
                                      <p:to>
                                        <p:strVal val="visible"/>
                                      </p:to>
                                    </p:set>
                                    <p:anim calcmode="lin" valueType="num">
                                      <p:cBhvr additive="base">
                                        <p:cTn id="48" dur="500" fill="hold"/>
                                        <p:tgtEl>
                                          <p:spTgt spid="4100"/>
                                        </p:tgtEl>
                                        <p:attrNameLst>
                                          <p:attrName>ppt_x</p:attrName>
                                        </p:attrNameLst>
                                      </p:cBhvr>
                                      <p:tavLst>
                                        <p:tav tm="0">
                                          <p:val>
                                            <p:strVal val="0-#ppt_w/2"/>
                                          </p:val>
                                        </p:tav>
                                        <p:tav tm="100000">
                                          <p:val>
                                            <p:strVal val="#ppt_x"/>
                                          </p:val>
                                        </p:tav>
                                      </p:tavLst>
                                    </p:anim>
                                    <p:anim calcmode="lin" valueType="num">
                                      <p:cBhvr additive="base">
                                        <p:cTn id="49" dur="500" fill="hold"/>
                                        <p:tgtEl>
                                          <p:spTgt spid="4100"/>
                                        </p:tgtEl>
                                        <p:attrNameLst>
                                          <p:attrName>ppt_y</p:attrName>
                                        </p:attrNameLst>
                                      </p:cBhvr>
                                      <p:tavLst>
                                        <p:tav tm="0">
                                          <p:val>
                                            <p:strVal val="#ppt_y"/>
                                          </p:val>
                                        </p:tav>
                                        <p:tav tm="100000">
                                          <p:val>
                                            <p:strVal val="#ppt_y"/>
                                          </p:val>
                                        </p:tav>
                                      </p:tavLst>
                                    </p:anim>
                                  </p:childTnLst>
                                </p:cTn>
                              </p:par>
                              <p:par>
                                <p:cTn id="50" presetID="2" presetClass="entr" presetSubtype="8" fill="hold" nodeType="withEffect">
                                  <p:stCondLst>
                                    <p:cond delay="0"/>
                                  </p:stCondLst>
                                  <p:childTnLst>
                                    <p:set>
                                      <p:cBhvr>
                                        <p:cTn id="51" dur="1" fill="hold">
                                          <p:stCondLst>
                                            <p:cond delay="0"/>
                                          </p:stCondLst>
                                        </p:cTn>
                                        <p:tgtEl>
                                          <p:spTgt spid="4099"/>
                                        </p:tgtEl>
                                        <p:attrNameLst>
                                          <p:attrName>style.visibility</p:attrName>
                                        </p:attrNameLst>
                                      </p:cBhvr>
                                      <p:to>
                                        <p:strVal val="visible"/>
                                      </p:to>
                                    </p:set>
                                    <p:anim calcmode="lin" valueType="num">
                                      <p:cBhvr additive="base">
                                        <p:cTn id="52" dur="500" fill="hold"/>
                                        <p:tgtEl>
                                          <p:spTgt spid="4099"/>
                                        </p:tgtEl>
                                        <p:attrNameLst>
                                          <p:attrName>ppt_x</p:attrName>
                                        </p:attrNameLst>
                                      </p:cBhvr>
                                      <p:tavLst>
                                        <p:tav tm="0">
                                          <p:val>
                                            <p:strVal val="0-#ppt_w/2"/>
                                          </p:val>
                                        </p:tav>
                                        <p:tav tm="100000">
                                          <p:val>
                                            <p:strVal val="#ppt_x"/>
                                          </p:val>
                                        </p:tav>
                                      </p:tavLst>
                                    </p:anim>
                                    <p:anim calcmode="lin" valueType="num">
                                      <p:cBhvr additive="base">
                                        <p:cTn id="53" dur="500" fill="hold"/>
                                        <p:tgtEl>
                                          <p:spTgt spid="4099"/>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nodeType="clickEffect">
                                  <p:stCondLst>
                                    <p:cond delay="0"/>
                                  </p:stCondLst>
                                  <p:childTnLst>
                                    <p:set>
                                      <p:cBhvr>
                                        <p:cTn id="57" dur="1" fill="hold">
                                          <p:stCondLst>
                                            <p:cond delay="0"/>
                                          </p:stCondLst>
                                        </p:cTn>
                                        <p:tgtEl>
                                          <p:spTgt spid="5"/>
                                        </p:tgtEl>
                                        <p:attrNameLst>
                                          <p:attrName>style.visibility</p:attrName>
                                        </p:attrNameLst>
                                      </p:cBhvr>
                                      <p:to>
                                        <p:strVal val="visible"/>
                                      </p:to>
                                    </p:set>
                                    <p:animEffect transition="in" filter="box(in)">
                                      <p:cBhvr>
                                        <p:cTn id="58" dur="500"/>
                                        <p:tgtEl>
                                          <p:spTgt spid="5"/>
                                        </p:tgtEl>
                                      </p:cBhvr>
                                    </p:animEffect>
                                  </p:childTnLst>
                                </p:cTn>
                              </p:par>
                            </p:childTnLst>
                          </p:cTn>
                        </p:par>
                      </p:childTnLst>
                    </p:cTn>
                  </p:par>
                  <p:par>
                    <p:cTn id="59" fill="hold">
                      <p:stCondLst>
                        <p:cond delay="indefinite"/>
                      </p:stCondLst>
                      <p:childTnLst>
                        <p:par>
                          <p:cTn id="60" fill="hold">
                            <p:stCondLst>
                              <p:cond delay="0"/>
                            </p:stCondLst>
                            <p:childTnLst>
                              <p:par>
                                <p:cTn id="61" presetID="64" presetClass="path" presetSubtype="0" accel="50000" decel="50000" fill="hold" nodeType="clickEffect">
                                  <p:stCondLst>
                                    <p:cond delay="0"/>
                                  </p:stCondLst>
                                  <p:childTnLst>
                                    <p:animMotion origin="layout" path="M 5.55556E-7 1.647E-6 L 0.00191 -0.25376 " pathEditMode="relative" rAng="0" ptsTypes="AA">
                                      <p:cBhvr>
                                        <p:cTn id="62" dur="2000" fill="hold"/>
                                        <p:tgtEl>
                                          <p:spTgt spid="5"/>
                                        </p:tgtEl>
                                        <p:attrNameLst>
                                          <p:attrName>ppt_x</p:attrName>
                                          <p:attrName>ppt_y</p:attrName>
                                        </p:attrNameLst>
                                      </p:cBhvr>
                                      <p:rCtr x="100" y="-12700"/>
                                    </p:animMotion>
                                  </p:childTnLst>
                                </p:cTn>
                              </p:par>
                            </p:childTnLst>
                          </p:cTn>
                        </p:par>
                        <p:par>
                          <p:cTn id="63" fill="hold">
                            <p:stCondLst>
                              <p:cond delay="2000"/>
                            </p:stCondLst>
                            <p:childTnLst>
                              <p:par>
                                <p:cTn id="64" presetID="4" presetClass="entr" presetSubtype="16" fill="hold" nodeType="after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box(in)">
                                      <p:cBhvr>
                                        <p:cTn id="66" dur="500"/>
                                        <p:tgtEl>
                                          <p:spTgt spid="6"/>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nodeType="click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additive="base">
                                        <p:cTn id="71" dur="500" fill="hold"/>
                                        <p:tgtEl>
                                          <p:spTgt spid="9"/>
                                        </p:tgtEl>
                                        <p:attrNameLst>
                                          <p:attrName>ppt_x</p:attrName>
                                        </p:attrNameLst>
                                      </p:cBhvr>
                                      <p:tavLst>
                                        <p:tav tm="0">
                                          <p:val>
                                            <p:strVal val="1+#ppt_w/2"/>
                                          </p:val>
                                        </p:tav>
                                        <p:tav tm="100000">
                                          <p:val>
                                            <p:strVal val="#ppt_x"/>
                                          </p:val>
                                        </p:tav>
                                      </p:tavLst>
                                    </p:anim>
                                    <p:anim calcmode="lin" valueType="num">
                                      <p:cBhvr additive="base">
                                        <p:cTn id="7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nodeType="clickEffect">
                                  <p:stCondLst>
                                    <p:cond delay="0"/>
                                  </p:stCondLst>
                                  <p:childTnLst>
                                    <p:set>
                                      <p:cBhvr>
                                        <p:cTn id="76" dur="1" fill="hold">
                                          <p:stCondLst>
                                            <p:cond delay="0"/>
                                          </p:stCondLst>
                                        </p:cTn>
                                        <p:tgtEl>
                                          <p:spTgt spid="10"/>
                                        </p:tgtEl>
                                        <p:attrNameLst>
                                          <p:attrName>style.visibility</p:attrName>
                                        </p:attrNameLst>
                                      </p:cBhvr>
                                      <p:to>
                                        <p:strVal val="visible"/>
                                      </p:to>
                                    </p:set>
                                    <p:anim calcmode="lin" valueType="num">
                                      <p:cBhvr additive="base">
                                        <p:cTn id="77" dur="500" fill="hold"/>
                                        <p:tgtEl>
                                          <p:spTgt spid="10"/>
                                        </p:tgtEl>
                                        <p:attrNameLst>
                                          <p:attrName>ppt_x</p:attrName>
                                        </p:attrNameLst>
                                      </p:cBhvr>
                                      <p:tavLst>
                                        <p:tav tm="0">
                                          <p:val>
                                            <p:strVal val="1+#ppt_w/2"/>
                                          </p:val>
                                        </p:tav>
                                        <p:tav tm="100000">
                                          <p:val>
                                            <p:strVal val="#ppt_x"/>
                                          </p:val>
                                        </p:tav>
                                      </p:tavLst>
                                    </p:anim>
                                    <p:anim calcmode="lin" valueType="num">
                                      <p:cBhvr additive="base">
                                        <p:cTn id="7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 presetClass="entr" presetSubtype="16" fill="hold" nodeType="clickEffect">
                                  <p:stCondLst>
                                    <p:cond delay="0"/>
                                  </p:stCondLst>
                                  <p:childTnLst>
                                    <p:set>
                                      <p:cBhvr>
                                        <p:cTn id="82" dur="1" fill="hold">
                                          <p:stCondLst>
                                            <p:cond delay="0"/>
                                          </p:stCondLst>
                                        </p:cTn>
                                        <p:tgtEl>
                                          <p:spTgt spid="152"/>
                                        </p:tgtEl>
                                        <p:attrNameLst>
                                          <p:attrName>style.visibility</p:attrName>
                                        </p:attrNameLst>
                                      </p:cBhvr>
                                      <p:to>
                                        <p:strVal val="visible"/>
                                      </p:to>
                                    </p:set>
                                    <p:animEffect transition="in" filter="box(in)">
                                      <p:cBhvr>
                                        <p:cTn id="83" dur="500"/>
                                        <p:tgtEl>
                                          <p:spTgt spid="152"/>
                                        </p:tgtEl>
                                      </p:cBhvr>
                                    </p:animEffect>
                                  </p:childTnLst>
                                </p:cTn>
                              </p:par>
                              <p:par>
                                <p:cTn id="84" presetID="4" presetClass="entr" presetSubtype="16" fill="hold" nodeType="withEffect">
                                  <p:stCondLst>
                                    <p:cond delay="0"/>
                                  </p:stCondLst>
                                  <p:childTnLst>
                                    <p:set>
                                      <p:cBhvr>
                                        <p:cTn id="85" dur="1" fill="hold">
                                          <p:stCondLst>
                                            <p:cond delay="0"/>
                                          </p:stCondLst>
                                        </p:cTn>
                                        <p:tgtEl>
                                          <p:spTgt spid="153"/>
                                        </p:tgtEl>
                                        <p:attrNameLst>
                                          <p:attrName>style.visibility</p:attrName>
                                        </p:attrNameLst>
                                      </p:cBhvr>
                                      <p:to>
                                        <p:strVal val="visible"/>
                                      </p:to>
                                    </p:set>
                                    <p:animEffect transition="in" filter="box(in)">
                                      <p:cBhvr>
                                        <p:cTn id="86" dur="500"/>
                                        <p:tgtEl>
                                          <p:spTgt spid="153"/>
                                        </p:tgtEl>
                                      </p:cBhvr>
                                    </p:animEffect>
                                  </p:childTnLst>
                                </p:cTn>
                              </p:par>
                              <p:par>
                                <p:cTn id="87" presetID="4" presetClass="entr" presetSubtype="16" fill="hold" grpId="0" nodeType="withEffect">
                                  <p:stCondLst>
                                    <p:cond delay="0"/>
                                  </p:stCondLst>
                                  <p:childTnLst>
                                    <p:set>
                                      <p:cBhvr>
                                        <p:cTn id="88" dur="1" fill="hold">
                                          <p:stCondLst>
                                            <p:cond delay="0"/>
                                          </p:stCondLst>
                                        </p:cTn>
                                        <p:tgtEl>
                                          <p:spTgt spid="154"/>
                                        </p:tgtEl>
                                        <p:attrNameLst>
                                          <p:attrName>style.visibility</p:attrName>
                                        </p:attrNameLst>
                                      </p:cBhvr>
                                      <p:to>
                                        <p:strVal val="visible"/>
                                      </p:to>
                                    </p:set>
                                    <p:animEffect transition="in" filter="box(in)">
                                      <p:cBhvr>
                                        <p:cTn id="89" dur="500"/>
                                        <p:tgtEl>
                                          <p:spTgt spid="154"/>
                                        </p:tgtEl>
                                      </p:cBhvr>
                                    </p:animEffect>
                                  </p:childTnLst>
                                </p:cTn>
                              </p:par>
                            </p:childTnLst>
                          </p:cTn>
                        </p:par>
                      </p:childTnLst>
                    </p:cTn>
                  </p:par>
                  <p:par>
                    <p:cTn id="90" fill="hold">
                      <p:stCondLst>
                        <p:cond delay="indefinite"/>
                      </p:stCondLst>
                      <p:childTnLst>
                        <p:par>
                          <p:cTn id="91" fill="hold">
                            <p:stCondLst>
                              <p:cond delay="0"/>
                            </p:stCondLst>
                            <p:childTnLst>
                              <p:par>
                                <p:cTn id="92" presetID="4" presetClass="entr" presetSubtype="16" fill="hold" grpId="0" nodeType="clickEffect">
                                  <p:stCondLst>
                                    <p:cond delay="0"/>
                                  </p:stCondLst>
                                  <p:childTnLst>
                                    <p:set>
                                      <p:cBhvr>
                                        <p:cTn id="93" dur="1" fill="hold">
                                          <p:stCondLst>
                                            <p:cond delay="0"/>
                                          </p:stCondLst>
                                        </p:cTn>
                                        <p:tgtEl>
                                          <p:spTgt spid="155"/>
                                        </p:tgtEl>
                                        <p:attrNameLst>
                                          <p:attrName>style.visibility</p:attrName>
                                        </p:attrNameLst>
                                      </p:cBhvr>
                                      <p:to>
                                        <p:strVal val="visible"/>
                                      </p:to>
                                    </p:set>
                                    <p:animEffect transition="in" filter="box(in)">
                                      <p:cBhvr>
                                        <p:cTn id="94" dur="500"/>
                                        <p:tgtEl>
                                          <p:spTgt spid="155"/>
                                        </p:tgtEl>
                                      </p:cBhvr>
                                    </p:animEffect>
                                  </p:childTnLst>
                                </p:cTn>
                              </p:par>
                            </p:childTnLst>
                          </p:cTn>
                        </p:par>
                      </p:childTnLst>
                    </p:cTn>
                  </p:par>
                  <p:par>
                    <p:cTn id="95" fill="hold">
                      <p:stCondLst>
                        <p:cond delay="indefinite"/>
                      </p:stCondLst>
                      <p:childTnLst>
                        <p:par>
                          <p:cTn id="96" fill="hold">
                            <p:stCondLst>
                              <p:cond delay="0"/>
                            </p:stCondLst>
                            <p:childTnLst>
                              <p:par>
                                <p:cTn id="97" presetID="4" presetClass="entr" presetSubtype="16" fill="hold" grpId="0" nodeType="clickEffect">
                                  <p:stCondLst>
                                    <p:cond delay="0"/>
                                  </p:stCondLst>
                                  <p:childTnLst>
                                    <p:set>
                                      <p:cBhvr>
                                        <p:cTn id="98" dur="1" fill="hold">
                                          <p:stCondLst>
                                            <p:cond delay="0"/>
                                          </p:stCondLst>
                                        </p:cTn>
                                        <p:tgtEl>
                                          <p:spTgt spid="156"/>
                                        </p:tgtEl>
                                        <p:attrNameLst>
                                          <p:attrName>style.visibility</p:attrName>
                                        </p:attrNameLst>
                                      </p:cBhvr>
                                      <p:to>
                                        <p:strVal val="visible"/>
                                      </p:to>
                                    </p:set>
                                    <p:animEffect transition="in" filter="box(in)">
                                      <p:cBhvr>
                                        <p:cTn id="99"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4" grpId="0"/>
      <p:bldP spid="154" grpId="0"/>
      <p:bldP spid="155" grpId="0"/>
      <p:bldP spid="156" grpId="0"/>
      <p:bldP spid="6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2913063" y="6054508"/>
            <a:ext cx="1333500" cy="579437"/>
          </a:xfrm>
          <a:prstGeom prst="rect">
            <a:avLst/>
          </a:prstGeom>
          <a:noFill/>
          <a:ln w="9525">
            <a:noFill/>
            <a:miter lim="800000"/>
            <a:headEnd/>
            <a:tailEnd/>
          </a:ln>
        </p:spPr>
        <p:txBody>
          <a:bodyPr anchor="ctr">
            <a:spAutoFit/>
          </a:bodyPr>
          <a:lstStyle/>
          <a:p>
            <a:pPr defTabSz="914400"/>
            <a:r>
              <a:rPr lang="zh-CN" altLang="en-US" sz="3200" b="1" dirty="0">
                <a:latin typeface="微软雅黑" pitchFamily="34" charset="-122"/>
                <a:ea typeface="微软雅黑" pitchFamily="34" charset="-122"/>
              </a:rPr>
              <a:t>产生：</a:t>
            </a:r>
          </a:p>
        </p:txBody>
      </p:sp>
      <p:sp>
        <p:nvSpPr>
          <p:cNvPr id="187396" name="Rectangle 4"/>
          <p:cNvSpPr>
            <a:spLocks noChangeArrowheads="1"/>
          </p:cNvSpPr>
          <p:nvPr/>
        </p:nvSpPr>
        <p:spPr bwMode="auto">
          <a:xfrm>
            <a:off x="2913063" y="6710789"/>
            <a:ext cx="1244600" cy="579437"/>
          </a:xfrm>
          <a:prstGeom prst="rect">
            <a:avLst/>
          </a:prstGeom>
          <a:noFill/>
          <a:ln w="9525">
            <a:noFill/>
            <a:miter lim="800000"/>
            <a:headEnd/>
            <a:tailEnd/>
          </a:ln>
        </p:spPr>
        <p:txBody>
          <a:bodyPr>
            <a:spAutoFit/>
          </a:bodyPr>
          <a:lstStyle/>
          <a:p>
            <a:pPr defTabSz="914400"/>
            <a:r>
              <a:rPr lang="zh-CN" altLang="en-US" sz="3200" b="1" dirty="0">
                <a:latin typeface="微软雅黑" pitchFamily="34" charset="-122"/>
                <a:ea typeface="微软雅黑" pitchFamily="34" charset="-122"/>
              </a:rPr>
              <a:t>复合：</a:t>
            </a:r>
          </a:p>
        </p:txBody>
      </p:sp>
      <p:sp>
        <p:nvSpPr>
          <p:cNvPr id="3" name="Rectangle 5"/>
          <p:cNvSpPr>
            <a:spLocks noChangeArrowheads="1"/>
          </p:cNvSpPr>
          <p:nvPr/>
        </p:nvSpPr>
        <p:spPr bwMode="auto">
          <a:xfrm>
            <a:off x="4157662" y="6028554"/>
            <a:ext cx="6916737" cy="579437"/>
          </a:xfrm>
          <a:prstGeom prst="rect">
            <a:avLst/>
          </a:prstGeom>
          <a:noFill/>
          <a:ln w="9525">
            <a:noFill/>
            <a:miter lim="800000"/>
            <a:headEnd/>
            <a:tailEnd/>
          </a:ln>
        </p:spPr>
        <p:txBody>
          <a:bodyPr wrap="none" anchor="ctr">
            <a:spAutoFit/>
          </a:bodyPr>
          <a:lstStyle/>
          <a:p>
            <a:pPr defTabSz="914400"/>
            <a:r>
              <a:rPr lang="zh-CN" altLang="en-US" sz="3200" b="1" dirty="0">
                <a:latin typeface="微软雅黑" pitchFamily="34" charset="-122"/>
                <a:ea typeface="微软雅黑" pitchFamily="34" charset="-122"/>
              </a:rPr>
              <a:t>－－使非平衡载流子浓度增加的运动 </a:t>
            </a:r>
          </a:p>
        </p:txBody>
      </p:sp>
      <p:sp>
        <p:nvSpPr>
          <p:cNvPr id="187398" name="Rectangle 6"/>
          <p:cNvSpPr>
            <a:spLocks noChangeArrowheads="1"/>
          </p:cNvSpPr>
          <p:nvPr/>
        </p:nvSpPr>
        <p:spPr bwMode="auto">
          <a:xfrm>
            <a:off x="4157663" y="6704007"/>
            <a:ext cx="6916737" cy="579437"/>
          </a:xfrm>
          <a:prstGeom prst="rect">
            <a:avLst/>
          </a:prstGeom>
          <a:noFill/>
          <a:ln w="9525">
            <a:noFill/>
            <a:miter lim="800000"/>
            <a:headEnd/>
            <a:tailEnd/>
          </a:ln>
        </p:spPr>
        <p:txBody>
          <a:bodyPr wrap="none" anchor="ctr">
            <a:spAutoFit/>
          </a:bodyPr>
          <a:lstStyle/>
          <a:p>
            <a:pPr defTabSz="914400"/>
            <a:r>
              <a:rPr lang="zh-CN" altLang="en-US" sz="3200" b="1" dirty="0">
                <a:latin typeface="微软雅黑" pitchFamily="34" charset="-122"/>
                <a:ea typeface="微软雅黑" pitchFamily="34" charset="-122"/>
              </a:rPr>
              <a:t>－－使非平衡载流子浓度减小的运动</a:t>
            </a:r>
            <a:r>
              <a:rPr lang="zh-CN" altLang="en-US" sz="3200" b="1" dirty="0">
                <a:solidFill>
                  <a:schemeClr val="bg1"/>
                </a:solidFill>
                <a:latin typeface="微软雅黑" pitchFamily="34" charset="-122"/>
                <a:ea typeface="微软雅黑" pitchFamily="34" charset="-122"/>
              </a:rPr>
              <a:t> </a:t>
            </a:r>
          </a:p>
        </p:txBody>
      </p:sp>
      <p:sp>
        <p:nvSpPr>
          <p:cNvPr id="8" name="TextBox 7"/>
          <p:cNvSpPr txBox="1">
            <a:spLocks noChangeArrowheads="1"/>
          </p:cNvSpPr>
          <p:nvPr/>
        </p:nvSpPr>
        <p:spPr bwMode="auto">
          <a:xfrm>
            <a:off x="3325304" y="1984165"/>
            <a:ext cx="3522479" cy="738664"/>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微软雅黑" pitchFamily="34" charset="-122"/>
                <a:ea typeface="微软雅黑" pitchFamily="34" charset="-122"/>
              </a:rPr>
              <a:t>非平衡载流子的复合</a:t>
            </a:r>
          </a:p>
        </p:txBody>
      </p:sp>
      <p:sp>
        <p:nvSpPr>
          <p:cNvPr id="14" name="Rectangle 4"/>
          <p:cNvSpPr>
            <a:spLocks noChangeArrowheads="1"/>
          </p:cNvSpPr>
          <p:nvPr/>
        </p:nvSpPr>
        <p:spPr bwMode="auto">
          <a:xfrm>
            <a:off x="881063" y="931655"/>
            <a:ext cx="4629674" cy="601837"/>
          </a:xfrm>
          <a:prstGeom prst="rect">
            <a:avLst/>
          </a:prstGeom>
          <a:noFill/>
          <a:ln w="9525">
            <a:noFill/>
            <a:miter lim="800000"/>
            <a:headEnd/>
            <a:tailEnd/>
          </a:ln>
        </p:spPr>
        <p:txBody>
          <a:bodyPr anchor="b"/>
          <a:lstStyle/>
          <a:p>
            <a:pPr marL="457200" indent="-457200" algn="ctr" defTabSz="914400">
              <a:buFont typeface="Wingdings" panose="05000000000000000000" pitchFamily="2" charset="2"/>
              <a:buChar char="u"/>
            </a:pPr>
            <a:r>
              <a:rPr lang="zh-CN" altLang="en-US" sz="3200" b="1" dirty="0">
                <a:solidFill>
                  <a:srgbClr val="FF0000"/>
                </a:solidFill>
                <a:latin typeface="微软雅黑" pitchFamily="34" charset="-122"/>
                <a:ea typeface="微软雅黑" pitchFamily="34" charset="-122"/>
                <a:cs typeface="Times New Roman" pitchFamily="18" charset="0"/>
              </a:rPr>
              <a:t>非平衡载流子的复合</a:t>
            </a:r>
          </a:p>
        </p:txBody>
      </p:sp>
      <p:sp>
        <p:nvSpPr>
          <p:cNvPr id="15" name="TextBox 7"/>
          <p:cNvSpPr txBox="1">
            <a:spLocks noChangeArrowheads="1"/>
          </p:cNvSpPr>
          <p:nvPr/>
        </p:nvSpPr>
        <p:spPr bwMode="auto">
          <a:xfrm>
            <a:off x="716756" y="3053899"/>
            <a:ext cx="12359640" cy="2677656"/>
          </a:xfrm>
          <a:prstGeom prst="rect">
            <a:avLst/>
          </a:prstGeom>
          <a:noFill/>
          <a:ln w="9525">
            <a:noFill/>
            <a:miter lim="800000"/>
            <a:headEnd/>
            <a:tailEnd/>
          </a:ln>
        </p:spPr>
        <p:txBody>
          <a:bodyPr wrap="square">
            <a:spAutoFit/>
          </a:bodyPr>
          <a:lstStyle/>
          <a:p>
            <a:pPr marL="1797050" indent="-1797050" defTabSz="914400">
              <a:lnSpc>
                <a:spcPct val="150000"/>
              </a:lnSpc>
            </a:pPr>
            <a:r>
              <a:rPr lang="zh-CN" altLang="en-US" sz="2800" b="1" dirty="0">
                <a:solidFill>
                  <a:srgbClr val="0000CC"/>
                </a:solidFill>
                <a:latin typeface="微软雅黑" pitchFamily="34" charset="-122"/>
                <a:ea typeface="微软雅黑" pitchFamily="34" charset="-122"/>
              </a:rPr>
              <a:t>直接复合</a:t>
            </a:r>
            <a:r>
              <a:rPr lang="zh-CN" altLang="en-US" sz="2800" b="1" dirty="0">
                <a:latin typeface="微软雅黑" pitchFamily="34" charset="-122"/>
                <a:ea typeface="微软雅黑" pitchFamily="34" charset="-122"/>
              </a:rPr>
              <a:t>：指晶格中运动的自由电子直接由</a:t>
            </a:r>
            <a:r>
              <a:rPr lang="zh-CN" altLang="en-US" sz="2800" b="1" dirty="0">
                <a:solidFill>
                  <a:srgbClr val="FF00FF"/>
                </a:solidFill>
                <a:latin typeface="微软雅黑" pitchFamily="34" charset="-122"/>
                <a:ea typeface="微软雅黑" pitchFamily="34" charset="-122"/>
              </a:rPr>
              <a:t>导带回到价带与空穴复合，释放出多余的能量，电子</a:t>
            </a:r>
            <a:r>
              <a:rPr lang="en-US" altLang="zh-CN" sz="2800" b="1" dirty="0">
                <a:solidFill>
                  <a:srgbClr val="FF00FF"/>
                </a:solidFill>
                <a:latin typeface="微软雅黑" pitchFamily="34" charset="-122"/>
                <a:ea typeface="微软雅黑" pitchFamily="34" charset="-122"/>
              </a:rPr>
              <a:t>-</a:t>
            </a:r>
            <a:r>
              <a:rPr lang="zh-CN" altLang="en-US" sz="2800" b="1" dirty="0">
                <a:solidFill>
                  <a:srgbClr val="FF00FF"/>
                </a:solidFill>
                <a:latin typeface="微软雅黑" pitchFamily="34" charset="-122"/>
                <a:ea typeface="微软雅黑" pitchFamily="34" charset="-122"/>
              </a:rPr>
              <a:t>空穴对消失</a:t>
            </a:r>
            <a:r>
              <a:rPr lang="zh-CN" altLang="en-US" sz="2800" b="1" dirty="0">
                <a:latin typeface="微软雅黑" pitchFamily="34" charset="-122"/>
                <a:ea typeface="微软雅黑" pitchFamily="34" charset="-122"/>
              </a:rPr>
              <a:t>。</a:t>
            </a:r>
            <a:endParaRPr lang="en-US" altLang="zh-CN" sz="2800" b="1" dirty="0">
              <a:latin typeface="微软雅黑" pitchFamily="34" charset="-122"/>
              <a:ea typeface="微软雅黑" pitchFamily="34" charset="-122"/>
            </a:endParaRPr>
          </a:p>
          <a:p>
            <a:pPr marL="1797050" indent="-1797050" defTabSz="914400">
              <a:lnSpc>
                <a:spcPct val="150000"/>
              </a:lnSpc>
            </a:pPr>
            <a:r>
              <a:rPr lang="zh-CN" altLang="en-US" sz="2800" b="1" dirty="0">
                <a:solidFill>
                  <a:srgbClr val="0000CC"/>
                </a:solidFill>
                <a:latin typeface="微软雅黑" pitchFamily="34" charset="-122"/>
                <a:ea typeface="微软雅黑" pitchFamily="34" charset="-122"/>
              </a:rPr>
              <a:t>间接复合</a:t>
            </a:r>
            <a:r>
              <a:rPr lang="zh-CN" altLang="en-US" sz="2800" b="1" dirty="0">
                <a:latin typeface="微软雅黑" pitchFamily="34" charset="-122"/>
                <a:ea typeface="微软雅黑" pitchFamily="34" charset="-122"/>
              </a:rPr>
              <a:t>：自由电子和空穴通过</a:t>
            </a:r>
            <a:r>
              <a:rPr lang="zh-CN" altLang="en-US" sz="2800" b="1" dirty="0">
                <a:solidFill>
                  <a:srgbClr val="FF00FF"/>
                </a:solidFill>
                <a:latin typeface="微软雅黑" pitchFamily="34" charset="-122"/>
                <a:ea typeface="微软雅黑" pitchFamily="34" charset="-122"/>
              </a:rPr>
              <a:t>晶体中的杂质、缺陷</a:t>
            </a:r>
            <a:r>
              <a:rPr lang="zh-CN" altLang="en-US" sz="2800" b="1" dirty="0">
                <a:latin typeface="微软雅黑" pitchFamily="34" charset="-122"/>
                <a:ea typeface="微软雅黑" pitchFamily="34" charset="-122"/>
              </a:rPr>
              <a:t>在禁带中形成的局域复合中心能级进行复合。</a:t>
            </a:r>
          </a:p>
        </p:txBody>
      </p:sp>
      <p:sp>
        <p:nvSpPr>
          <p:cNvPr id="16" name="TextBox 7"/>
          <p:cNvSpPr txBox="1">
            <a:spLocks noChangeArrowheads="1"/>
          </p:cNvSpPr>
          <p:nvPr/>
        </p:nvSpPr>
        <p:spPr bwMode="auto">
          <a:xfrm>
            <a:off x="7236686" y="1491722"/>
            <a:ext cx="1602514" cy="1723549"/>
          </a:xfrm>
          <a:prstGeom prst="rect">
            <a:avLst/>
          </a:prstGeom>
          <a:noFill/>
          <a:ln w="9525">
            <a:noFill/>
            <a:miter lim="800000"/>
            <a:headEnd/>
            <a:tailEnd/>
          </a:ln>
        </p:spPr>
        <p:txBody>
          <a:bodyPr wrap="square" lIns="0" tIns="0" rIns="0" bIns="0">
            <a:spAutoFit/>
          </a:bodyPr>
          <a:lstStyle/>
          <a:p>
            <a:pPr defTabSz="914400">
              <a:lnSpc>
                <a:spcPct val="200000"/>
              </a:lnSpc>
            </a:pPr>
            <a:r>
              <a:rPr lang="zh-CN" altLang="en-US" sz="2800" b="1" dirty="0">
                <a:solidFill>
                  <a:srgbClr val="0000CC"/>
                </a:solidFill>
                <a:latin typeface="微软雅黑" pitchFamily="34" charset="-122"/>
                <a:ea typeface="微软雅黑" pitchFamily="34" charset="-122"/>
              </a:rPr>
              <a:t>直接复合</a:t>
            </a:r>
            <a:endParaRPr lang="en-US" altLang="zh-CN" sz="2800" b="1" dirty="0">
              <a:solidFill>
                <a:srgbClr val="0000CC"/>
              </a:solidFill>
              <a:latin typeface="微软雅黑" pitchFamily="34" charset="-122"/>
              <a:ea typeface="微软雅黑" pitchFamily="34" charset="-122"/>
            </a:endParaRPr>
          </a:p>
          <a:p>
            <a:pPr defTabSz="914400">
              <a:lnSpc>
                <a:spcPct val="200000"/>
              </a:lnSpc>
            </a:pPr>
            <a:r>
              <a:rPr lang="zh-CN" altLang="en-US" sz="2800" b="1" dirty="0">
                <a:solidFill>
                  <a:srgbClr val="0000CC"/>
                </a:solidFill>
                <a:latin typeface="微软雅黑" pitchFamily="34" charset="-122"/>
                <a:ea typeface="微软雅黑" pitchFamily="34" charset="-122"/>
              </a:rPr>
              <a:t>间接复合</a:t>
            </a:r>
            <a:endParaRPr lang="zh-CN" altLang="en-US" sz="2400" b="1" dirty="0">
              <a:solidFill>
                <a:srgbClr val="0000CC"/>
              </a:solidFill>
              <a:latin typeface="微软雅黑" pitchFamily="34" charset="-122"/>
              <a:ea typeface="微软雅黑" pitchFamily="34" charset="-122"/>
            </a:endParaRPr>
          </a:p>
        </p:txBody>
      </p:sp>
      <p:sp>
        <p:nvSpPr>
          <p:cNvPr id="4" name="左大括号 3"/>
          <p:cNvSpPr/>
          <p:nvPr/>
        </p:nvSpPr>
        <p:spPr>
          <a:xfrm>
            <a:off x="6797390" y="1883618"/>
            <a:ext cx="198371" cy="1074265"/>
          </a:xfrm>
          <a:prstGeom prst="lef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60">
            <a:extLst>
              <a:ext uri="{FF2B5EF4-FFF2-40B4-BE49-F238E27FC236}">
                <a16:creationId xmlns:a16="http://schemas.microsoft.com/office/drawing/2014/main" xmlns="" id="{6A0826B3-112C-4201-B961-D6FEA442BFED}"/>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半导体中的非平衡载流子</a:t>
            </a:r>
          </a:p>
        </p:txBody>
      </p:sp>
      <p:sp>
        <p:nvSpPr>
          <p:cNvPr id="19" name="矩形 18">
            <a:extLst>
              <a:ext uri="{FF2B5EF4-FFF2-40B4-BE49-F238E27FC236}">
                <a16:creationId xmlns:a16="http://schemas.microsoft.com/office/drawing/2014/main" xmlns="" id="{CE70A470-FD36-403E-B4FA-31BF41012DE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xmlns="" id="{73987E8F-1F44-4786-B979-117477C9F3A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xmlns="" id="{A59A35C9-516C-422C-B7E4-9BB95686AE6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xmlns="" id="{562F950F-620C-4E21-9939-F44BF712C6C2}"/>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3" name="矩形 22">
            <a:extLst>
              <a:ext uri="{FF2B5EF4-FFF2-40B4-BE49-F238E27FC236}">
                <a16:creationId xmlns:a16="http://schemas.microsoft.com/office/drawing/2014/main" xmlns="" id="{E9D18A31-9033-4E51-9C2F-6207B433F69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24" name="直接连接符 58">
            <a:extLst>
              <a:ext uri="{FF2B5EF4-FFF2-40B4-BE49-F238E27FC236}">
                <a16:creationId xmlns:a16="http://schemas.microsoft.com/office/drawing/2014/main" xmlns="" id="{E03ADD8B-B6E9-4769-9182-492A19269715}"/>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232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box(in)">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ox(in)">
                                      <p:cBhvr>
                                        <p:cTn id="34" dur="5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ox(in)">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grpId="0" nodeType="clickEffect">
                                  <p:stCondLst>
                                    <p:cond delay="0"/>
                                  </p:stCondLst>
                                  <p:childTnLst>
                                    <p:set>
                                      <p:cBhvr>
                                        <p:cTn id="43" dur="1" fill="hold">
                                          <p:stCondLst>
                                            <p:cond delay="0"/>
                                          </p:stCondLst>
                                        </p:cTn>
                                        <p:tgtEl>
                                          <p:spTgt spid="187396"/>
                                        </p:tgtEl>
                                        <p:attrNameLst>
                                          <p:attrName>style.visibility</p:attrName>
                                        </p:attrNameLst>
                                      </p:cBhvr>
                                      <p:to>
                                        <p:strVal val="visible"/>
                                      </p:to>
                                    </p:set>
                                    <p:anim calcmode="lin" valueType="num">
                                      <p:cBhvr>
                                        <p:cTn id="44" dur="500" fill="hold"/>
                                        <p:tgtEl>
                                          <p:spTgt spid="187396"/>
                                        </p:tgtEl>
                                        <p:attrNameLst>
                                          <p:attrName>ppt_x</p:attrName>
                                        </p:attrNameLst>
                                      </p:cBhvr>
                                      <p:tavLst>
                                        <p:tav tm="0">
                                          <p:val>
                                            <p:strVal val="#ppt_x-#ppt_w/2"/>
                                          </p:val>
                                        </p:tav>
                                        <p:tav tm="100000">
                                          <p:val>
                                            <p:strVal val="#ppt_x"/>
                                          </p:val>
                                        </p:tav>
                                      </p:tavLst>
                                    </p:anim>
                                    <p:anim calcmode="lin" valueType="num">
                                      <p:cBhvr>
                                        <p:cTn id="45" dur="500" fill="hold"/>
                                        <p:tgtEl>
                                          <p:spTgt spid="187396"/>
                                        </p:tgtEl>
                                        <p:attrNameLst>
                                          <p:attrName>ppt_y</p:attrName>
                                        </p:attrNameLst>
                                      </p:cBhvr>
                                      <p:tavLst>
                                        <p:tav tm="0">
                                          <p:val>
                                            <p:strVal val="#ppt_y"/>
                                          </p:val>
                                        </p:tav>
                                        <p:tav tm="100000">
                                          <p:val>
                                            <p:strVal val="#ppt_y"/>
                                          </p:val>
                                        </p:tav>
                                      </p:tavLst>
                                    </p:anim>
                                    <p:anim calcmode="lin" valueType="num">
                                      <p:cBhvr>
                                        <p:cTn id="46" dur="500" fill="hold"/>
                                        <p:tgtEl>
                                          <p:spTgt spid="187396"/>
                                        </p:tgtEl>
                                        <p:attrNameLst>
                                          <p:attrName>ppt_w</p:attrName>
                                        </p:attrNameLst>
                                      </p:cBhvr>
                                      <p:tavLst>
                                        <p:tav tm="0">
                                          <p:val>
                                            <p:fltVal val="0"/>
                                          </p:val>
                                        </p:tav>
                                        <p:tav tm="100000">
                                          <p:val>
                                            <p:strVal val="#ppt_w"/>
                                          </p:val>
                                        </p:tav>
                                      </p:tavLst>
                                    </p:anim>
                                    <p:anim calcmode="lin" valueType="num">
                                      <p:cBhvr>
                                        <p:cTn id="47" dur="500" fill="hold"/>
                                        <p:tgtEl>
                                          <p:spTgt spid="187396"/>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187398"/>
                                        </p:tgtEl>
                                        <p:attrNameLst>
                                          <p:attrName>style.visibility</p:attrName>
                                        </p:attrNameLst>
                                      </p:cBhvr>
                                      <p:to>
                                        <p:strVal val="visible"/>
                                      </p:to>
                                    </p:set>
                                    <p:animEffect transition="in" filter="box(in)">
                                      <p:cBhvr>
                                        <p:cTn id="52" dur="500"/>
                                        <p:tgtEl>
                                          <p:spTgt spid="187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87396" grpId="0"/>
      <p:bldP spid="3" grpId="0"/>
      <p:bldP spid="187398" grpId="0"/>
      <p:bldP spid="8" grpId="0"/>
      <p:bldP spid="14" grpId="0"/>
      <p:bldP spid="16" grpId="0"/>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ChangeArrowheads="1"/>
          </p:cNvSpPr>
          <p:nvPr/>
        </p:nvSpPr>
        <p:spPr bwMode="auto">
          <a:xfrm>
            <a:off x="643072" y="1858010"/>
            <a:ext cx="12139295" cy="738664"/>
          </a:xfrm>
          <a:prstGeom prst="rect">
            <a:avLst/>
          </a:prstGeom>
          <a:solidFill>
            <a:schemeClr val="bg1"/>
          </a:solidFill>
          <a:ln w="9525">
            <a:noFill/>
            <a:miter lim="800000"/>
            <a:headEnd/>
            <a:tailEnd/>
          </a:ln>
        </p:spPr>
        <p:txBody>
          <a:bodyPr wrap="square" anchor="ctr">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       光生非平衡载流子的平均生存时间称为</a:t>
            </a:r>
            <a:r>
              <a:rPr lang="zh-CN" altLang="en-US" sz="2800" b="1" dirty="0">
                <a:solidFill>
                  <a:srgbClr val="0000FF"/>
                </a:solidFill>
                <a:latin typeface="Times New Roman" pitchFamily="18" charset="0"/>
                <a:ea typeface="微软雅黑" pitchFamily="34" charset="-122"/>
                <a:cs typeface="Times New Roman" pitchFamily="18" charset="0"/>
              </a:rPr>
              <a:t>光生载流子的寿命</a:t>
            </a:r>
            <a:r>
              <a:rPr lang="zh-CN" altLang="en-US" sz="2800" b="1" dirty="0">
                <a:latin typeface="Times New Roman" pitchFamily="18" charset="0"/>
                <a:ea typeface="微软雅黑" pitchFamily="34" charset="-122"/>
                <a:cs typeface="Times New Roman" pitchFamily="18" charset="0"/>
              </a:rPr>
              <a:t>，用</a:t>
            </a:r>
            <a:r>
              <a:rPr lang="en-US" altLang="zh-CN" sz="2800" b="1" i="1" dirty="0">
                <a:latin typeface="Times New Roman" pitchFamily="18" charset="0"/>
                <a:ea typeface="微软雅黑" pitchFamily="34" charset="-122"/>
                <a:cs typeface="Times New Roman" pitchFamily="18" charset="0"/>
              </a:rPr>
              <a:t>τ</a:t>
            </a:r>
            <a:r>
              <a:rPr lang="zh-CN" altLang="en-US" sz="2800" b="1" dirty="0">
                <a:latin typeface="Times New Roman" pitchFamily="18" charset="0"/>
                <a:ea typeface="微软雅黑" pitchFamily="34" charset="-122"/>
                <a:cs typeface="Times New Roman" pitchFamily="18" charset="0"/>
              </a:rPr>
              <a:t>表示。</a:t>
            </a:r>
          </a:p>
        </p:txBody>
      </p:sp>
      <p:sp>
        <p:nvSpPr>
          <p:cNvPr id="2" name="Rectangle 4"/>
          <p:cNvSpPr>
            <a:spLocks noChangeArrowheads="1"/>
          </p:cNvSpPr>
          <p:nvPr/>
        </p:nvSpPr>
        <p:spPr bwMode="auto">
          <a:xfrm>
            <a:off x="3634232" y="797964"/>
            <a:ext cx="6876157" cy="824230"/>
          </a:xfrm>
          <a:prstGeom prst="rect">
            <a:avLst/>
          </a:prstGeom>
          <a:noFill/>
          <a:ln w="9525">
            <a:noFill/>
            <a:miter lim="800000"/>
            <a:headEnd/>
            <a:tailEnd/>
          </a:ln>
        </p:spPr>
        <p:txBody>
          <a:bodyPr anchor="b"/>
          <a:lstStyle/>
          <a:p>
            <a:pPr algn="ctr" defTabSz="914400"/>
            <a:r>
              <a:rPr lang="en-US" altLang="zh-CN" sz="3600" b="1" dirty="0">
                <a:solidFill>
                  <a:srgbClr val="0000CC"/>
                </a:solidFill>
                <a:latin typeface="Times New Roman" pitchFamily="18" charset="0"/>
                <a:ea typeface="微软雅黑" pitchFamily="34" charset="-122"/>
                <a:cs typeface="Times New Roman" pitchFamily="18" charset="0"/>
              </a:rPr>
              <a:t>2.</a:t>
            </a:r>
            <a:r>
              <a:rPr lang="zh-CN" altLang="en-US" sz="3600" b="1" dirty="0">
                <a:solidFill>
                  <a:srgbClr val="0000CC"/>
                </a:solidFill>
                <a:latin typeface="Times New Roman" pitchFamily="18" charset="0"/>
                <a:ea typeface="微软雅黑" pitchFamily="34" charset="-122"/>
                <a:cs typeface="Times New Roman" pitchFamily="18" charset="0"/>
              </a:rPr>
              <a:t>非平衡载流子的寿命</a:t>
            </a:r>
          </a:p>
        </p:txBody>
      </p:sp>
      <p:graphicFrame>
        <p:nvGraphicFramePr>
          <p:cNvPr id="3" name="Object 9"/>
          <p:cNvGraphicFramePr>
            <a:graphicFrameLocks noChangeAspect="1"/>
          </p:cNvGraphicFramePr>
          <p:nvPr>
            <p:extLst>
              <p:ext uri="{D42A27DB-BD31-4B8C-83A1-F6EECF244321}">
                <p14:modId xmlns:p14="http://schemas.microsoft.com/office/powerpoint/2010/main" val="38421103"/>
              </p:ext>
            </p:extLst>
          </p:nvPr>
        </p:nvGraphicFramePr>
        <p:xfrm>
          <a:off x="7952226" y="6024158"/>
          <a:ext cx="3181584" cy="1134110"/>
        </p:xfrm>
        <a:graphic>
          <a:graphicData uri="http://schemas.openxmlformats.org/presentationml/2006/ole">
            <mc:AlternateContent xmlns:mc="http://schemas.openxmlformats.org/markup-compatibility/2006">
              <mc:Choice xmlns:v="urn:schemas-microsoft-com:vml" Requires="v">
                <p:oleObj spid="_x0000_s13357" name="Equation" r:id="rId3" imgW="1091726" imgH="393529" progId="Equation.DSMT4">
                  <p:embed/>
                </p:oleObj>
              </mc:Choice>
              <mc:Fallback>
                <p:oleObj name="Equation" r:id="rId3" imgW="1091726" imgH="393529"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2226" y="6024158"/>
                        <a:ext cx="3181584" cy="1134110"/>
                      </a:xfrm>
                      <a:prstGeom prst="rect">
                        <a:avLst/>
                      </a:prstGeom>
                      <a:solidFill>
                        <a:srgbClr val="FFCC00"/>
                      </a:solidFill>
                    </p:spPr>
                  </p:pic>
                </p:oleObj>
              </mc:Fallback>
            </mc:AlternateContent>
          </a:graphicData>
        </a:graphic>
      </p:graphicFrame>
      <p:sp>
        <p:nvSpPr>
          <p:cNvPr id="11" name="TextBox 10"/>
          <p:cNvSpPr txBox="1">
            <a:spLocks noChangeArrowheads="1"/>
          </p:cNvSpPr>
          <p:nvPr/>
        </p:nvSpPr>
        <p:spPr bwMode="auto">
          <a:xfrm>
            <a:off x="663574" y="3430683"/>
            <a:ext cx="12118793" cy="1384995"/>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       单位时间、单位体积内</a:t>
            </a:r>
            <a:r>
              <a:rPr lang="zh-CN" altLang="en-US" sz="2800" b="1" dirty="0">
                <a:solidFill>
                  <a:srgbClr val="0000CC"/>
                </a:solidFill>
                <a:latin typeface="Times New Roman" pitchFamily="18" charset="0"/>
                <a:ea typeface="微软雅黑" pitchFamily="34" charset="-122"/>
                <a:cs typeface="Times New Roman" pitchFamily="18" charset="0"/>
              </a:rPr>
              <a:t>净复合消失的电子</a:t>
            </a:r>
            <a:r>
              <a:rPr lang="en-US" altLang="zh-CN" sz="2800" b="1" dirty="0">
                <a:solidFill>
                  <a:srgbClr val="0000CC"/>
                </a:solidFill>
                <a:latin typeface="Times New Roman" pitchFamily="18" charset="0"/>
                <a:ea typeface="微软雅黑" pitchFamily="34" charset="-122"/>
                <a:cs typeface="Times New Roman" pitchFamily="18" charset="0"/>
              </a:rPr>
              <a:t>-</a:t>
            </a:r>
            <a:r>
              <a:rPr lang="zh-CN" altLang="en-US" sz="2800" b="1" dirty="0">
                <a:solidFill>
                  <a:srgbClr val="0000CC"/>
                </a:solidFill>
                <a:latin typeface="Times New Roman" pitchFamily="18" charset="0"/>
                <a:ea typeface="微软雅黑" pitchFamily="34" charset="-122"/>
                <a:cs typeface="Times New Roman" pitchFamily="18" charset="0"/>
              </a:rPr>
              <a:t>空穴对数</a:t>
            </a:r>
            <a:r>
              <a:rPr lang="zh-CN" altLang="en-US" sz="2800" b="1" dirty="0">
                <a:latin typeface="Times New Roman" pitchFamily="18" charset="0"/>
                <a:ea typeface="微软雅黑" pitchFamily="34" charset="-122"/>
                <a:cs typeface="Times New Roman" pitchFamily="18" charset="0"/>
              </a:rPr>
              <a:t>称为非平衡载流子的复合率，用</a:t>
            </a:r>
            <a:r>
              <a:rPr lang="en-US" altLang="zh-CN" sz="2800" b="1" dirty="0">
                <a:latin typeface="Times New Roman" pitchFamily="18" charset="0"/>
                <a:ea typeface="微软雅黑" pitchFamily="34" charset="-122"/>
                <a:cs typeface="Times New Roman" pitchFamily="18" charset="0"/>
              </a:rPr>
              <a:t>R</a:t>
            </a:r>
            <a:r>
              <a:rPr lang="zh-CN" altLang="en-US" sz="2800" b="1" dirty="0">
                <a:latin typeface="Times New Roman" pitchFamily="18" charset="0"/>
                <a:ea typeface="微软雅黑" pitchFamily="34" charset="-122"/>
                <a:cs typeface="Times New Roman" pitchFamily="18" charset="0"/>
              </a:rPr>
              <a:t>表示。</a:t>
            </a:r>
          </a:p>
        </p:txBody>
      </p:sp>
      <p:graphicFrame>
        <p:nvGraphicFramePr>
          <p:cNvPr id="15371" name="Object 11"/>
          <p:cNvGraphicFramePr>
            <a:graphicFrameLocks noChangeAspect="1"/>
          </p:cNvGraphicFramePr>
          <p:nvPr>
            <p:extLst>
              <p:ext uri="{D42A27DB-BD31-4B8C-83A1-F6EECF244321}">
                <p14:modId xmlns:p14="http://schemas.microsoft.com/office/powerpoint/2010/main" val="1651147775"/>
              </p:ext>
            </p:extLst>
          </p:nvPr>
        </p:nvGraphicFramePr>
        <p:xfrm>
          <a:off x="4627374" y="5953569"/>
          <a:ext cx="1422563" cy="1118870"/>
        </p:xfrm>
        <a:graphic>
          <a:graphicData uri="http://schemas.openxmlformats.org/presentationml/2006/ole">
            <mc:AlternateContent xmlns:mc="http://schemas.openxmlformats.org/markup-compatibility/2006">
              <mc:Choice xmlns:v="urn:schemas-microsoft-com:vml" Requires="v">
                <p:oleObj spid="_x0000_s13358" name="Equation" r:id="rId5" imgW="495000" imgH="393480" progId="">
                  <p:embed/>
                </p:oleObj>
              </mc:Choice>
              <mc:Fallback>
                <p:oleObj name="Equation" r:id="rId5" imgW="495000" imgH="39348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7374" y="5953569"/>
                        <a:ext cx="1422563" cy="1118870"/>
                      </a:xfrm>
                      <a:prstGeom prst="rect">
                        <a:avLst/>
                      </a:prstGeom>
                      <a:solidFill>
                        <a:srgbClr val="FFCC00"/>
                      </a:solidFill>
                    </p:spPr>
                  </p:pic>
                </p:oleObj>
              </mc:Fallback>
            </mc:AlternateContent>
          </a:graphicData>
        </a:graphic>
      </p:graphicFrame>
      <p:sp>
        <p:nvSpPr>
          <p:cNvPr id="13" name="Rectangle 3"/>
          <p:cNvSpPr>
            <a:spLocks noChangeArrowheads="1"/>
          </p:cNvSpPr>
          <p:nvPr/>
        </p:nvSpPr>
        <p:spPr bwMode="auto">
          <a:xfrm>
            <a:off x="1290143" y="2667471"/>
            <a:ext cx="8400396" cy="738664"/>
          </a:xfrm>
          <a:prstGeom prst="rect">
            <a:avLst/>
          </a:prstGeom>
          <a:solidFill>
            <a:schemeClr val="bg1"/>
          </a:solidFill>
          <a:ln w="9525">
            <a:noFill/>
            <a:miter lim="800000"/>
            <a:headEnd/>
            <a:tailEnd/>
          </a:ln>
        </p:spPr>
        <p:txBody>
          <a:bodyPr wrap="square" anchor="ctr">
            <a:spAutoFit/>
          </a:bodyPr>
          <a:lstStyle/>
          <a:p>
            <a:pPr defTabSz="914400">
              <a:lnSpc>
                <a:spcPct val="150000"/>
              </a:lnSpc>
            </a:pPr>
            <a:r>
              <a:rPr lang="en-US" altLang="zh-CN" sz="2800" b="1" dirty="0">
                <a:solidFill>
                  <a:srgbClr val="0000CC"/>
                </a:solidFill>
                <a:latin typeface="Times New Roman" pitchFamily="18" charset="0"/>
                <a:ea typeface="微软雅黑" pitchFamily="34" charset="-122"/>
                <a:cs typeface="Times New Roman" pitchFamily="18" charset="0"/>
              </a:rPr>
              <a:t>1/</a:t>
            </a:r>
            <a:r>
              <a:rPr lang="en-US" altLang="zh-CN" sz="2800" b="1" i="1" dirty="0">
                <a:solidFill>
                  <a:srgbClr val="0000CC"/>
                </a:solidFill>
                <a:latin typeface="Times New Roman" pitchFamily="18" charset="0"/>
                <a:ea typeface="微软雅黑" pitchFamily="34" charset="-122"/>
                <a:cs typeface="Times New Roman" pitchFamily="18" charset="0"/>
              </a:rPr>
              <a:t> τ</a:t>
            </a:r>
            <a:r>
              <a:rPr lang="zh-CN" altLang="en-US" sz="2800" b="1" dirty="0">
                <a:latin typeface="Times New Roman" pitchFamily="18" charset="0"/>
                <a:ea typeface="微软雅黑" pitchFamily="34" charset="-122"/>
                <a:cs typeface="Times New Roman" pitchFamily="18" charset="0"/>
              </a:rPr>
              <a:t>表示单位时间内非平衡载流子的</a:t>
            </a:r>
            <a:r>
              <a:rPr lang="zh-CN" altLang="en-US" sz="2800" b="1" dirty="0">
                <a:solidFill>
                  <a:srgbClr val="0000CC"/>
                </a:solidFill>
                <a:latin typeface="Times New Roman" pitchFamily="18" charset="0"/>
                <a:ea typeface="微软雅黑" pitchFamily="34" charset="-122"/>
                <a:cs typeface="Times New Roman" pitchFamily="18" charset="0"/>
              </a:rPr>
              <a:t>复合概率</a:t>
            </a:r>
            <a:r>
              <a:rPr lang="zh-CN" altLang="en-US" sz="2800" b="1" dirty="0">
                <a:latin typeface="Times New Roman" pitchFamily="18" charset="0"/>
                <a:ea typeface="微软雅黑" pitchFamily="34" charset="-122"/>
                <a:cs typeface="Times New Roman" pitchFamily="18" charset="0"/>
              </a:rPr>
              <a:t>。</a:t>
            </a:r>
          </a:p>
        </p:txBody>
      </p:sp>
      <p:sp>
        <p:nvSpPr>
          <p:cNvPr id="14" name="Rectangle 3"/>
          <p:cNvSpPr>
            <a:spLocks noChangeArrowheads="1"/>
          </p:cNvSpPr>
          <p:nvPr/>
        </p:nvSpPr>
        <p:spPr bwMode="auto">
          <a:xfrm>
            <a:off x="1223170" y="6095139"/>
            <a:ext cx="3404204" cy="738664"/>
          </a:xfrm>
          <a:prstGeom prst="rect">
            <a:avLst/>
          </a:prstGeom>
          <a:solidFill>
            <a:schemeClr val="bg1"/>
          </a:solidFill>
          <a:ln w="9525">
            <a:noFill/>
            <a:miter lim="800000"/>
            <a:headEnd/>
            <a:tailEnd/>
          </a:ln>
        </p:spPr>
        <p:txBody>
          <a:bodyPr wrap="square" anchor="ctr">
            <a:spAutoFit/>
          </a:bodyPr>
          <a:lstStyle/>
          <a:p>
            <a:pPr defTabSz="914400">
              <a:lnSpc>
                <a:spcPct val="150000"/>
              </a:lnSpc>
            </a:pPr>
            <a:r>
              <a:rPr lang="zh-CN" altLang="en-US" sz="2800" b="1" dirty="0">
                <a:solidFill>
                  <a:srgbClr val="0000CC"/>
                </a:solidFill>
                <a:latin typeface="Times New Roman" pitchFamily="18" charset="0"/>
                <a:ea typeface="微软雅黑" pitchFamily="34" charset="-122"/>
                <a:cs typeface="Times New Roman" pitchFamily="18" charset="0"/>
              </a:rPr>
              <a:t>复合率可以表示为：</a:t>
            </a:r>
            <a:endParaRPr lang="zh-CN" altLang="en-US" sz="2800" b="1" dirty="0">
              <a:latin typeface="Times New Roman" pitchFamily="18" charset="0"/>
              <a:ea typeface="微软雅黑" pitchFamily="34" charset="-122"/>
              <a:cs typeface="Times New Roman" pitchFamily="18" charset="0"/>
            </a:endParaRPr>
          </a:p>
        </p:txBody>
      </p:sp>
      <p:sp>
        <p:nvSpPr>
          <p:cNvPr id="15" name="Rectangle 3"/>
          <p:cNvSpPr>
            <a:spLocks noChangeArrowheads="1"/>
          </p:cNvSpPr>
          <p:nvPr/>
        </p:nvSpPr>
        <p:spPr bwMode="auto">
          <a:xfrm>
            <a:off x="6252360" y="6133323"/>
            <a:ext cx="1366345" cy="662297"/>
          </a:xfrm>
          <a:prstGeom prst="rect">
            <a:avLst/>
          </a:prstGeom>
          <a:solidFill>
            <a:schemeClr val="bg1"/>
          </a:solidFill>
          <a:ln w="9525">
            <a:noFill/>
            <a:miter lim="800000"/>
            <a:headEnd/>
            <a:tailEnd/>
          </a:ln>
        </p:spPr>
        <p:txBody>
          <a:bodyPr wrap="square" anchor="ctr">
            <a:spAutoFit/>
          </a:bodyPr>
          <a:lstStyle/>
          <a:p>
            <a:pPr defTabSz="914400">
              <a:lnSpc>
                <a:spcPct val="150000"/>
              </a:lnSpc>
            </a:pPr>
            <a:r>
              <a:rPr lang="zh-CN" altLang="en-US" sz="2800" b="1" dirty="0">
                <a:solidFill>
                  <a:srgbClr val="FF0000"/>
                </a:solidFill>
                <a:latin typeface="Times New Roman" pitchFamily="18" charset="0"/>
                <a:ea typeface="微软雅黑" pitchFamily="34" charset="-122"/>
                <a:cs typeface="Times New Roman" pitchFamily="18" charset="0"/>
              </a:rPr>
              <a:t>这样有：</a:t>
            </a:r>
          </a:p>
        </p:txBody>
      </p:sp>
      <p:sp>
        <p:nvSpPr>
          <p:cNvPr id="16" name="TextBox 10"/>
          <p:cNvSpPr txBox="1">
            <a:spLocks noChangeArrowheads="1"/>
          </p:cNvSpPr>
          <p:nvPr/>
        </p:nvSpPr>
        <p:spPr bwMode="auto">
          <a:xfrm>
            <a:off x="1185863" y="4815678"/>
            <a:ext cx="6622429" cy="738664"/>
          </a:xfrm>
          <a:prstGeom prst="rect">
            <a:avLst/>
          </a:prstGeom>
          <a:noFill/>
          <a:ln w="9525">
            <a:noFill/>
            <a:miter lim="800000"/>
            <a:headEnd/>
            <a:tailEnd/>
          </a:ln>
        </p:spPr>
        <p:txBody>
          <a:bodyPr wrap="square">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单位时间内非平衡载流子浓度的减少为：</a:t>
            </a:r>
          </a:p>
        </p:txBody>
      </p:sp>
      <p:graphicFrame>
        <p:nvGraphicFramePr>
          <p:cNvPr id="19" name="Object 9"/>
          <p:cNvGraphicFramePr>
            <a:graphicFrameLocks noChangeAspect="1"/>
          </p:cNvGraphicFramePr>
          <p:nvPr>
            <p:extLst>
              <p:ext uri="{D42A27DB-BD31-4B8C-83A1-F6EECF244321}">
                <p14:modId xmlns:p14="http://schemas.microsoft.com/office/powerpoint/2010/main" val="2295307150"/>
              </p:ext>
            </p:extLst>
          </p:nvPr>
        </p:nvGraphicFramePr>
        <p:xfrm>
          <a:off x="7965455" y="4618272"/>
          <a:ext cx="1738313" cy="1133475"/>
        </p:xfrm>
        <a:graphic>
          <a:graphicData uri="http://schemas.openxmlformats.org/presentationml/2006/ole">
            <mc:AlternateContent xmlns:mc="http://schemas.openxmlformats.org/markup-compatibility/2006">
              <mc:Choice xmlns:v="urn:schemas-microsoft-com:vml" Requires="v">
                <p:oleObj spid="_x0000_s13359" name="Equation" r:id="rId7" imgW="596880" imgH="393480" progId="Equation.DSMT4">
                  <p:embed/>
                </p:oleObj>
              </mc:Choice>
              <mc:Fallback>
                <p:oleObj name="Equation" r:id="rId7" imgW="596880" imgH="393480" progId="Equation.DSMT4">
                  <p:embed/>
                  <p:pic>
                    <p:nvPicPr>
                      <p:cNvPr id="0" name=""/>
                      <p:cNvPicPr>
                        <a:picLocks noChangeAspect="1" noChangeArrowheads="1"/>
                      </p:cNvPicPr>
                      <p:nvPr/>
                    </p:nvPicPr>
                    <p:blipFill>
                      <a:blip r:embed="rId8"/>
                      <a:srcRect/>
                      <a:stretch>
                        <a:fillRect/>
                      </a:stretch>
                    </p:blipFill>
                    <p:spPr bwMode="auto">
                      <a:xfrm>
                        <a:off x="7965455" y="4618272"/>
                        <a:ext cx="1738313" cy="1133475"/>
                      </a:xfrm>
                      <a:prstGeom prst="rect">
                        <a:avLst/>
                      </a:prstGeom>
                      <a:solidFill>
                        <a:srgbClr val="FFCC00"/>
                      </a:solidFill>
                    </p:spPr>
                  </p:pic>
                </p:oleObj>
              </mc:Fallback>
            </mc:AlternateContent>
          </a:graphicData>
        </a:graphic>
      </p:graphicFrame>
      <p:sp>
        <p:nvSpPr>
          <p:cNvPr id="20" name="文本框 60">
            <a:extLst>
              <a:ext uri="{FF2B5EF4-FFF2-40B4-BE49-F238E27FC236}">
                <a16:creationId xmlns:a16="http://schemas.microsoft.com/office/drawing/2014/main" xmlns="" id="{7DC0741A-F8B0-45FF-9D8D-F40A22E17C5D}"/>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半导体中的非平衡载流子</a:t>
            </a:r>
          </a:p>
        </p:txBody>
      </p:sp>
      <p:sp>
        <p:nvSpPr>
          <p:cNvPr id="21" name="矩形 20">
            <a:extLst>
              <a:ext uri="{FF2B5EF4-FFF2-40B4-BE49-F238E27FC236}">
                <a16:creationId xmlns:a16="http://schemas.microsoft.com/office/drawing/2014/main" xmlns="" id="{941A4BAA-A516-4D86-ACF0-8313AE3916B8}"/>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xmlns="" id="{9636EB17-EB25-4D6C-9DEF-87E65C0DB983}"/>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xmlns="" id="{C8483A5F-5B49-479A-AE79-3190D93B6567}"/>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FB56A945-6997-45B5-A4D2-D95F4929369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5" name="矩形 24">
            <a:extLst>
              <a:ext uri="{FF2B5EF4-FFF2-40B4-BE49-F238E27FC236}">
                <a16:creationId xmlns:a16="http://schemas.microsoft.com/office/drawing/2014/main" xmlns="" id="{286531A6-17F3-4965-AEF1-F7F62784FEF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26" name="直接连接符 58">
            <a:extLst>
              <a:ext uri="{FF2B5EF4-FFF2-40B4-BE49-F238E27FC236}">
                <a16:creationId xmlns:a16="http://schemas.microsoft.com/office/drawing/2014/main" xmlns="" id="{D8EF2259-A795-4126-ACFC-4BB59F78F162}"/>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786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5363"/>
                                        </p:tgtEl>
                                        <p:attrNameLst>
                                          <p:attrName>style.visibility</p:attrName>
                                        </p:attrNameLst>
                                      </p:cBhvr>
                                      <p:to>
                                        <p:strVal val="visible"/>
                                      </p:to>
                                    </p:set>
                                    <p:animEffect transition="in" filter="box(in)">
                                      <p:cBhvr>
                                        <p:cTn id="12" dur="500"/>
                                        <p:tgtEl>
                                          <p:spTgt spid="1536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ox(i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ox(i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ox(i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box(in)">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ox(in)">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5371"/>
                                        </p:tgtEl>
                                        <p:attrNameLst>
                                          <p:attrName>style.visibility</p:attrName>
                                        </p:attrNameLst>
                                      </p:cBhvr>
                                      <p:to>
                                        <p:strVal val="visible"/>
                                      </p:to>
                                    </p:set>
                                    <p:animEffect transition="in" filter="box(in)">
                                      <p:cBhvr>
                                        <p:cTn id="42" dur="500"/>
                                        <p:tgtEl>
                                          <p:spTgt spid="1537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box(in)">
                                      <p:cBhvr>
                                        <p:cTn id="47" dur="5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box(in)">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nimBg="1"/>
      <p:bldP spid="2" grpId="0"/>
      <p:bldP spid="11" grpId="0"/>
      <p:bldP spid="13" grpId="0" animBg="1"/>
      <p:bldP spid="14" grpId="0" animBg="1"/>
      <p:bldP spid="15" grpId="0" animBg="1"/>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87" name="Object 13"/>
          <p:cNvGraphicFramePr>
            <a:graphicFrameLocks noChangeAspect="1"/>
          </p:cNvGraphicFramePr>
          <p:nvPr>
            <p:extLst>
              <p:ext uri="{D42A27DB-BD31-4B8C-83A1-F6EECF244321}">
                <p14:modId xmlns:p14="http://schemas.microsoft.com/office/powerpoint/2010/main" val="1620510339"/>
              </p:ext>
            </p:extLst>
          </p:nvPr>
        </p:nvGraphicFramePr>
        <p:xfrm>
          <a:off x="3997949" y="1875225"/>
          <a:ext cx="3623014" cy="992822"/>
        </p:xfrm>
        <a:graphic>
          <a:graphicData uri="http://schemas.openxmlformats.org/presentationml/2006/ole">
            <mc:AlternateContent xmlns:mc="http://schemas.openxmlformats.org/markup-compatibility/2006">
              <mc:Choice xmlns:v="urn:schemas-microsoft-com:vml" Requires="v">
                <p:oleObj spid="_x0000_s14450" name="Equation" r:id="rId3" imgW="1244520" imgH="431640" progId="">
                  <p:embed/>
                </p:oleObj>
              </mc:Choice>
              <mc:Fallback>
                <p:oleObj name="Equation" r:id="rId3" imgW="1244520" imgH="4316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7949" y="1875225"/>
                        <a:ext cx="3623014" cy="992822"/>
                      </a:xfrm>
                      <a:prstGeom prst="rect">
                        <a:avLst/>
                      </a:prstGeom>
                      <a:solidFill>
                        <a:srgbClr val="FFFF00"/>
                      </a:solidFill>
                    </p:spPr>
                  </p:pic>
                </p:oleObj>
              </mc:Fallback>
            </mc:AlternateContent>
          </a:graphicData>
        </a:graphic>
      </p:graphicFrame>
      <p:sp>
        <p:nvSpPr>
          <p:cNvPr id="50188" name="TextBox 14"/>
          <p:cNvSpPr txBox="1">
            <a:spLocks noChangeArrowheads="1"/>
          </p:cNvSpPr>
          <p:nvPr/>
        </p:nvSpPr>
        <p:spPr bwMode="auto">
          <a:xfrm>
            <a:off x="1450646" y="1110139"/>
            <a:ext cx="9080938"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rPr>
              <a:t>通过理论推导，可以得到非平衡载流子寿命为</a:t>
            </a:r>
          </a:p>
        </p:txBody>
      </p:sp>
      <p:sp>
        <p:nvSpPr>
          <p:cNvPr id="50189" name="TextBox 15"/>
          <p:cNvSpPr txBox="1">
            <a:spLocks noChangeArrowheads="1"/>
          </p:cNvSpPr>
          <p:nvPr/>
        </p:nvSpPr>
        <p:spPr bwMode="auto">
          <a:xfrm>
            <a:off x="2826068" y="4037648"/>
            <a:ext cx="3518940"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rPr>
              <a:t>弱光辐射情况下</a:t>
            </a:r>
          </a:p>
        </p:txBody>
      </p:sp>
      <p:graphicFrame>
        <p:nvGraphicFramePr>
          <p:cNvPr id="50190" name="Object 15"/>
          <p:cNvGraphicFramePr>
            <a:graphicFrameLocks noChangeAspect="1"/>
          </p:cNvGraphicFramePr>
          <p:nvPr/>
        </p:nvGraphicFramePr>
        <p:xfrm>
          <a:off x="6127750" y="4095750"/>
          <a:ext cx="2276475" cy="476250"/>
        </p:xfrm>
        <a:graphic>
          <a:graphicData uri="http://schemas.openxmlformats.org/presentationml/2006/ole">
            <mc:AlternateContent xmlns:mc="http://schemas.openxmlformats.org/markup-compatibility/2006">
              <mc:Choice xmlns:v="urn:schemas-microsoft-com:vml" Requires="v">
                <p:oleObj spid="_x0000_s14451" name="Equation" r:id="rId5" imgW="863280" imgH="228600" progId="Equation.DSMT4">
                  <p:embed/>
                </p:oleObj>
              </mc:Choice>
              <mc:Fallback>
                <p:oleObj name="Equation" r:id="rId5" imgW="863280" imgH="228600" progId="Equation.DSMT4">
                  <p:embed/>
                  <p:pic>
                    <p:nvPicPr>
                      <p:cNvPr id="0" name=""/>
                      <p:cNvPicPr>
                        <a:picLocks noChangeAspect="1" noChangeArrowheads="1"/>
                      </p:cNvPicPr>
                      <p:nvPr/>
                    </p:nvPicPr>
                    <p:blipFill>
                      <a:blip r:embed="rId6"/>
                      <a:srcRect/>
                      <a:stretch>
                        <a:fillRect/>
                      </a:stretch>
                    </p:blipFill>
                    <p:spPr bwMode="auto">
                      <a:xfrm>
                        <a:off x="6127750" y="4095750"/>
                        <a:ext cx="2276475" cy="476250"/>
                      </a:xfrm>
                      <a:prstGeom prst="rect">
                        <a:avLst/>
                      </a:prstGeom>
                      <a:solidFill>
                        <a:srgbClr val="FFFF00"/>
                      </a:solidFill>
                    </p:spPr>
                  </p:pic>
                </p:oleObj>
              </mc:Fallback>
            </mc:AlternateContent>
          </a:graphicData>
        </a:graphic>
      </p:graphicFrame>
      <p:graphicFrame>
        <p:nvGraphicFramePr>
          <p:cNvPr id="50191" name="Object 16"/>
          <p:cNvGraphicFramePr>
            <a:graphicFrameLocks noChangeAspect="1"/>
          </p:cNvGraphicFramePr>
          <p:nvPr/>
        </p:nvGraphicFramePr>
        <p:xfrm>
          <a:off x="8729028" y="3826828"/>
          <a:ext cx="2348762" cy="851852"/>
        </p:xfrm>
        <a:graphic>
          <a:graphicData uri="http://schemas.openxmlformats.org/presentationml/2006/ole">
            <mc:AlternateContent xmlns:mc="http://schemas.openxmlformats.org/markup-compatibility/2006">
              <mc:Choice xmlns:v="urn:schemas-microsoft-com:vml" Requires="v">
                <p:oleObj spid="_x0000_s14452" name="Equation" r:id="rId7" imgW="939600" imgH="431640" progId="">
                  <p:embed/>
                </p:oleObj>
              </mc:Choice>
              <mc:Fallback>
                <p:oleObj name="Equation" r:id="rId7" imgW="939600" imgH="43164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29028" y="3826828"/>
                        <a:ext cx="2348762" cy="851852"/>
                      </a:xfrm>
                      <a:prstGeom prst="rect">
                        <a:avLst/>
                      </a:prstGeom>
                      <a:solidFill>
                        <a:srgbClr val="FFFF00"/>
                      </a:solidFill>
                    </p:spPr>
                  </p:pic>
                </p:oleObj>
              </mc:Fallback>
            </mc:AlternateContent>
          </a:graphicData>
        </a:graphic>
      </p:graphicFrame>
      <p:sp>
        <p:nvSpPr>
          <p:cNvPr id="50192" name="TextBox 18"/>
          <p:cNvSpPr txBox="1">
            <a:spLocks noChangeArrowheads="1"/>
          </p:cNvSpPr>
          <p:nvPr/>
        </p:nvSpPr>
        <p:spPr bwMode="auto">
          <a:xfrm>
            <a:off x="2959418" y="5015548"/>
            <a:ext cx="2457672" cy="523220"/>
          </a:xfrm>
          <a:prstGeom prst="rect">
            <a:avLst/>
          </a:prstGeom>
          <a:noFill/>
          <a:ln w="9525">
            <a:noFill/>
            <a:miter lim="800000"/>
            <a:headEnd/>
            <a:tailEnd/>
          </a:ln>
        </p:spPr>
        <p:txBody>
          <a:bodyPr wrap="square">
            <a:spAutoFit/>
          </a:bodyPr>
          <a:lstStyle/>
          <a:p>
            <a:pPr defTabSz="914400"/>
            <a:r>
              <a:rPr lang="en-US" altLang="zh-CN" sz="2800" b="1" dirty="0">
                <a:latin typeface="微软雅黑" pitchFamily="34" charset="-122"/>
                <a:ea typeface="微软雅黑" pitchFamily="34" charset="-122"/>
                <a:cs typeface="Times New Roman" pitchFamily="18" charset="0"/>
              </a:rPr>
              <a:t>N</a:t>
            </a:r>
            <a:r>
              <a:rPr lang="zh-CN" altLang="en-US" sz="2800" b="1" dirty="0">
                <a:latin typeface="微软雅黑" pitchFamily="34" charset="-122"/>
                <a:ea typeface="微软雅黑" pitchFamily="34" charset="-122"/>
                <a:cs typeface="Times New Roman" pitchFamily="18" charset="0"/>
              </a:rPr>
              <a:t>型半导体</a:t>
            </a:r>
          </a:p>
        </p:txBody>
      </p:sp>
      <p:graphicFrame>
        <p:nvGraphicFramePr>
          <p:cNvPr id="50193" name="Object 17"/>
          <p:cNvGraphicFramePr>
            <a:graphicFrameLocks noChangeAspect="1"/>
          </p:cNvGraphicFramePr>
          <p:nvPr/>
        </p:nvGraphicFramePr>
        <p:xfrm>
          <a:off x="6127750" y="5026809"/>
          <a:ext cx="1697038" cy="547687"/>
        </p:xfrm>
        <a:graphic>
          <a:graphicData uri="http://schemas.openxmlformats.org/presentationml/2006/ole">
            <mc:AlternateContent xmlns:mc="http://schemas.openxmlformats.org/markup-compatibility/2006">
              <mc:Choice xmlns:v="urn:schemas-microsoft-com:vml" Requires="v">
                <p:oleObj spid="_x0000_s14453" name="Equation" r:id="rId9" imgW="558720" imgH="228600" progId="Equation.DSMT4">
                  <p:embed/>
                </p:oleObj>
              </mc:Choice>
              <mc:Fallback>
                <p:oleObj name="Equation" r:id="rId9" imgW="558720" imgH="228600" progId="Equation.DSMT4">
                  <p:embed/>
                  <p:pic>
                    <p:nvPicPr>
                      <p:cNvPr id="0" name=""/>
                      <p:cNvPicPr>
                        <a:picLocks noChangeAspect="1" noChangeArrowheads="1"/>
                      </p:cNvPicPr>
                      <p:nvPr/>
                    </p:nvPicPr>
                    <p:blipFill>
                      <a:blip r:embed="rId10"/>
                      <a:srcRect/>
                      <a:stretch>
                        <a:fillRect/>
                      </a:stretch>
                    </p:blipFill>
                    <p:spPr bwMode="auto">
                      <a:xfrm>
                        <a:off x="6127750" y="5026809"/>
                        <a:ext cx="1697038" cy="547687"/>
                      </a:xfrm>
                      <a:prstGeom prst="rect">
                        <a:avLst/>
                      </a:prstGeom>
                      <a:solidFill>
                        <a:srgbClr val="FFFF00"/>
                      </a:solidFill>
                    </p:spPr>
                  </p:pic>
                </p:oleObj>
              </mc:Fallback>
            </mc:AlternateContent>
          </a:graphicData>
        </a:graphic>
      </p:graphicFrame>
      <p:graphicFrame>
        <p:nvGraphicFramePr>
          <p:cNvPr id="50194" name="Object 18"/>
          <p:cNvGraphicFramePr>
            <a:graphicFrameLocks noChangeAspect="1"/>
          </p:cNvGraphicFramePr>
          <p:nvPr/>
        </p:nvGraphicFramePr>
        <p:xfrm>
          <a:off x="8729028" y="4788855"/>
          <a:ext cx="1362392" cy="870455"/>
        </p:xfrm>
        <a:graphic>
          <a:graphicData uri="http://schemas.openxmlformats.org/presentationml/2006/ole">
            <mc:AlternateContent xmlns:mc="http://schemas.openxmlformats.org/markup-compatibility/2006">
              <mc:Choice xmlns:v="urn:schemas-microsoft-com:vml" Requires="v">
                <p:oleObj spid="_x0000_s14454" name="Equation" r:id="rId11" imgW="533160" imgH="431640" progId="">
                  <p:embed/>
                </p:oleObj>
              </mc:Choice>
              <mc:Fallback>
                <p:oleObj name="Equation" r:id="rId11" imgW="533160" imgH="43164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729028" y="4788855"/>
                        <a:ext cx="1362392" cy="870455"/>
                      </a:xfrm>
                      <a:prstGeom prst="rect">
                        <a:avLst/>
                      </a:prstGeom>
                      <a:solidFill>
                        <a:srgbClr val="FFFF00"/>
                      </a:solidFill>
                    </p:spPr>
                  </p:pic>
                </p:oleObj>
              </mc:Fallback>
            </mc:AlternateContent>
          </a:graphicData>
        </a:graphic>
      </p:graphicFrame>
      <p:sp>
        <p:nvSpPr>
          <p:cNvPr id="50195" name="TextBox 21"/>
          <p:cNvSpPr txBox="1">
            <a:spLocks noChangeArrowheads="1"/>
          </p:cNvSpPr>
          <p:nvPr/>
        </p:nvSpPr>
        <p:spPr bwMode="auto">
          <a:xfrm>
            <a:off x="2826068" y="5948998"/>
            <a:ext cx="3518940" cy="523220"/>
          </a:xfrm>
          <a:prstGeom prst="rect">
            <a:avLst/>
          </a:prstGeom>
          <a:noFill/>
          <a:ln w="9525">
            <a:noFill/>
            <a:miter lim="800000"/>
            <a:headEnd/>
            <a:tailEnd/>
          </a:ln>
        </p:spPr>
        <p:txBody>
          <a:bodyPr wrap="square">
            <a:spAutoFit/>
          </a:bodyPr>
          <a:lstStyle/>
          <a:p>
            <a:pPr defTabSz="914400"/>
            <a:r>
              <a:rPr lang="zh-CN" altLang="en-US" sz="2800" b="1" dirty="0">
                <a:latin typeface="微软雅黑" pitchFamily="34" charset="-122"/>
                <a:ea typeface="微软雅黑" pitchFamily="34" charset="-122"/>
              </a:rPr>
              <a:t>强光辐射情况下</a:t>
            </a:r>
          </a:p>
        </p:txBody>
      </p:sp>
      <p:graphicFrame>
        <p:nvGraphicFramePr>
          <p:cNvPr id="50196" name="Object 19"/>
          <p:cNvGraphicFramePr>
            <a:graphicFrameLocks noChangeAspect="1"/>
          </p:cNvGraphicFramePr>
          <p:nvPr/>
        </p:nvGraphicFramePr>
        <p:xfrm>
          <a:off x="6127750" y="5987574"/>
          <a:ext cx="2466975" cy="514350"/>
        </p:xfrm>
        <a:graphic>
          <a:graphicData uri="http://schemas.openxmlformats.org/presentationml/2006/ole">
            <mc:AlternateContent xmlns:mc="http://schemas.openxmlformats.org/markup-compatibility/2006">
              <mc:Choice xmlns:v="urn:schemas-microsoft-com:vml" Requires="v">
                <p:oleObj spid="_x0000_s14455" name="Equation" r:id="rId13" imgW="863280" imgH="228600" progId="Equation.DSMT4">
                  <p:embed/>
                </p:oleObj>
              </mc:Choice>
              <mc:Fallback>
                <p:oleObj name="Equation" r:id="rId13" imgW="863280" imgH="228600" progId="Equation.DSMT4">
                  <p:embed/>
                  <p:pic>
                    <p:nvPicPr>
                      <p:cNvPr id="0" name=""/>
                      <p:cNvPicPr>
                        <a:picLocks noChangeAspect="1" noChangeArrowheads="1"/>
                      </p:cNvPicPr>
                      <p:nvPr/>
                    </p:nvPicPr>
                    <p:blipFill>
                      <a:blip r:embed="rId14"/>
                      <a:srcRect/>
                      <a:stretch>
                        <a:fillRect/>
                      </a:stretch>
                    </p:blipFill>
                    <p:spPr bwMode="auto">
                      <a:xfrm>
                        <a:off x="6127750" y="5987574"/>
                        <a:ext cx="2466975" cy="514350"/>
                      </a:xfrm>
                      <a:prstGeom prst="rect">
                        <a:avLst/>
                      </a:prstGeom>
                      <a:solidFill>
                        <a:srgbClr val="FFFF00"/>
                      </a:solidFill>
                    </p:spPr>
                  </p:pic>
                </p:oleObj>
              </mc:Fallback>
            </mc:AlternateContent>
          </a:graphicData>
        </a:graphic>
      </p:graphicFrame>
      <p:graphicFrame>
        <p:nvGraphicFramePr>
          <p:cNvPr id="50197" name="Object 20"/>
          <p:cNvGraphicFramePr>
            <a:graphicFrameLocks noChangeAspect="1"/>
          </p:cNvGraphicFramePr>
          <p:nvPr/>
        </p:nvGraphicFramePr>
        <p:xfrm>
          <a:off x="8786178" y="5799138"/>
          <a:ext cx="1506094" cy="891222"/>
        </p:xfrm>
        <a:graphic>
          <a:graphicData uri="http://schemas.openxmlformats.org/presentationml/2006/ole">
            <mc:AlternateContent xmlns:mc="http://schemas.openxmlformats.org/markup-compatibility/2006">
              <mc:Choice xmlns:v="urn:schemas-microsoft-com:vml" Requires="v">
                <p:oleObj spid="_x0000_s14456" name="Equation" r:id="rId15" imgW="558720" imgH="419040" progId="">
                  <p:embed/>
                </p:oleObj>
              </mc:Choice>
              <mc:Fallback>
                <p:oleObj name="Equation" r:id="rId15" imgW="558720" imgH="419040" progId="">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86178" y="5799138"/>
                        <a:ext cx="1506094" cy="891222"/>
                      </a:xfrm>
                      <a:prstGeom prst="rect">
                        <a:avLst/>
                      </a:prstGeom>
                      <a:solidFill>
                        <a:srgbClr val="FFFF00"/>
                      </a:solidFill>
                    </p:spPr>
                  </p:pic>
                </p:oleObj>
              </mc:Fallback>
            </mc:AlternateContent>
          </a:graphicData>
        </a:graphic>
      </p:graphicFrame>
      <p:sp>
        <p:nvSpPr>
          <p:cNvPr id="19" name="TextBox 15"/>
          <p:cNvSpPr txBox="1">
            <a:spLocks noChangeArrowheads="1"/>
          </p:cNvSpPr>
          <p:nvPr/>
        </p:nvSpPr>
        <p:spPr bwMode="auto">
          <a:xfrm>
            <a:off x="3997949" y="3117721"/>
            <a:ext cx="5544403" cy="523220"/>
          </a:xfrm>
          <a:prstGeom prst="rect">
            <a:avLst/>
          </a:prstGeom>
          <a:noFill/>
          <a:ln w="9525">
            <a:noFill/>
            <a:miter lim="800000"/>
            <a:headEnd/>
            <a:tailEnd/>
          </a:ln>
        </p:spPr>
        <p:txBody>
          <a:bodyPr wrap="square">
            <a:spAutoFit/>
          </a:bodyPr>
          <a:lstStyle/>
          <a:p>
            <a:pPr defTabSz="914400"/>
            <a:r>
              <a:rPr lang="zh-CN" altLang="en-US" sz="2800" b="1" dirty="0">
                <a:solidFill>
                  <a:srgbClr val="0000CC"/>
                </a:solidFill>
                <a:latin typeface="Times New Roman" panose="02020603050405020304" pitchFamily="18" charset="0"/>
                <a:ea typeface="微软雅黑" pitchFamily="34" charset="-122"/>
                <a:cs typeface="Times New Roman" panose="02020603050405020304" pitchFamily="18" charset="0"/>
              </a:rPr>
              <a:t>式中： </a:t>
            </a:r>
            <a:r>
              <a:rPr lang="el-GR" altLang="zh-CN" sz="2800" b="1" i="1" dirty="0">
                <a:solidFill>
                  <a:srgbClr val="0000CC"/>
                </a:solidFill>
                <a:latin typeface="Times New Roman" panose="02020603050405020304" pitchFamily="18" charset="0"/>
                <a:ea typeface="微软雅黑" pitchFamily="34" charset="-122"/>
                <a:cs typeface="Times New Roman" panose="02020603050405020304" pitchFamily="18" charset="0"/>
              </a:rPr>
              <a:t>β</a:t>
            </a:r>
            <a:r>
              <a:rPr lang="en-US" altLang="zh-CN" sz="2800" b="1" i="1" dirty="0">
                <a:solidFill>
                  <a:srgbClr val="0000CC"/>
                </a:solidFill>
                <a:latin typeface="Times New Roman" panose="02020603050405020304" pitchFamily="18" charset="0"/>
                <a:ea typeface="微软雅黑" pitchFamily="34" charset="-122"/>
                <a:cs typeface="Times New Roman" panose="02020603050405020304" pitchFamily="18" charset="0"/>
              </a:rPr>
              <a:t> </a:t>
            </a:r>
            <a:r>
              <a:rPr lang="zh-CN" altLang="en-US" sz="2800" b="1" dirty="0">
                <a:solidFill>
                  <a:srgbClr val="0000CC"/>
                </a:solidFill>
                <a:latin typeface="Times New Roman" panose="02020603050405020304" pitchFamily="18" charset="0"/>
                <a:ea typeface="微软雅黑" pitchFamily="34" charset="-122"/>
                <a:cs typeface="Times New Roman" panose="02020603050405020304" pitchFamily="18" charset="0"/>
              </a:rPr>
              <a:t>为电子</a:t>
            </a:r>
            <a:r>
              <a:rPr lang="en-US" altLang="zh-CN" sz="2800" b="1" dirty="0">
                <a:solidFill>
                  <a:srgbClr val="0000CC"/>
                </a:solidFill>
                <a:latin typeface="Times New Roman" panose="02020603050405020304" pitchFamily="18" charset="0"/>
                <a:ea typeface="微软雅黑" pitchFamily="34" charset="-122"/>
                <a:cs typeface="Times New Roman" panose="02020603050405020304" pitchFamily="18" charset="0"/>
              </a:rPr>
              <a:t>-</a:t>
            </a:r>
            <a:r>
              <a:rPr lang="zh-CN" altLang="en-US" sz="2800" b="1" dirty="0">
                <a:solidFill>
                  <a:srgbClr val="0000CC"/>
                </a:solidFill>
                <a:latin typeface="Times New Roman" panose="02020603050405020304" pitchFamily="18" charset="0"/>
                <a:ea typeface="微软雅黑" pitchFamily="34" charset="-122"/>
                <a:cs typeface="Times New Roman" panose="02020603050405020304" pitchFamily="18" charset="0"/>
              </a:rPr>
              <a:t>空穴复合概率</a:t>
            </a:r>
          </a:p>
        </p:txBody>
      </p:sp>
      <p:sp>
        <p:nvSpPr>
          <p:cNvPr id="21" name="文本框 60">
            <a:extLst>
              <a:ext uri="{FF2B5EF4-FFF2-40B4-BE49-F238E27FC236}">
                <a16:creationId xmlns:a16="http://schemas.microsoft.com/office/drawing/2014/main" xmlns="" id="{8A109246-B141-401C-9284-E392CF1CF195}"/>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半导体中的非平衡载流子</a:t>
            </a:r>
          </a:p>
        </p:txBody>
      </p:sp>
      <p:sp>
        <p:nvSpPr>
          <p:cNvPr id="23" name="矩形 22">
            <a:extLst>
              <a:ext uri="{FF2B5EF4-FFF2-40B4-BE49-F238E27FC236}">
                <a16:creationId xmlns:a16="http://schemas.microsoft.com/office/drawing/2014/main" xmlns="" id="{580EA045-599B-4B1A-8AD8-48771A5B216D}"/>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B3AC8F33-DEC3-4C29-BEBB-20BC85AA08B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xmlns="" id="{D038BC3E-0FB6-42B4-9E31-68995F9ACD5B}"/>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6" name="矩形 25">
            <a:extLst>
              <a:ext uri="{FF2B5EF4-FFF2-40B4-BE49-F238E27FC236}">
                <a16:creationId xmlns:a16="http://schemas.microsoft.com/office/drawing/2014/main" xmlns="" id="{855941DD-1926-4189-AE8E-025879F23D5D}"/>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7" name="矩形 26">
            <a:extLst>
              <a:ext uri="{FF2B5EF4-FFF2-40B4-BE49-F238E27FC236}">
                <a16:creationId xmlns:a16="http://schemas.microsoft.com/office/drawing/2014/main" xmlns="" id="{FE441783-F230-4187-8EA0-1E70F2831013}"/>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28" name="直接连接符 58">
            <a:extLst>
              <a:ext uri="{FF2B5EF4-FFF2-40B4-BE49-F238E27FC236}">
                <a16:creationId xmlns:a16="http://schemas.microsoft.com/office/drawing/2014/main" xmlns="" id="{00981AF8-8261-4C07-B0CC-536CF6C9208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661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1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1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1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19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19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19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19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019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19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0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8" grpId="0"/>
      <p:bldP spid="50189" grpId="0"/>
      <p:bldP spid="50192" grpId="0"/>
      <p:bldP spid="50195" grpId="0"/>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7" name="Rectangle 5"/>
          <p:cNvSpPr>
            <a:spLocks noChangeArrowheads="1"/>
          </p:cNvSpPr>
          <p:nvPr/>
        </p:nvSpPr>
        <p:spPr bwMode="auto">
          <a:xfrm>
            <a:off x="1496430" y="2786718"/>
            <a:ext cx="10933977" cy="2308324"/>
          </a:xfrm>
          <a:prstGeom prst="rect">
            <a:avLst/>
          </a:prstGeom>
          <a:noFill/>
          <a:ln w="9525">
            <a:noFill/>
            <a:miter lim="800000"/>
            <a:headEnd/>
            <a:tailEnd/>
          </a:ln>
        </p:spPr>
        <p:txBody>
          <a:bodyPr wrap="square" anchor="ctr">
            <a:spAutoFit/>
          </a:bodyPr>
          <a:lstStyle/>
          <a:p>
            <a:pPr defTabSz="914400">
              <a:lnSpc>
                <a:spcPct val="150000"/>
              </a:lnSpc>
              <a:buFont typeface="Wingdings" pitchFamily="2" charset="2"/>
              <a:buChar char="l"/>
            </a:pPr>
            <a:r>
              <a:rPr lang="zh-CN" altLang="en-US" sz="3200" b="1" dirty="0">
                <a:latin typeface="Times New Roman" pitchFamily="18" charset="0"/>
                <a:ea typeface="微软雅黑" pitchFamily="34" charset="-122"/>
                <a:cs typeface="Times New Roman" pitchFamily="18" charset="0"/>
              </a:rPr>
              <a:t> 表征复合的强弱；</a:t>
            </a:r>
            <a:endParaRPr lang="en-US" altLang="zh-CN" sz="3200" b="1" dirty="0">
              <a:latin typeface="Times New Roman" pitchFamily="18" charset="0"/>
              <a:ea typeface="微软雅黑" pitchFamily="34" charset="-122"/>
              <a:cs typeface="Times New Roman" pitchFamily="18" charset="0"/>
            </a:endParaRPr>
          </a:p>
          <a:p>
            <a:pPr defTabSz="914400">
              <a:lnSpc>
                <a:spcPct val="150000"/>
              </a:lnSpc>
              <a:buFont typeface="Wingdings" pitchFamily="2" charset="2"/>
              <a:buChar char="l"/>
            </a:pPr>
            <a:r>
              <a:rPr lang="en-US" altLang="zh-CN" sz="3200" i="1" dirty="0">
                <a:latin typeface="Times New Roman" pitchFamily="18" charset="0"/>
                <a:ea typeface="微软雅黑" pitchFamily="34" charset="-122"/>
                <a:cs typeface="Times New Roman" pitchFamily="18" charset="0"/>
              </a:rPr>
              <a:t> </a:t>
            </a:r>
            <a:r>
              <a:rPr lang="el-GR" altLang="zh-CN" sz="3200" i="1" dirty="0">
                <a:solidFill>
                  <a:srgbClr val="FF0000"/>
                </a:solidFill>
                <a:latin typeface="Times New Roman" pitchFamily="18" charset="0"/>
                <a:ea typeface="微软雅黑" pitchFamily="34" charset="-122"/>
                <a:cs typeface="Times New Roman" pitchFamily="18" charset="0"/>
              </a:rPr>
              <a:t>τ</a:t>
            </a:r>
            <a:r>
              <a:rPr lang="zh-CN" altLang="en-US" sz="3200" b="1" dirty="0">
                <a:latin typeface="Times New Roman" pitchFamily="18" charset="0"/>
                <a:ea typeface="微软雅黑" pitchFamily="34" charset="-122"/>
                <a:cs typeface="Times New Roman" pitchFamily="18" charset="0"/>
              </a:rPr>
              <a:t>决定线性光电导探测器的时间特性；</a:t>
            </a:r>
            <a:endParaRPr lang="en-US" altLang="zh-CN" sz="3200" b="1" dirty="0">
              <a:latin typeface="Times New Roman" pitchFamily="18" charset="0"/>
              <a:ea typeface="微软雅黑" pitchFamily="34" charset="-122"/>
              <a:cs typeface="Times New Roman" pitchFamily="18" charset="0"/>
            </a:endParaRPr>
          </a:p>
          <a:p>
            <a:pPr defTabSz="914400">
              <a:lnSpc>
                <a:spcPct val="150000"/>
              </a:lnSpc>
              <a:buFont typeface="Wingdings" pitchFamily="2" charset="2"/>
              <a:buChar char="l"/>
            </a:pPr>
            <a:r>
              <a:rPr lang="en-US" altLang="zh-CN" sz="3200" i="1" dirty="0">
                <a:latin typeface="Times New Roman" pitchFamily="18" charset="0"/>
                <a:ea typeface="微软雅黑" pitchFamily="34" charset="-122"/>
                <a:cs typeface="Times New Roman" pitchFamily="18" charset="0"/>
              </a:rPr>
              <a:t> </a:t>
            </a:r>
            <a:r>
              <a:rPr lang="el-GR" altLang="zh-CN" sz="3200" i="1" dirty="0">
                <a:solidFill>
                  <a:srgbClr val="FF0000"/>
                </a:solidFill>
                <a:latin typeface="Times New Roman" pitchFamily="18" charset="0"/>
                <a:ea typeface="微软雅黑" pitchFamily="34" charset="-122"/>
                <a:cs typeface="Times New Roman" pitchFamily="18" charset="0"/>
              </a:rPr>
              <a:t>τ</a:t>
            </a:r>
            <a:r>
              <a:rPr lang="zh-CN" altLang="en-US" sz="3200" b="1" dirty="0">
                <a:latin typeface="Times New Roman" pitchFamily="18" charset="0"/>
                <a:ea typeface="微软雅黑" pitchFamily="34" charset="-122"/>
                <a:cs typeface="Times New Roman" pitchFamily="18" charset="0"/>
              </a:rPr>
              <a:t>的大小与材料的微观复合结构、掺杂及缺陷等因素有关。 </a:t>
            </a:r>
          </a:p>
        </p:txBody>
      </p:sp>
      <p:sp>
        <p:nvSpPr>
          <p:cNvPr id="192518" name="Rectangle 6"/>
          <p:cNvSpPr>
            <a:spLocks noChangeArrowheads="1"/>
          </p:cNvSpPr>
          <p:nvPr/>
        </p:nvSpPr>
        <p:spPr bwMode="auto">
          <a:xfrm>
            <a:off x="2244090" y="1691005"/>
            <a:ext cx="2589170" cy="584775"/>
          </a:xfrm>
          <a:prstGeom prst="rect">
            <a:avLst/>
          </a:prstGeom>
          <a:noFill/>
          <a:ln w="9525">
            <a:noFill/>
            <a:miter lim="800000"/>
            <a:headEnd/>
            <a:tailEnd/>
          </a:ln>
        </p:spPr>
        <p:txBody>
          <a:bodyPr wrap="none">
            <a:spAutoFit/>
          </a:bodyPr>
          <a:lstStyle/>
          <a:p>
            <a:pPr defTabSz="914400"/>
            <a:r>
              <a:rPr lang="el-GR" altLang="zh-CN" sz="3200" i="1" dirty="0">
                <a:solidFill>
                  <a:srgbClr val="FF0000"/>
                </a:solidFill>
                <a:latin typeface="Times New Roman" pitchFamily="18" charset="0"/>
                <a:ea typeface="微软雅黑" pitchFamily="34" charset="-122"/>
                <a:cs typeface="Times New Roman" pitchFamily="18" charset="0"/>
              </a:rPr>
              <a:t>τ</a:t>
            </a:r>
            <a:r>
              <a:rPr lang="en-US" altLang="zh-CN" sz="3200" i="1" dirty="0">
                <a:solidFill>
                  <a:srgbClr val="FF0000"/>
                </a:solidFill>
                <a:latin typeface="Times New Roman" pitchFamily="18" charset="0"/>
                <a:ea typeface="微软雅黑" pitchFamily="34" charset="-122"/>
                <a:cs typeface="Times New Roman" pitchFamily="18" charset="0"/>
              </a:rPr>
              <a:t> </a:t>
            </a:r>
            <a:r>
              <a:rPr lang="zh-CN" altLang="en-US" sz="2800" b="1" dirty="0">
                <a:latin typeface="Times New Roman" pitchFamily="18" charset="0"/>
                <a:ea typeface="微软雅黑" pitchFamily="34" charset="-122"/>
                <a:cs typeface="Times New Roman" pitchFamily="18" charset="0"/>
              </a:rPr>
              <a:t>的物理意义：</a:t>
            </a:r>
          </a:p>
        </p:txBody>
      </p:sp>
      <p:graphicFrame>
        <p:nvGraphicFramePr>
          <p:cNvPr id="51212" name="Object 9"/>
          <p:cNvGraphicFramePr>
            <a:graphicFrameLocks noChangeAspect="1"/>
          </p:cNvGraphicFramePr>
          <p:nvPr/>
        </p:nvGraphicFramePr>
        <p:xfrm>
          <a:off x="5732867" y="1513978"/>
          <a:ext cx="2652713" cy="784225"/>
        </p:xfrm>
        <a:graphic>
          <a:graphicData uri="http://schemas.openxmlformats.org/presentationml/2006/ole">
            <mc:AlternateContent xmlns:mc="http://schemas.openxmlformats.org/markup-compatibility/2006">
              <mc:Choice xmlns:v="urn:schemas-microsoft-com:vml" Requires="v">
                <p:oleObj spid="_x0000_s15378" name="Equation" r:id="rId4" imgW="698400" imgH="203040" progId="">
                  <p:embed/>
                </p:oleObj>
              </mc:Choice>
              <mc:Fallback>
                <p:oleObj name="Equation" r:id="rId4" imgW="698400" imgH="20304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2867" y="1513978"/>
                        <a:ext cx="2652713" cy="784225"/>
                      </a:xfrm>
                      <a:prstGeom prst="rect">
                        <a:avLst/>
                      </a:prstGeom>
                      <a:solidFill>
                        <a:srgbClr val="FFCC00"/>
                      </a:solidFill>
                    </p:spPr>
                  </p:pic>
                </p:oleObj>
              </mc:Fallback>
            </mc:AlternateContent>
          </a:graphicData>
        </a:graphic>
      </p:graphicFrame>
      <p:sp>
        <p:nvSpPr>
          <p:cNvPr id="192522" name="Rectangle 10"/>
          <p:cNvSpPr>
            <a:spLocks noChangeArrowheads="1"/>
          </p:cNvSpPr>
          <p:nvPr/>
        </p:nvSpPr>
        <p:spPr bwMode="auto">
          <a:xfrm>
            <a:off x="1733493" y="5605980"/>
            <a:ext cx="10228580" cy="1077218"/>
          </a:xfrm>
          <a:prstGeom prst="rect">
            <a:avLst/>
          </a:prstGeom>
          <a:noFill/>
          <a:ln w="9525">
            <a:noFill/>
            <a:miter lim="800000"/>
            <a:headEnd/>
            <a:tailEnd/>
          </a:ln>
        </p:spPr>
        <p:txBody>
          <a:bodyPr wrap="square">
            <a:spAutoFit/>
          </a:bodyPr>
          <a:lstStyle/>
          <a:p>
            <a:pPr defTabSz="914400"/>
            <a:r>
              <a:rPr lang="el-GR" altLang="zh-CN" sz="3200" i="1" dirty="0">
                <a:latin typeface="Times New Roman" pitchFamily="18" charset="0"/>
                <a:ea typeface="微软雅黑" pitchFamily="34" charset="-122"/>
                <a:cs typeface="Times New Roman" pitchFamily="18" charset="0"/>
              </a:rPr>
              <a:t>τ</a:t>
            </a:r>
            <a:r>
              <a:rPr lang="en-US" altLang="zh-CN" sz="3200" i="1" dirty="0">
                <a:latin typeface="Times New Roman" pitchFamily="18" charset="0"/>
                <a:ea typeface="微软雅黑" pitchFamily="34" charset="-122"/>
                <a:cs typeface="Times New Roman" pitchFamily="18" charset="0"/>
              </a:rPr>
              <a:t> </a:t>
            </a:r>
            <a:r>
              <a:rPr lang="zh-CN" altLang="en-US" sz="3200" b="1" dirty="0">
                <a:latin typeface="Times New Roman" pitchFamily="18" charset="0"/>
                <a:ea typeface="微软雅黑" pitchFamily="34" charset="-122"/>
                <a:cs typeface="Times New Roman" pitchFamily="18" charset="0"/>
              </a:rPr>
              <a:t>的适应条件：</a:t>
            </a:r>
          </a:p>
          <a:p>
            <a:pPr defTabSz="914400"/>
            <a:r>
              <a:rPr lang="zh-CN" altLang="en-US" sz="3200" b="1" dirty="0">
                <a:latin typeface="Times New Roman" pitchFamily="18" charset="0"/>
                <a:ea typeface="微软雅黑" pitchFamily="34" charset="-122"/>
                <a:cs typeface="Times New Roman" pitchFamily="18" charset="0"/>
              </a:rPr>
              <a:t>            －－本征吸收和杂质吸收，弱注入。</a:t>
            </a:r>
          </a:p>
        </p:txBody>
      </p:sp>
      <p:sp>
        <p:nvSpPr>
          <p:cNvPr id="12" name="文本框 60">
            <a:extLst>
              <a:ext uri="{FF2B5EF4-FFF2-40B4-BE49-F238E27FC236}">
                <a16:creationId xmlns:a16="http://schemas.microsoft.com/office/drawing/2014/main" xmlns="" id="{A4520C75-0D3C-48C7-AB78-28ECD36E2FED}"/>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半导体中的非平衡载流子</a:t>
            </a:r>
          </a:p>
        </p:txBody>
      </p:sp>
      <p:sp>
        <p:nvSpPr>
          <p:cNvPr id="13" name="矩形 12">
            <a:extLst>
              <a:ext uri="{FF2B5EF4-FFF2-40B4-BE49-F238E27FC236}">
                <a16:creationId xmlns:a16="http://schemas.microsoft.com/office/drawing/2014/main" xmlns="" id="{EFA8D48C-47E8-48F4-9203-13F1833B7D7A}"/>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 name="矩形 14">
            <a:extLst>
              <a:ext uri="{FF2B5EF4-FFF2-40B4-BE49-F238E27FC236}">
                <a16:creationId xmlns:a16="http://schemas.microsoft.com/office/drawing/2014/main" xmlns="" id="{990348FA-DB5D-4622-B333-41104822579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xmlns="" id="{DB4FE984-5847-43B3-B6D6-A1DD3D211B7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2.1.4</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xmlns="" id="{E51031CA-3156-4A68-9975-A8C27F7F473E}"/>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a16="http://schemas.microsoft.com/office/drawing/2014/main" xmlns="" id="{8E42EF1D-5C40-49AB-AE48-9651413910D1}"/>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19" name="直接连接符 58">
            <a:extLst>
              <a:ext uri="{FF2B5EF4-FFF2-40B4-BE49-F238E27FC236}">
                <a16:creationId xmlns:a16="http://schemas.microsoft.com/office/drawing/2014/main" xmlns="" id="{BCDFB73D-22C4-48A4-B172-C7E4D50879A2}"/>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596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25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25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25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7" grpId="0"/>
      <p:bldP spid="192518" grpId="0"/>
      <p:bldP spid="1925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载流子的扩散与漂移</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8648108"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a:solidFill>
                  <a:schemeClr val="bg1"/>
                </a:solidFill>
                <a:latin typeface="Microsoft YaHei" panose="020B0503020204020204" pitchFamily="34" charset="-122"/>
                <a:ea typeface="Microsoft YaHei" panose="020B0503020204020204" pitchFamily="34" charset="-122"/>
              </a:rPr>
              <a:t>载流子的扩散与漂移</a:t>
            </a:r>
          </a:p>
        </p:txBody>
      </p:sp>
      <p:sp>
        <p:nvSpPr>
          <p:cNvPr id="20" name="矩形 19"/>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2.1.5</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12" name="直接连接符 58">
            <a:extLst>
              <a:ext uri="{FF2B5EF4-FFF2-40B4-BE49-F238E27FC236}">
                <a16:creationId xmlns:a16="http://schemas.microsoft.com/office/drawing/2014/main" xmlns="" id="{91175F6E-6A55-4451-A6CD-F3CB0B85E49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58333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ChangeArrowheads="1"/>
          </p:cNvSpPr>
          <p:nvPr/>
        </p:nvSpPr>
        <p:spPr bwMode="auto">
          <a:xfrm>
            <a:off x="5195655" y="889926"/>
            <a:ext cx="2799397" cy="646331"/>
          </a:xfrm>
          <a:prstGeom prst="rect">
            <a:avLst/>
          </a:prstGeom>
          <a:noFill/>
          <a:ln w="9525">
            <a:noFill/>
            <a:miter lim="800000"/>
            <a:headEnd/>
            <a:tailEnd/>
          </a:ln>
        </p:spPr>
        <p:txBody>
          <a:bodyPr wrap="square" anchor="ctr">
            <a:spAutoFit/>
          </a:bodyPr>
          <a:lstStyle/>
          <a:p>
            <a:pPr defTabSz="914400"/>
            <a:r>
              <a:rPr lang="zh-CN" altLang="en-US" sz="3600" dirty="0">
                <a:solidFill>
                  <a:srgbClr val="0000FF"/>
                </a:solidFill>
                <a:latin typeface="Times New Roman" pitchFamily="18" charset="0"/>
                <a:ea typeface="微软雅黑" pitchFamily="34" charset="-122"/>
                <a:cs typeface="Times New Roman" pitchFamily="18" charset="0"/>
              </a:rPr>
              <a:t> </a:t>
            </a:r>
            <a:r>
              <a:rPr lang="en-US" altLang="zh-CN" sz="3600" b="1" dirty="0">
                <a:solidFill>
                  <a:srgbClr val="0000FF"/>
                </a:solidFill>
                <a:latin typeface="Times New Roman" pitchFamily="18" charset="0"/>
                <a:ea typeface="微软雅黑" pitchFamily="34" charset="-122"/>
                <a:cs typeface="Times New Roman" pitchFamily="18" charset="0"/>
              </a:rPr>
              <a:t>1</a:t>
            </a:r>
            <a:r>
              <a:rPr lang="zh-CN" altLang="en-US" sz="3600" b="1" dirty="0">
                <a:solidFill>
                  <a:srgbClr val="0000FF"/>
                </a:solidFill>
                <a:latin typeface="Times New Roman" pitchFamily="18" charset="0"/>
                <a:ea typeface="微软雅黑" pitchFamily="34" charset="-122"/>
                <a:cs typeface="Times New Roman" pitchFamily="18" charset="0"/>
              </a:rPr>
              <a:t>．扩散</a:t>
            </a:r>
          </a:p>
        </p:txBody>
      </p:sp>
      <p:sp>
        <p:nvSpPr>
          <p:cNvPr id="194565" name="Rectangle 5"/>
          <p:cNvSpPr>
            <a:spLocks noChangeArrowheads="1"/>
          </p:cNvSpPr>
          <p:nvPr/>
        </p:nvSpPr>
        <p:spPr bwMode="auto">
          <a:xfrm>
            <a:off x="909016" y="1684003"/>
            <a:ext cx="11877533" cy="1384995"/>
          </a:xfrm>
          <a:prstGeom prst="rect">
            <a:avLst/>
          </a:prstGeom>
          <a:noFill/>
          <a:ln w="9525">
            <a:noFill/>
            <a:miter lim="800000"/>
            <a:headEnd/>
            <a:tailEnd/>
          </a:ln>
        </p:spPr>
        <p:txBody>
          <a:bodyPr wrap="square" anchor="ctr">
            <a:spAutoFit/>
          </a:bodyPr>
          <a:lstStyle/>
          <a:p>
            <a:pPr defTabSz="914400">
              <a:lnSpc>
                <a:spcPct val="150000"/>
              </a:lnSpc>
            </a:pPr>
            <a:r>
              <a:rPr lang="zh-CN" altLang="en-US" sz="2800" b="1" dirty="0">
                <a:latin typeface="Times New Roman" pitchFamily="18" charset="0"/>
                <a:ea typeface="微软雅黑" pitchFamily="34" charset="-122"/>
                <a:cs typeface="Times New Roman" pitchFamily="18" charset="0"/>
              </a:rPr>
              <a:t>          载流子因浓度不均匀而发生的定向运动使载流子在晶体中重新分布的现象称为扩散。电子和空穴电流密度表示为：</a:t>
            </a:r>
            <a:endParaRPr lang="en-US" altLang="zh-CN" sz="2800" b="1" i="1" dirty="0">
              <a:latin typeface="Times New Roman" pitchFamily="18" charset="0"/>
              <a:ea typeface="微软雅黑" pitchFamily="34" charset="-122"/>
              <a:cs typeface="Times New Roman" pitchFamily="18" charset="0"/>
            </a:endParaRPr>
          </a:p>
        </p:txBody>
      </p:sp>
      <p:graphicFrame>
        <p:nvGraphicFramePr>
          <p:cNvPr id="3" name="对象 2"/>
          <p:cNvGraphicFramePr>
            <a:graphicFrameLocks noChangeAspect="1"/>
          </p:cNvGraphicFramePr>
          <p:nvPr/>
        </p:nvGraphicFramePr>
        <p:xfrm>
          <a:off x="3422650" y="3173022"/>
          <a:ext cx="2567080" cy="708160"/>
        </p:xfrm>
        <a:graphic>
          <a:graphicData uri="http://schemas.openxmlformats.org/presentationml/2006/ole">
            <mc:AlternateContent xmlns:mc="http://schemas.openxmlformats.org/markup-compatibility/2006">
              <mc:Choice xmlns:v="urn:schemas-microsoft-com:vml" Requires="v">
                <p:oleObj spid="_x0000_s16482" name="Equation" r:id="rId3" imgW="825500" imgH="228600" progId="Equation.DSMT4">
                  <p:embed/>
                </p:oleObj>
              </mc:Choice>
              <mc:Fallback>
                <p:oleObj name="Equation" r:id="rId3" imgW="8255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2650" y="3173022"/>
                        <a:ext cx="2567080" cy="708160"/>
                      </a:xfrm>
                      <a:prstGeom prst="rect">
                        <a:avLst/>
                      </a:prstGeom>
                      <a:solidFill>
                        <a:srgbClr val="FFFF00"/>
                      </a:solidFill>
                    </p:spPr>
                  </p:pic>
                </p:oleObj>
              </mc:Fallback>
            </mc:AlternateContent>
          </a:graphicData>
        </a:graphic>
      </p:graphicFrame>
      <p:graphicFrame>
        <p:nvGraphicFramePr>
          <p:cNvPr id="5" name="对象 4"/>
          <p:cNvGraphicFramePr>
            <a:graphicFrameLocks noChangeAspect="1"/>
          </p:cNvGraphicFramePr>
          <p:nvPr/>
        </p:nvGraphicFramePr>
        <p:xfrm>
          <a:off x="6686936" y="3193596"/>
          <a:ext cx="2641362" cy="667011"/>
        </p:xfrm>
        <a:graphic>
          <a:graphicData uri="http://schemas.openxmlformats.org/presentationml/2006/ole">
            <mc:AlternateContent xmlns:mc="http://schemas.openxmlformats.org/markup-compatibility/2006">
              <mc:Choice xmlns:v="urn:schemas-microsoft-com:vml" Requires="v">
                <p:oleObj spid="_x0000_s16483" name="Equation" r:id="rId5" imgW="939392" imgH="241195" progId="Equation.DSMT4">
                  <p:embed/>
                </p:oleObj>
              </mc:Choice>
              <mc:Fallback>
                <p:oleObj name="Equation" r:id="rId5" imgW="939392" imgH="241195"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6936" y="3193596"/>
                        <a:ext cx="2641362" cy="667011"/>
                      </a:xfrm>
                      <a:prstGeom prst="rect">
                        <a:avLst/>
                      </a:prstGeom>
                      <a:solidFill>
                        <a:srgbClr val="FFFF00"/>
                      </a:solidFill>
                    </p:spPr>
                  </p:pic>
                </p:oleObj>
              </mc:Fallback>
            </mc:AlternateContent>
          </a:graphicData>
        </a:graphic>
      </p:graphicFrame>
      <p:grpSp>
        <p:nvGrpSpPr>
          <p:cNvPr id="33" name="组合 32"/>
          <p:cNvGrpSpPr/>
          <p:nvPr/>
        </p:nvGrpSpPr>
        <p:grpSpPr>
          <a:xfrm>
            <a:off x="695778" y="4070414"/>
            <a:ext cx="12304008" cy="2031325"/>
            <a:chOff x="865454" y="3956490"/>
            <a:chExt cx="12304008" cy="2031325"/>
          </a:xfrm>
        </p:grpSpPr>
        <p:sp>
          <p:nvSpPr>
            <p:cNvPr id="23" name="文本框 22"/>
            <p:cNvSpPr txBox="1"/>
            <p:nvPr/>
          </p:nvSpPr>
          <p:spPr>
            <a:xfrm>
              <a:off x="865454" y="3956490"/>
              <a:ext cx="12304008" cy="2031325"/>
            </a:xfrm>
            <a:prstGeom prst="rect">
              <a:avLst/>
            </a:prstGeom>
            <a:noFill/>
          </p:spPr>
          <p:txBody>
            <a:bodyPr wrap="square" rtlCol="0">
              <a:spAutoFit/>
            </a:bodyPr>
            <a:lstStyle/>
            <a:p>
              <a:pPr>
                <a:lnSpc>
                  <a:spcPct val="150000"/>
                </a:lnSpc>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      式中，</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为电子电量； </a:t>
              </a:r>
              <a:r>
                <a:rPr lang="en-US" altLang="zh-CN" sz="2800" b="1" i="1" dirty="0">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800" b="1" baseline="-25000" dirty="0">
                  <a:latin typeface="Times New Roman" panose="02020603050405020304" pitchFamily="18" charset="0"/>
                  <a:ea typeface="微软雅黑" panose="020B0503020204020204" pitchFamily="34" charset="-122"/>
                  <a:cs typeface="Times New Roman" panose="02020603050405020304" pitchFamily="18" charset="0"/>
                </a:rPr>
                <a:t>nD</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800" b="1" i="1" dirty="0" err="1">
                  <a:latin typeface="Times New Roman" panose="02020603050405020304" pitchFamily="18" charset="0"/>
                  <a:ea typeface="微软雅黑" panose="020B0503020204020204" pitchFamily="34" charset="-122"/>
                  <a:cs typeface="Times New Roman" panose="02020603050405020304" pitchFamily="18" charset="0"/>
                </a:rPr>
                <a:t>J</a:t>
              </a:r>
              <a:r>
                <a:rPr lang="en-US" altLang="zh-CN" sz="2800" b="1" baseline="-25000" dirty="0" err="1">
                  <a:latin typeface="Times New Roman" panose="02020603050405020304" pitchFamily="18" charset="0"/>
                  <a:ea typeface="微软雅黑" panose="020B0503020204020204" pitchFamily="34" charset="-122"/>
                  <a:cs typeface="Times New Roman" panose="02020603050405020304" pitchFamily="18" charset="0"/>
                </a:rPr>
                <a:t>pD</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 分别为电子扩散电流密度矢量和空穴扩散电流密度矢量；</a:t>
              </a:r>
              <a:r>
                <a:rPr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800" b="1" baseline="-25000" dirty="0" err="1">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2800" b="1" baseline="-250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分别为电子的扩散系数和空穴的扩散系数；    和       为电子浓度梯度和空穴浓度梯度。</a:t>
              </a:r>
            </a:p>
          </p:txBody>
        </p:sp>
        <p:graphicFrame>
          <p:nvGraphicFramePr>
            <p:cNvPr id="40" name="对象 39"/>
            <p:cNvGraphicFramePr>
              <a:graphicFrameLocks noChangeAspect="1"/>
            </p:cNvGraphicFramePr>
            <p:nvPr/>
          </p:nvGraphicFramePr>
          <p:xfrm>
            <a:off x="12096312" y="4764737"/>
            <a:ext cx="641350" cy="561975"/>
          </p:xfrm>
          <a:graphic>
            <a:graphicData uri="http://schemas.openxmlformats.org/presentationml/2006/ole">
              <mc:AlternateContent xmlns:mc="http://schemas.openxmlformats.org/markup-compatibility/2006">
                <mc:Choice xmlns:v="urn:schemas-microsoft-com:vml" Requires="v">
                  <p:oleObj spid="_x0000_s16484" name="Equation" r:id="rId7" imgW="228600" imgH="203040" progId="Equation.DSMT4">
                    <p:embed/>
                  </p:oleObj>
                </mc:Choice>
                <mc:Fallback>
                  <p:oleObj name="Equation" r:id="rId7" imgW="228600" imgH="203040" progId="Equation.DSMT4">
                    <p:embed/>
                    <p:pic>
                      <p:nvPicPr>
                        <p:cNvPr id="0" name=""/>
                        <p:cNvPicPr>
                          <a:picLocks noChangeAspect="1" noChangeArrowheads="1"/>
                        </p:cNvPicPr>
                        <p:nvPr/>
                      </p:nvPicPr>
                      <p:blipFill>
                        <a:blip r:embed="rId8"/>
                        <a:srcRect/>
                        <a:stretch>
                          <a:fillRect/>
                        </a:stretch>
                      </p:blipFill>
                      <p:spPr bwMode="auto">
                        <a:xfrm>
                          <a:off x="12096312" y="4764737"/>
                          <a:ext cx="641350" cy="561975"/>
                        </a:xfrm>
                        <a:prstGeom prst="rect">
                          <a:avLst/>
                        </a:prstGeom>
                        <a:noFill/>
                      </p:spPr>
                    </p:pic>
                  </p:oleObj>
                </mc:Fallback>
              </mc:AlternateContent>
            </a:graphicData>
          </a:graphic>
        </p:graphicFrame>
        <p:graphicFrame>
          <p:nvGraphicFramePr>
            <p:cNvPr id="41" name="对象 40"/>
            <p:cNvGraphicFramePr>
              <a:graphicFrameLocks noChangeAspect="1"/>
            </p:cNvGraphicFramePr>
            <p:nvPr/>
          </p:nvGraphicFramePr>
          <p:xfrm>
            <a:off x="11096981" y="4800455"/>
            <a:ext cx="641350" cy="490538"/>
          </p:xfrm>
          <a:graphic>
            <a:graphicData uri="http://schemas.openxmlformats.org/presentationml/2006/ole">
              <mc:AlternateContent xmlns:mc="http://schemas.openxmlformats.org/markup-compatibility/2006">
                <mc:Choice xmlns:v="urn:schemas-microsoft-com:vml" Requires="v">
                  <p:oleObj spid="_x0000_s16485" name="Equation" r:id="rId9" imgW="228600" imgH="177480" progId="Equation.DSMT4">
                    <p:embed/>
                  </p:oleObj>
                </mc:Choice>
                <mc:Fallback>
                  <p:oleObj name="Equation" r:id="rId9" imgW="228600" imgH="177480" progId="Equation.DSMT4">
                    <p:embed/>
                    <p:pic>
                      <p:nvPicPr>
                        <p:cNvPr id="0" name=""/>
                        <p:cNvPicPr>
                          <a:picLocks noChangeAspect="1" noChangeArrowheads="1"/>
                        </p:cNvPicPr>
                        <p:nvPr/>
                      </p:nvPicPr>
                      <p:blipFill>
                        <a:blip r:embed="rId10"/>
                        <a:srcRect/>
                        <a:stretch>
                          <a:fillRect/>
                        </a:stretch>
                      </p:blipFill>
                      <p:spPr bwMode="auto">
                        <a:xfrm>
                          <a:off x="11096981" y="4800455"/>
                          <a:ext cx="641350" cy="490538"/>
                        </a:xfrm>
                        <a:prstGeom prst="rect">
                          <a:avLst/>
                        </a:prstGeom>
                        <a:noFill/>
                      </p:spPr>
                    </p:pic>
                  </p:oleObj>
                </mc:Fallback>
              </mc:AlternateContent>
            </a:graphicData>
          </a:graphic>
        </p:graphicFrame>
      </p:grpSp>
      <p:graphicFrame>
        <p:nvGraphicFramePr>
          <p:cNvPr id="35" name="对象 34"/>
          <p:cNvGraphicFramePr>
            <a:graphicFrameLocks noChangeAspect="1"/>
          </p:cNvGraphicFramePr>
          <p:nvPr/>
        </p:nvGraphicFramePr>
        <p:xfrm>
          <a:off x="3681871" y="6304443"/>
          <a:ext cx="2048638" cy="733463"/>
        </p:xfrm>
        <a:graphic>
          <a:graphicData uri="http://schemas.openxmlformats.org/presentationml/2006/ole">
            <mc:AlternateContent xmlns:mc="http://schemas.openxmlformats.org/markup-compatibility/2006">
              <mc:Choice xmlns:v="urn:schemas-microsoft-com:vml" Requires="v">
                <p:oleObj spid="_x0000_s16486" name="Equation" r:id="rId11" imgW="774364" imgH="279279" progId="Equation.DSMT4">
                  <p:embed/>
                </p:oleObj>
              </mc:Choice>
              <mc:Fallback>
                <p:oleObj name="Equation" r:id="rId11" imgW="774364" imgH="279279"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81871" y="6304443"/>
                        <a:ext cx="2048638" cy="733463"/>
                      </a:xfrm>
                      <a:prstGeom prst="rect">
                        <a:avLst/>
                      </a:prstGeom>
                      <a:solidFill>
                        <a:srgbClr val="FFFF00"/>
                      </a:solidFill>
                    </p:spPr>
                  </p:pic>
                </p:oleObj>
              </mc:Fallback>
            </mc:AlternateContent>
          </a:graphicData>
        </a:graphic>
      </p:graphicFrame>
      <p:sp>
        <p:nvSpPr>
          <p:cNvPr id="36" name="文本框 35"/>
          <p:cNvSpPr txBox="1"/>
          <p:nvPr/>
        </p:nvSpPr>
        <p:spPr>
          <a:xfrm>
            <a:off x="1360285" y="6409565"/>
            <a:ext cx="1830606"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扩散长度</a:t>
            </a:r>
          </a:p>
        </p:txBody>
      </p:sp>
      <p:graphicFrame>
        <p:nvGraphicFramePr>
          <p:cNvPr id="46" name="对象 45"/>
          <p:cNvGraphicFramePr>
            <a:graphicFrameLocks noChangeAspect="1"/>
          </p:cNvGraphicFramePr>
          <p:nvPr/>
        </p:nvGraphicFramePr>
        <p:xfrm>
          <a:off x="7159647" y="6321130"/>
          <a:ext cx="1982787" cy="700088"/>
        </p:xfrm>
        <a:graphic>
          <a:graphicData uri="http://schemas.openxmlformats.org/presentationml/2006/ole">
            <mc:AlternateContent xmlns:mc="http://schemas.openxmlformats.org/markup-compatibility/2006">
              <mc:Choice xmlns:v="urn:schemas-microsoft-com:vml" Requires="v">
                <p:oleObj spid="_x0000_s16487" name="Equation" r:id="rId13" imgW="749160" imgH="266400" progId="Equation.DSMT4">
                  <p:embed/>
                </p:oleObj>
              </mc:Choice>
              <mc:Fallback>
                <p:oleObj name="Equation" r:id="rId13" imgW="749160" imgH="266400" progId="Equation.DSMT4">
                  <p:embed/>
                  <p:pic>
                    <p:nvPicPr>
                      <p:cNvPr id="0" name=""/>
                      <p:cNvPicPr>
                        <a:picLocks noChangeAspect="1" noChangeArrowheads="1"/>
                      </p:cNvPicPr>
                      <p:nvPr/>
                    </p:nvPicPr>
                    <p:blipFill>
                      <a:blip r:embed="rId14"/>
                      <a:srcRect/>
                      <a:stretch>
                        <a:fillRect/>
                      </a:stretch>
                    </p:blipFill>
                    <p:spPr bwMode="auto">
                      <a:xfrm>
                        <a:off x="7159647" y="6321130"/>
                        <a:ext cx="1982787" cy="700088"/>
                      </a:xfrm>
                      <a:prstGeom prst="rect">
                        <a:avLst/>
                      </a:prstGeom>
                      <a:solidFill>
                        <a:srgbClr val="FFFF00"/>
                      </a:solidFill>
                    </p:spPr>
                  </p:pic>
                </p:oleObj>
              </mc:Fallback>
            </mc:AlternateContent>
          </a:graphicData>
        </a:graphic>
      </p:graphicFrame>
      <p:sp>
        <p:nvSpPr>
          <p:cNvPr id="18" name="文本框 60">
            <a:extLst>
              <a:ext uri="{FF2B5EF4-FFF2-40B4-BE49-F238E27FC236}">
                <a16:creationId xmlns:a16="http://schemas.microsoft.com/office/drawing/2014/main" xmlns="" id="{4D7A44C5-9284-4E45-A474-E2E7A071C535}"/>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载流子的扩散与漂移</a:t>
            </a:r>
          </a:p>
        </p:txBody>
      </p:sp>
      <p:sp>
        <p:nvSpPr>
          <p:cNvPr id="19" name="矩形 18">
            <a:extLst>
              <a:ext uri="{FF2B5EF4-FFF2-40B4-BE49-F238E27FC236}">
                <a16:creationId xmlns:a16="http://schemas.microsoft.com/office/drawing/2014/main" xmlns="" id="{51D3CC6D-37E7-4D77-ACC7-0C0299EAA9F7}"/>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0" name="矩形 19">
            <a:extLst>
              <a:ext uri="{FF2B5EF4-FFF2-40B4-BE49-F238E27FC236}">
                <a16:creationId xmlns:a16="http://schemas.microsoft.com/office/drawing/2014/main" xmlns="" id="{D3B7756F-D086-49DF-8561-F5A93A5D416F}"/>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a:extLst>
              <a:ext uri="{FF2B5EF4-FFF2-40B4-BE49-F238E27FC236}">
                <a16:creationId xmlns:a16="http://schemas.microsoft.com/office/drawing/2014/main" xmlns="" id="{BA29FEE7-C8AB-473F-862A-837A0ADB5C79}"/>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xmlns="" id="{13C2185E-AB92-4FFF-8824-351AABBB727B}"/>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4" name="矩形 23">
            <a:extLst>
              <a:ext uri="{FF2B5EF4-FFF2-40B4-BE49-F238E27FC236}">
                <a16:creationId xmlns:a16="http://schemas.microsoft.com/office/drawing/2014/main" xmlns="" id="{F1E2D835-F2C0-4854-B64D-67729FBB2A2A}"/>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25" name="直接连接符 58">
            <a:extLst>
              <a:ext uri="{FF2B5EF4-FFF2-40B4-BE49-F238E27FC236}">
                <a16:creationId xmlns:a16="http://schemas.microsoft.com/office/drawing/2014/main" xmlns="" id="{CDC4E576-EBF3-4892-A34F-327F76123599}"/>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3993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box(in)">
                                      <p:cBhvr>
                                        <p:cTn id="7" dur="500"/>
                                        <p:tgtEl>
                                          <p:spTgt spid="62466"/>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194565"/>
                                        </p:tgtEl>
                                        <p:attrNameLst>
                                          <p:attrName>style.visibility</p:attrName>
                                        </p:attrNameLst>
                                      </p:cBhvr>
                                      <p:to>
                                        <p:strVal val="visible"/>
                                      </p:to>
                                    </p:set>
                                    <p:anim calcmode="lin" valueType="num">
                                      <p:cBhvr>
                                        <p:cTn id="12" dur="500" fill="hold"/>
                                        <p:tgtEl>
                                          <p:spTgt spid="194565"/>
                                        </p:tgtEl>
                                        <p:attrNameLst>
                                          <p:attrName>ppt_x</p:attrName>
                                        </p:attrNameLst>
                                      </p:cBhvr>
                                      <p:tavLst>
                                        <p:tav tm="0">
                                          <p:val>
                                            <p:strVal val="#ppt_x-#ppt_w/2"/>
                                          </p:val>
                                        </p:tav>
                                        <p:tav tm="100000">
                                          <p:val>
                                            <p:strVal val="#ppt_x"/>
                                          </p:val>
                                        </p:tav>
                                      </p:tavLst>
                                    </p:anim>
                                    <p:anim calcmode="lin" valueType="num">
                                      <p:cBhvr>
                                        <p:cTn id="13" dur="500" fill="hold"/>
                                        <p:tgtEl>
                                          <p:spTgt spid="194565"/>
                                        </p:tgtEl>
                                        <p:attrNameLst>
                                          <p:attrName>ppt_y</p:attrName>
                                        </p:attrNameLst>
                                      </p:cBhvr>
                                      <p:tavLst>
                                        <p:tav tm="0">
                                          <p:val>
                                            <p:strVal val="#ppt_y"/>
                                          </p:val>
                                        </p:tav>
                                        <p:tav tm="100000">
                                          <p:val>
                                            <p:strVal val="#ppt_y"/>
                                          </p:val>
                                        </p:tav>
                                      </p:tavLst>
                                    </p:anim>
                                    <p:anim calcmode="lin" valueType="num">
                                      <p:cBhvr>
                                        <p:cTn id="14" dur="500" fill="hold"/>
                                        <p:tgtEl>
                                          <p:spTgt spid="194565"/>
                                        </p:tgtEl>
                                        <p:attrNameLst>
                                          <p:attrName>ppt_w</p:attrName>
                                        </p:attrNameLst>
                                      </p:cBhvr>
                                      <p:tavLst>
                                        <p:tav tm="0">
                                          <p:val>
                                            <p:fltVal val="0"/>
                                          </p:val>
                                        </p:tav>
                                        <p:tav tm="100000">
                                          <p:val>
                                            <p:strVal val="#ppt_w"/>
                                          </p:val>
                                        </p:tav>
                                      </p:tavLst>
                                    </p:anim>
                                    <p:anim calcmode="lin" valueType="num">
                                      <p:cBhvr>
                                        <p:cTn id="15" dur="500" fill="hold"/>
                                        <p:tgtEl>
                                          <p:spTgt spid="194565"/>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P spid="194565" grpId="0"/>
      <p:bldP spid="3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1632575" y="929679"/>
            <a:ext cx="3248683" cy="584775"/>
          </a:xfrm>
          <a:prstGeom prst="rect">
            <a:avLst/>
          </a:prstGeom>
          <a:noFill/>
          <a:ln w="9525">
            <a:noFill/>
            <a:miter lim="800000"/>
            <a:headEnd/>
            <a:tailEnd/>
          </a:ln>
        </p:spPr>
        <p:txBody>
          <a:bodyPr wrap="square" anchor="ctr">
            <a:spAutoFit/>
          </a:bodyPr>
          <a:lstStyle/>
          <a:p>
            <a:pPr defTabSz="914400"/>
            <a:r>
              <a:rPr lang="zh-CN" altLang="en-US" sz="3200" dirty="0">
                <a:solidFill>
                  <a:srgbClr val="0000FF"/>
                </a:solidFill>
                <a:latin typeface="Times New Roman" pitchFamily="18" charset="0"/>
                <a:ea typeface="微软雅黑" pitchFamily="34" charset="-122"/>
                <a:cs typeface="Times New Roman" pitchFamily="18" charset="0"/>
              </a:rPr>
              <a:t> </a:t>
            </a:r>
            <a:r>
              <a:rPr lang="en-US" altLang="zh-CN" sz="3200" b="1" dirty="0">
                <a:solidFill>
                  <a:srgbClr val="0000FF"/>
                </a:solidFill>
                <a:latin typeface="Times New Roman" pitchFamily="18" charset="0"/>
                <a:ea typeface="微软雅黑" pitchFamily="34" charset="-122"/>
                <a:cs typeface="Times New Roman" pitchFamily="18" charset="0"/>
              </a:rPr>
              <a:t>2</a:t>
            </a:r>
            <a:r>
              <a:rPr lang="zh-CN" altLang="en-US" sz="3200" b="1" dirty="0">
                <a:solidFill>
                  <a:srgbClr val="0000FF"/>
                </a:solidFill>
                <a:latin typeface="Times New Roman" pitchFamily="18" charset="0"/>
                <a:ea typeface="微软雅黑" pitchFamily="34" charset="-122"/>
                <a:cs typeface="Times New Roman" pitchFamily="18" charset="0"/>
              </a:rPr>
              <a:t>．漂移</a:t>
            </a:r>
            <a:r>
              <a:rPr lang="zh-CN" altLang="en-US" sz="3200" dirty="0">
                <a:solidFill>
                  <a:srgbClr val="0000FF"/>
                </a:solidFill>
                <a:latin typeface="Times New Roman" pitchFamily="18" charset="0"/>
                <a:ea typeface="微软雅黑" pitchFamily="34" charset="-122"/>
                <a:cs typeface="Times New Roman" pitchFamily="18" charset="0"/>
              </a:rPr>
              <a:t> </a:t>
            </a:r>
          </a:p>
        </p:txBody>
      </p:sp>
      <p:sp>
        <p:nvSpPr>
          <p:cNvPr id="8" name="Rectangle 6"/>
          <p:cNvSpPr>
            <a:spLocks noChangeArrowheads="1"/>
          </p:cNvSpPr>
          <p:nvPr/>
        </p:nvSpPr>
        <p:spPr bwMode="auto">
          <a:xfrm>
            <a:off x="845468" y="1707192"/>
            <a:ext cx="7065633" cy="523220"/>
          </a:xfrm>
          <a:prstGeom prst="rect">
            <a:avLst/>
          </a:prstGeom>
          <a:noFill/>
          <a:ln w="9525">
            <a:noFill/>
            <a:miter lim="800000"/>
            <a:headEnd/>
            <a:tailEnd/>
          </a:ln>
        </p:spPr>
        <p:txBody>
          <a:bodyPr wrap="square" anchor="ctr">
            <a:spAutoFit/>
          </a:bodyPr>
          <a:lstStyle/>
          <a:p>
            <a:pPr defTabSz="914400"/>
            <a:r>
              <a:rPr lang="zh-CN" altLang="en-US" sz="2800" b="1" dirty="0">
                <a:solidFill>
                  <a:srgbClr val="0000FF"/>
                </a:solidFill>
                <a:latin typeface="Times New Roman" pitchFamily="18" charset="0"/>
                <a:ea typeface="微软雅黑" pitchFamily="34" charset="-122"/>
                <a:cs typeface="Times New Roman" pitchFamily="18" charset="0"/>
              </a:rPr>
              <a:t>漂移：</a:t>
            </a:r>
            <a:r>
              <a:rPr lang="zh-CN" altLang="en-US" sz="2800" b="1" dirty="0">
                <a:latin typeface="Times New Roman" pitchFamily="18" charset="0"/>
                <a:ea typeface="微软雅黑" pitchFamily="34" charset="-122"/>
                <a:cs typeface="Times New Roman" pitchFamily="18" charset="0"/>
              </a:rPr>
              <a:t>载流子受电场作用所发生的运动。</a:t>
            </a:r>
            <a:endParaRPr lang="el-GR" altLang="zh-CN" sz="2800" b="1" i="1" dirty="0">
              <a:latin typeface="Times New Roman" pitchFamily="18" charset="0"/>
              <a:ea typeface="微软雅黑" pitchFamily="34" charset="-122"/>
              <a:cs typeface="Times New Roman" pitchFamily="18" charset="0"/>
            </a:endParaRPr>
          </a:p>
        </p:txBody>
      </p:sp>
      <p:graphicFrame>
        <p:nvGraphicFramePr>
          <p:cNvPr id="9" name="Object 6"/>
          <p:cNvGraphicFramePr>
            <a:graphicFrameLocks noChangeAspect="1"/>
          </p:cNvGraphicFramePr>
          <p:nvPr>
            <p:extLst>
              <p:ext uri="{D42A27DB-BD31-4B8C-83A1-F6EECF244321}">
                <p14:modId xmlns:p14="http://schemas.microsoft.com/office/powerpoint/2010/main" val="1668619369"/>
              </p:ext>
            </p:extLst>
          </p:nvPr>
        </p:nvGraphicFramePr>
        <p:xfrm>
          <a:off x="5120944" y="6438935"/>
          <a:ext cx="1787835" cy="611797"/>
        </p:xfrm>
        <a:graphic>
          <a:graphicData uri="http://schemas.openxmlformats.org/presentationml/2006/ole">
            <mc:AlternateContent xmlns:mc="http://schemas.openxmlformats.org/markup-compatibility/2006">
              <mc:Choice xmlns:v="urn:schemas-microsoft-com:vml" Requires="v">
                <p:oleObj spid="_x0000_s17602" name="Equation" r:id="rId4" imgW="583920" imgH="203040" progId="">
                  <p:embed/>
                </p:oleObj>
              </mc:Choice>
              <mc:Fallback>
                <p:oleObj name="Equation" r:id="rId4" imgW="583920" imgH="20304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0944" y="6438935"/>
                        <a:ext cx="1787835" cy="611797"/>
                      </a:xfrm>
                      <a:prstGeom prst="rect">
                        <a:avLst/>
                      </a:prstGeom>
                      <a:solidFill>
                        <a:srgbClr val="FFFFCC"/>
                      </a:solidFill>
                    </p:spPr>
                  </p:pic>
                </p:oleObj>
              </mc:Fallback>
            </mc:AlternateContent>
          </a:graphicData>
        </a:graphic>
      </p:graphicFrame>
      <p:graphicFrame>
        <p:nvGraphicFramePr>
          <p:cNvPr id="10" name="Object 7"/>
          <p:cNvGraphicFramePr>
            <a:graphicFrameLocks noChangeAspect="1"/>
          </p:cNvGraphicFramePr>
          <p:nvPr>
            <p:extLst>
              <p:ext uri="{D42A27DB-BD31-4B8C-83A1-F6EECF244321}">
                <p14:modId xmlns:p14="http://schemas.microsoft.com/office/powerpoint/2010/main" val="2313700097"/>
              </p:ext>
            </p:extLst>
          </p:nvPr>
        </p:nvGraphicFramePr>
        <p:xfrm>
          <a:off x="5120944" y="5624550"/>
          <a:ext cx="1820492" cy="610608"/>
        </p:xfrm>
        <a:graphic>
          <a:graphicData uri="http://schemas.openxmlformats.org/presentationml/2006/ole">
            <mc:AlternateContent xmlns:mc="http://schemas.openxmlformats.org/markup-compatibility/2006">
              <mc:Choice xmlns:v="urn:schemas-microsoft-com:vml" Requires="v">
                <p:oleObj spid="_x0000_s17603" name="Equation" r:id="rId6" imgW="571320" imgH="190440" progId="Equation.DSMT4">
                  <p:embed/>
                </p:oleObj>
              </mc:Choice>
              <mc:Fallback>
                <p:oleObj name="Equation" r:id="rId6" imgW="571320" imgH="1904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0944" y="5624550"/>
                        <a:ext cx="1820492" cy="610608"/>
                      </a:xfrm>
                      <a:prstGeom prst="rect">
                        <a:avLst/>
                      </a:prstGeom>
                      <a:solidFill>
                        <a:srgbClr val="FFFFCC"/>
                      </a:solidFill>
                    </p:spPr>
                  </p:pic>
                </p:oleObj>
              </mc:Fallback>
            </mc:AlternateContent>
          </a:graphicData>
        </a:graphic>
      </p:graphicFrame>
      <p:sp>
        <p:nvSpPr>
          <p:cNvPr id="11" name="Rectangle 8"/>
          <p:cNvSpPr>
            <a:spLocks noChangeArrowheads="1"/>
          </p:cNvSpPr>
          <p:nvPr/>
        </p:nvSpPr>
        <p:spPr bwMode="auto">
          <a:xfrm>
            <a:off x="2252951" y="5706068"/>
            <a:ext cx="2428870" cy="523220"/>
          </a:xfrm>
          <a:prstGeom prst="rect">
            <a:avLst/>
          </a:prstGeom>
          <a:noFill/>
          <a:ln w="9525">
            <a:noFill/>
            <a:miter lim="800000"/>
            <a:headEnd/>
            <a:tailEnd/>
          </a:ln>
        </p:spPr>
        <p:txBody>
          <a:bodyPr wrap="none" anchor="ctr">
            <a:spAutoFit/>
          </a:bodyPr>
          <a:lstStyle/>
          <a:p>
            <a:pPr defTabSz="914400"/>
            <a:r>
              <a:rPr lang="zh-CN" altLang="en-US" sz="2800" b="1" dirty="0">
                <a:latin typeface="Times New Roman" pitchFamily="18" charset="0"/>
                <a:ea typeface="微软雅黑" pitchFamily="34" charset="-122"/>
                <a:cs typeface="Times New Roman" pitchFamily="18" charset="0"/>
              </a:rPr>
              <a:t>电子电导率：</a:t>
            </a:r>
            <a:r>
              <a:rPr lang="zh-CN" altLang="en-US" sz="2800" b="1" dirty="0">
                <a:solidFill>
                  <a:schemeClr val="bg1"/>
                </a:solidFill>
                <a:latin typeface="Times New Roman" pitchFamily="18" charset="0"/>
                <a:ea typeface="微软雅黑" pitchFamily="34" charset="-122"/>
                <a:cs typeface="Times New Roman" pitchFamily="18" charset="0"/>
              </a:rPr>
              <a:t> </a:t>
            </a:r>
          </a:p>
        </p:txBody>
      </p:sp>
      <p:sp>
        <p:nvSpPr>
          <p:cNvPr id="12" name="Rectangle 9"/>
          <p:cNvSpPr>
            <a:spLocks noChangeArrowheads="1"/>
          </p:cNvSpPr>
          <p:nvPr/>
        </p:nvSpPr>
        <p:spPr bwMode="auto">
          <a:xfrm>
            <a:off x="2211387" y="6441871"/>
            <a:ext cx="2428870" cy="523220"/>
          </a:xfrm>
          <a:prstGeom prst="rect">
            <a:avLst/>
          </a:prstGeom>
          <a:noFill/>
          <a:ln w="9525">
            <a:noFill/>
            <a:miter lim="800000"/>
            <a:headEnd/>
            <a:tailEnd/>
          </a:ln>
        </p:spPr>
        <p:txBody>
          <a:bodyPr wrap="none" anchor="ctr">
            <a:spAutoFit/>
          </a:bodyPr>
          <a:lstStyle/>
          <a:p>
            <a:pPr defTabSz="914400"/>
            <a:r>
              <a:rPr lang="zh-CN" altLang="en-US" sz="2800" b="1" dirty="0">
                <a:latin typeface="Times New Roman" pitchFamily="18" charset="0"/>
                <a:ea typeface="微软雅黑" pitchFamily="34" charset="-122"/>
                <a:cs typeface="Times New Roman" pitchFamily="18" charset="0"/>
              </a:rPr>
              <a:t>空穴电导率：</a:t>
            </a:r>
            <a:r>
              <a:rPr lang="zh-CN" altLang="en-US" sz="2800" b="1" dirty="0">
                <a:solidFill>
                  <a:schemeClr val="bg1"/>
                </a:solidFill>
                <a:latin typeface="Times New Roman" pitchFamily="18" charset="0"/>
                <a:ea typeface="微软雅黑" pitchFamily="34" charset="-122"/>
                <a:cs typeface="Times New Roman" pitchFamily="18" charset="0"/>
              </a:rPr>
              <a:t> </a:t>
            </a:r>
          </a:p>
        </p:txBody>
      </p:sp>
      <p:sp>
        <p:nvSpPr>
          <p:cNvPr id="15" name="Rectangle 6"/>
          <p:cNvSpPr>
            <a:spLocks noChangeArrowheads="1"/>
          </p:cNvSpPr>
          <p:nvPr/>
        </p:nvSpPr>
        <p:spPr bwMode="auto">
          <a:xfrm>
            <a:off x="819495" y="2401594"/>
            <a:ext cx="8529194" cy="523220"/>
          </a:xfrm>
          <a:prstGeom prst="rect">
            <a:avLst/>
          </a:prstGeom>
          <a:noFill/>
          <a:ln w="9525">
            <a:noFill/>
            <a:miter lim="800000"/>
            <a:headEnd/>
            <a:tailEnd/>
          </a:ln>
        </p:spPr>
        <p:txBody>
          <a:bodyPr wrap="square" anchor="ctr">
            <a:spAutoFit/>
          </a:bodyPr>
          <a:lstStyle/>
          <a:p>
            <a:pPr defTabSz="914400"/>
            <a:r>
              <a:rPr lang="zh-CN" altLang="en-US" sz="2800" b="1" dirty="0">
                <a:solidFill>
                  <a:srgbClr val="0000FF"/>
                </a:solidFill>
                <a:latin typeface="Times New Roman" pitchFamily="18" charset="0"/>
                <a:ea typeface="微软雅黑" pitchFamily="34" charset="-122"/>
                <a:cs typeface="Times New Roman" pitchFamily="18" charset="0"/>
              </a:rPr>
              <a:t>迁移率 </a:t>
            </a:r>
            <a:r>
              <a:rPr lang="el-GR" altLang="zh-CN" sz="2800" b="1" i="1" dirty="0">
                <a:solidFill>
                  <a:srgbClr val="0000FF"/>
                </a:solidFill>
                <a:latin typeface="Times New Roman" pitchFamily="18" charset="0"/>
                <a:ea typeface="微软雅黑" pitchFamily="34" charset="-122"/>
                <a:cs typeface="Times New Roman" pitchFamily="18" charset="0"/>
              </a:rPr>
              <a:t>μ</a:t>
            </a:r>
            <a:r>
              <a:rPr lang="zh-CN" altLang="en-US" sz="2800" b="1" dirty="0">
                <a:latin typeface="Times New Roman" pitchFamily="18" charset="0"/>
                <a:ea typeface="微软雅黑" pitchFamily="34" charset="-122"/>
                <a:cs typeface="Times New Roman" pitchFamily="18" charset="0"/>
              </a:rPr>
              <a:t>：单位电场作用下载流子所获得的速度大小。</a:t>
            </a:r>
            <a:endParaRPr lang="el-GR" altLang="zh-CN" sz="2800" b="1" dirty="0">
              <a:latin typeface="Times New Roman" pitchFamily="18" charset="0"/>
              <a:ea typeface="微软雅黑" pitchFamily="34" charset="-122"/>
              <a:cs typeface="Times New Roman" pitchFamily="18" charset="0"/>
            </a:endParaRPr>
          </a:p>
        </p:txBody>
      </p:sp>
      <p:graphicFrame>
        <p:nvGraphicFramePr>
          <p:cNvPr id="17" name="对象 16"/>
          <p:cNvGraphicFramePr>
            <a:graphicFrameLocks noChangeAspect="1"/>
          </p:cNvGraphicFramePr>
          <p:nvPr/>
        </p:nvGraphicFramePr>
        <p:xfrm>
          <a:off x="2373244" y="3209943"/>
          <a:ext cx="1318439" cy="472648"/>
        </p:xfrm>
        <a:graphic>
          <a:graphicData uri="http://schemas.openxmlformats.org/presentationml/2006/ole">
            <mc:AlternateContent xmlns:mc="http://schemas.openxmlformats.org/markup-compatibility/2006">
              <mc:Choice xmlns:v="urn:schemas-microsoft-com:vml" Requires="v">
                <p:oleObj spid="_x0000_s17604" name="Equation" r:id="rId8" imgW="507780" imgH="177723" progId="Equation.DSMT4">
                  <p:embed/>
                </p:oleObj>
              </mc:Choice>
              <mc:Fallback>
                <p:oleObj name="Equation" r:id="rId8" imgW="507780" imgH="17772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73244" y="3209943"/>
                        <a:ext cx="1318439" cy="472648"/>
                      </a:xfrm>
                      <a:prstGeom prst="rect">
                        <a:avLst/>
                      </a:prstGeom>
                      <a:noFill/>
                    </p:spPr>
                  </p:pic>
                </p:oleObj>
              </mc:Fallback>
            </mc:AlternateContent>
          </a:graphicData>
        </a:graphic>
      </p:graphicFrame>
      <p:graphicFrame>
        <p:nvGraphicFramePr>
          <p:cNvPr id="19" name="对象 18"/>
          <p:cNvGraphicFramePr>
            <a:graphicFrameLocks noChangeAspect="1"/>
          </p:cNvGraphicFramePr>
          <p:nvPr/>
        </p:nvGraphicFramePr>
        <p:xfrm>
          <a:off x="2300920" y="3957819"/>
          <a:ext cx="1284762" cy="460575"/>
        </p:xfrm>
        <a:graphic>
          <a:graphicData uri="http://schemas.openxmlformats.org/presentationml/2006/ole">
            <mc:AlternateContent xmlns:mc="http://schemas.openxmlformats.org/markup-compatibility/2006">
              <mc:Choice xmlns:v="urn:schemas-microsoft-com:vml" Requires="v">
                <p:oleObj spid="_x0000_s17605" name="Equation" r:id="rId10" imgW="507780" imgH="177723" progId="Equation.DSMT4">
                  <p:embed/>
                </p:oleObj>
              </mc:Choice>
              <mc:Fallback>
                <p:oleObj name="Equation" r:id="rId10" imgW="507780" imgH="17772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00920" y="3957819"/>
                        <a:ext cx="1284762" cy="460575"/>
                      </a:xfrm>
                      <a:prstGeom prst="rect">
                        <a:avLst/>
                      </a:prstGeom>
                      <a:noFill/>
                    </p:spPr>
                  </p:pic>
                </p:oleObj>
              </mc:Fallback>
            </mc:AlternateContent>
          </a:graphicData>
        </a:graphic>
      </p:graphicFrame>
      <p:graphicFrame>
        <p:nvGraphicFramePr>
          <p:cNvPr id="21" name="对象 20"/>
          <p:cNvGraphicFramePr>
            <a:graphicFrameLocks noChangeAspect="1"/>
          </p:cNvGraphicFramePr>
          <p:nvPr/>
        </p:nvGraphicFramePr>
        <p:xfrm>
          <a:off x="2300920" y="4566140"/>
          <a:ext cx="861661" cy="785069"/>
        </p:xfrm>
        <a:graphic>
          <a:graphicData uri="http://schemas.openxmlformats.org/presentationml/2006/ole">
            <mc:AlternateContent xmlns:mc="http://schemas.openxmlformats.org/markup-compatibility/2006">
              <mc:Choice xmlns:v="urn:schemas-microsoft-com:vml" Requires="v">
                <p:oleObj spid="_x0000_s17606" name="Equation" r:id="rId12" imgW="431613" imgH="393529" progId="Equation.DSMT4">
                  <p:embed/>
                </p:oleObj>
              </mc:Choice>
              <mc:Fallback>
                <p:oleObj name="Equation" r:id="rId12" imgW="431613" imgH="393529"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00920" y="4566140"/>
                        <a:ext cx="861661" cy="785069"/>
                      </a:xfrm>
                      <a:prstGeom prst="rect">
                        <a:avLst/>
                      </a:prstGeom>
                      <a:noFill/>
                    </p:spPr>
                  </p:pic>
                </p:oleObj>
              </mc:Fallback>
            </mc:AlternateContent>
          </a:graphicData>
        </a:graphic>
      </p:graphicFrame>
      <p:sp>
        <p:nvSpPr>
          <p:cNvPr id="22" name="圆柱形 21"/>
          <p:cNvSpPr/>
          <p:nvPr/>
        </p:nvSpPr>
        <p:spPr>
          <a:xfrm rot="16200000">
            <a:off x="10595633" y="2206784"/>
            <a:ext cx="1172496" cy="2633991"/>
          </a:xfrm>
          <a:prstGeom prst="can">
            <a:avLst>
              <a:gd name="adj" fmla="val 42260"/>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p:cNvCxnSpPr/>
          <p:nvPr/>
        </p:nvCxnSpPr>
        <p:spPr>
          <a:xfrm flipV="1">
            <a:off x="10637444" y="3502759"/>
            <a:ext cx="1113279" cy="1138"/>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对象 24"/>
          <p:cNvGraphicFramePr>
            <a:graphicFrameLocks noChangeAspect="1"/>
          </p:cNvGraphicFramePr>
          <p:nvPr/>
        </p:nvGraphicFramePr>
        <p:xfrm>
          <a:off x="11826154" y="3258718"/>
          <a:ext cx="290512" cy="448314"/>
        </p:xfrm>
        <a:graphic>
          <a:graphicData uri="http://schemas.openxmlformats.org/presentationml/2006/ole">
            <mc:AlternateContent xmlns:mc="http://schemas.openxmlformats.org/markup-compatibility/2006">
              <mc:Choice xmlns:v="urn:schemas-microsoft-com:vml" Requires="v">
                <p:oleObj spid="_x0000_s17607" name="Equation" r:id="rId14" imgW="114120" imgH="139680" progId="Equation.DSMT4">
                  <p:embed/>
                </p:oleObj>
              </mc:Choice>
              <mc:Fallback>
                <p:oleObj name="Equation" r:id="rId14" imgW="114120" imgH="139680" progId="Equation.DSMT4">
                  <p:embed/>
                  <p:pic>
                    <p:nvPicPr>
                      <p:cNvPr id="0" name=""/>
                      <p:cNvPicPr>
                        <a:picLocks noChangeAspect="1" noChangeArrowheads="1"/>
                      </p:cNvPicPr>
                      <p:nvPr/>
                    </p:nvPicPr>
                    <p:blipFill>
                      <a:blip r:embed="rId15"/>
                      <a:srcRect/>
                      <a:stretch>
                        <a:fillRect/>
                      </a:stretch>
                    </p:blipFill>
                    <p:spPr bwMode="auto">
                      <a:xfrm>
                        <a:off x="11826154" y="3258718"/>
                        <a:ext cx="290512" cy="448314"/>
                      </a:xfrm>
                      <a:prstGeom prst="rect">
                        <a:avLst/>
                      </a:prstGeom>
                      <a:noFill/>
                    </p:spPr>
                  </p:pic>
                </p:oleObj>
              </mc:Fallback>
            </mc:AlternateContent>
          </a:graphicData>
        </a:graphic>
      </p:graphicFrame>
      <p:graphicFrame>
        <p:nvGraphicFramePr>
          <p:cNvPr id="26" name="对象 25"/>
          <p:cNvGraphicFramePr>
            <a:graphicFrameLocks noChangeAspect="1"/>
          </p:cNvGraphicFramePr>
          <p:nvPr/>
        </p:nvGraphicFramePr>
        <p:xfrm>
          <a:off x="11021543" y="3618413"/>
          <a:ext cx="320675" cy="361950"/>
        </p:xfrm>
        <a:graphic>
          <a:graphicData uri="http://schemas.openxmlformats.org/presentationml/2006/ole">
            <mc:AlternateContent xmlns:mc="http://schemas.openxmlformats.org/markup-compatibility/2006">
              <mc:Choice xmlns:v="urn:schemas-microsoft-com:vml" Requires="v">
                <p:oleObj spid="_x0000_s17608" name="Equation" r:id="rId16" imgW="126720" imgH="139680" progId="Equation.DSMT4">
                  <p:embed/>
                </p:oleObj>
              </mc:Choice>
              <mc:Fallback>
                <p:oleObj name="Equation" r:id="rId16" imgW="126720" imgH="139680" progId="Equation.DSMT4">
                  <p:embed/>
                  <p:pic>
                    <p:nvPicPr>
                      <p:cNvPr id="0" name=""/>
                      <p:cNvPicPr>
                        <a:picLocks noChangeAspect="1" noChangeArrowheads="1"/>
                      </p:cNvPicPr>
                      <p:nvPr/>
                    </p:nvPicPr>
                    <p:blipFill>
                      <a:blip r:embed="rId17"/>
                      <a:srcRect/>
                      <a:stretch>
                        <a:fillRect/>
                      </a:stretch>
                    </p:blipFill>
                    <p:spPr bwMode="auto">
                      <a:xfrm>
                        <a:off x="11021543" y="3618413"/>
                        <a:ext cx="320675" cy="361950"/>
                      </a:xfrm>
                      <a:prstGeom prst="rect">
                        <a:avLst/>
                      </a:prstGeom>
                      <a:noFill/>
                    </p:spPr>
                  </p:pic>
                </p:oleObj>
              </mc:Fallback>
            </mc:AlternateContent>
          </a:graphicData>
        </a:graphic>
      </p:graphicFrame>
      <p:graphicFrame>
        <p:nvGraphicFramePr>
          <p:cNvPr id="27" name="对象 26"/>
          <p:cNvGraphicFramePr>
            <a:graphicFrameLocks noChangeAspect="1"/>
          </p:cNvGraphicFramePr>
          <p:nvPr/>
        </p:nvGraphicFramePr>
        <p:xfrm>
          <a:off x="9985921" y="3371062"/>
          <a:ext cx="262424" cy="342806"/>
        </p:xfrm>
        <a:graphic>
          <a:graphicData uri="http://schemas.openxmlformats.org/presentationml/2006/ole">
            <mc:AlternateContent xmlns:mc="http://schemas.openxmlformats.org/markup-compatibility/2006">
              <mc:Choice xmlns:v="urn:schemas-microsoft-com:vml" Requires="v">
                <p:oleObj spid="_x0000_s17609" name="Equation" r:id="rId18" imgW="139680" imgH="177480" progId="Equation.DSMT4">
                  <p:embed/>
                </p:oleObj>
              </mc:Choice>
              <mc:Fallback>
                <p:oleObj name="Equation" r:id="rId18" imgW="139680" imgH="177480" progId="Equation.DSMT4">
                  <p:embed/>
                  <p:pic>
                    <p:nvPicPr>
                      <p:cNvPr id="0" name=""/>
                      <p:cNvPicPr>
                        <a:picLocks noChangeAspect="1" noChangeArrowheads="1"/>
                      </p:cNvPicPr>
                      <p:nvPr/>
                    </p:nvPicPr>
                    <p:blipFill>
                      <a:blip r:embed="rId19"/>
                      <a:srcRect/>
                      <a:stretch>
                        <a:fillRect/>
                      </a:stretch>
                    </p:blipFill>
                    <p:spPr bwMode="auto">
                      <a:xfrm>
                        <a:off x="9985921" y="3371062"/>
                        <a:ext cx="262424" cy="342806"/>
                      </a:xfrm>
                      <a:prstGeom prst="rect">
                        <a:avLst/>
                      </a:prstGeom>
                      <a:noFill/>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660858473"/>
              </p:ext>
            </p:extLst>
          </p:nvPr>
        </p:nvGraphicFramePr>
        <p:xfrm>
          <a:off x="11116793" y="2213470"/>
          <a:ext cx="225425" cy="460375"/>
        </p:xfrm>
        <a:graphic>
          <a:graphicData uri="http://schemas.openxmlformats.org/presentationml/2006/ole">
            <mc:AlternateContent xmlns:mc="http://schemas.openxmlformats.org/markup-compatibility/2006">
              <mc:Choice xmlns:v="urn:schemas-microsoft-com:vml" Requires="v">
                <p:oleObj spid="_x0000_s17610" name="Equation" r:id="rId20" imgW="88560" imgH="177480" progId="Equation.DSMT4">
                  <p:embed/>
                </p:oleObj>
              </mc:Choice>
              <mc:Fallback>
                <p:oleObj name="Equation" r:id="rId20" imgW="88560" imgH="177480" progId="Equation.DSMT4">
                  <p:embed/>
                  <p:pic>
                    <p:nvPicPr>
                      <p:cNvPr id="0" name=""/>
                      <p:cNvPicPr>
                        <a:picLocks noChangeAspect="1" noChangeArrowheads="1"/>
                      </p:cNvPicPr>
                      <p:nvPr/>
                    </p:nvPicPr>
                    <p:blipFill>
                      <a:blip r:embed="rId21"/>
                      <a:srcRect/>
                      <a:stretch>
                        <a:fillRect/>
                      </a:stretch>
                    </p:blipFill>
                    <p:spPr bwMode="auto">
                      <a:xfrm>
                        <a:off x="11116793" y="2213470"/>
                        <a:ext cx="225425" cy="460375"/>
                      </a:xfrm>
                      <a:prstGeom prst="rect">
                        <a:avLst/>
                      </a:prstGeom>
                      <a:noFill/>
                    </p:spPr>
                  </p:pic>
                </p:oleObj>
              </mc:Fallback>
            </mc:AlternateContent>
          </a:graphicData>
        </a:graphic>
      </p:graphicFrame>
      <p:grpSp>
        <p:nvGrpSpPr>
          <p:cNvPr id="40" name="组合 39"/>
          <p:cNvGrpSpPr/>
          <p:nvPr/>
        </p:nvGrpSpPr>
        <p:grpSpPr>
          <a:xfrm>
            <a:off x="10117133" y="2492268"/>
            <a:ext cx="2189838" cy="460375"/>
            <a:chOff x="9522701" y="3283377"/>
            <a:chExt cx="2189838" cy="460375"/>
          </a:xfrm>
        </p:grpSpPr>
        <p:cxnSp>
          <p:nvCxnSpPr>
            <p:cNvPr id="31" name="直接连接符 30"/>
            <p:cNvCxnSpPr/>
            <p:nvPr/>
          </p:nvCxnSpPr>
          <p:spPr>
            <a:xfrm>
              <a:off x="9522701" y="3283377"/>
              <a:ext cx="0" cy="460375"/>
            </a:xfrm>
            <a:prstGeom prst="line">
              <a:avLst/>
            </a:prstGeom>
            <a:ln w="317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1709384" y="3283377"/>
              <a:ext cx="3155" cy="460375"/>
            </a:xfrm>
            <a:prstGeom prst="line">
              <a:avLst/>
            </a:prstGeom>
            <a:ln w="317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9522701" y="3457549"/>
              <a:ext cx="2186683" cy="0"/>
            </a:xfrm>
            <a:prstGeom prst="straightConnector1">
              <a:avLst/>
            </a:prstGeom>
            <a:ln w="31750">
              <a:solidFill>
                <a:srgbClr val="FF0000"/>
              </a:solidFill>
              <a:headEnd type="stealth"/>
              <a:tailEnd type="stealth"/>
            </a:ln>
          </p:spPr>
          <p:style>
            <a:lnRef idx="1">
              <a:schemeClr val="accent1"/>
            </a:lnRef>
            <a:fillRef idx="0">
              <a:schemeClr val="accent1"/>
            </a:fillRef>
            <a:effectRef idx="0">
              <a:schemeClr val="accent1"/>
            </a:effectRef>
            <a:fontRef idx="minor">
              <a:schemeClr val="tx1"/>
            </a:fontRef>
          </p:style>
        </p:cxnSp>
      </p:grpSp>
      <p:graphicFrame>
        <p:nvGraphicFramePr>
          <p:cNvPr id="37" name="对象 36"/>
          <p:cNvGraphicFramePr>
            <a:graphicFrameLocks noChangeAspect="1"/>
          </p:cNvGraphicFramePr>
          <p:nvPr>
            <p:extLst>
              <p:ext uri="{D42A27DB-BD31-4B8C-83A1-F6EECF244321}">
                <p14:modId xmlns:p14="http://schemas.microsoft.com/office/powerpoint/2010/main" val="3821344222"/>
              </p:ext>
            </p:extLst>
          </p:nvPr>
        </p:nvGraphicFramePr>
        <p:xfrm>
          <a:off x="9856934" y="4915363"/>
          <a:ext cx="2825523" cy="871690"/>
        </p:xfrm>
        <a:graphic>
          <a:graphicData uri="http://schemas.openxmlformats.org/presentationml/2006/ole">
            <mc:AlternateContent xmlns:mc="http://schemas.openxmlformats.org/markup-compatibility/2006">
              <mc:Choice xmlns:v="urn:schemas-microsoft-com:vml" Requires="v">
                <p:oleObj spid="_x0000_s17611" name="Equation" r:id="rId22" imgW="1307880" imgH="393480" progId="Equation.DSMT4">
                  <p:embed/>
                </p:oleObj>
              </mc:Choice>
              <mc:Fallback>
                <p:oleObj name="Equation" r:id="rId22" imgW="1307880" imgH="393480" progId="Equation.DSMT4">
                  <p:embed/>
                  <p:pic>
                    <p:nvPicPr>
                      <p:cNvPr id="0" name=""/>
                      <p:cNvPicPr>
                        <a:picLocks noChangeAspect="1" noChangeArrowheads="1"/>
                      </p:cNvPicPr>
                      <p:nvPr/>
                    </p:nvPicPr>
                    <p:blipFill>
                      <a:blip r:embed="rId23"/>
                      <a:srcRect/>
                      <a:stretch>
                        <a:fillRect/>
                      </a:stretch>
                    </p:blipFill>
                    <p:spPr bwMode="auto">
                      <a:xfrm>
                        <a:off x="9856934" y="4915363"/>
                        <a:ext cx="2825523" cy="871690"/>
                      </a:xfrm>
                      <a:prstGeom prst="rect">
                        <a:avLst/>
                      </a:prstGeom>
                      <a:noFill/>
                    </p:spPr>
                  </p:pic>
                </p:oleObj>
              </mc:Fallback>
            </mc:AlternateContent>
          </a:graphicData>
        </a:graphic>
      </p:graphicFrame>
      <p:sp>
        <p:nvSpPr>
          <p:cNvPr id="38" name="右大括号 37"/>
          <p:cNvSpPr/>
          <p:nvPr/>
        </p:nvSpPr>
        <p:spPr>
          <a:xfrm>
            <a:off x="3998509" y="3457549"/>
            <a:ext cx="514826" cy="1621831"/>
          </a:xfrm>
          <a:prstGeom prst="rightBrace">
            <a:avLst/>
          </a:prstGeom>
          <a:ln w="317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39" name="Object 7"/>
          <p:cNvGraphicFramePr>
            <a:graphicFrameLocks noChangeAspect="1"/>
          </p:cNvGraphicFramePr>
          <p:nvPr/>
        </p:nvGraphicFramePr>
        <p:xfrm>
          <a:off x="4926162" y="3993289"/>
          <a:ext cx="2120445" cy="512177"/>
        </p:xfrm>
        <a:graphic>
          <a:graphicData uri="http://schemas.openxmlformats.org/presentationml/2006/ole">
            <mc:AlternateContent xmlns:mc="http://schemas.openxmlformats.org/markup-compatibility/2006">
              <mc:Choice xmlns:v="urn:schemas-microsoft-com:vml" Requires="v">
                <p:oleObj spid="_x0000_s17612" name="Equation" r:id="rId24" imgW="482400" imgH="152280" progId="Equation.DSMT4">
                  <p:embed/>
                </p:oleObj>
              </mc:Choice>
              <mc:Fallback>
                <p:oleObj name="Equation" r:id="rId24" imgW="482400" imgH="152280" progId="Equation.DSMT4">
                  <p:embed/>
                  <p:pic>
                    <p:nvPicPr>
                      <p:cNvPr id="0" name=""/>
                      <p:cNvPicPr>
                        <a:picLocks noChangeAspect="1" noChangeArrowheads="1"/>
                      </p:cNvPicPr>
                      <p:nvPr/>
                    </p:nvPicPr>
                    <p:blipFill>
                      <a:blip r:embed="rId25"/>
                      <a:srcRect/>
                      <a:stretch>
                        <a:fillRect/>
                      </a:stretch>
                    </p:blipFill>
                    <p:spPr bwMode="auto">
                      <a:xfrm>
                        <a:off x="4926162" y="3993289"/>
                        <a:ext cx="2120445" cy="512177"/>
                      </a:xfrm>
                      <a:prstGeom prst="rect">
                        <a:avLst/>
                      </a:prstGeom>
                      <a:solidFill>
                        <a:srgbClr val="FFFFCC"/>
                      </a:solidFill>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1070427527"/>
              </p:ext>
            </p:extLst>
          </p:nvPr>
        </p:nvGraphicFramePr>
        <p:xfrm>
          <a:off x="10577277" y="6578104"/>
          <a:ext cx="1539389" cy="551234"/>
        </p:xfrm>
        <a:graphic>
          <a:graphicData uri="http://schemas.openxmlformats.org/presentationml/2006/ole">
            <mc:AlternateContent xmlns:mc="http://schemas.openxmlformats.org/markup-compatibility/2006">
              <mc:Choice xmlns:v="urn:schemas-microsoft-com:vml" Requires="v">
                <p:oleObj spid="_x0000_s17613" name="Equation" r:id="rId26" imgW="507960" imgH="177480" progId="Equation.DSMT4">
                  <p:embed/>
                </p:oleObj>
              </mc:Choice>
              <mc:Fallback>
                <p:oleObj name="Equation" r:id="rId26" imgW="507960" imgH="177480" progId="Equation.DSMT4">
                  <p:embed/>
                  <p:pic>
                    <p:nvPicPr>
                      <p:cNvPr id="0" name=""/>
                      <p:cNvPicPr>
                        <a:picLocks noChangeAspect="1" noChangeArrowheads="1"/>
                      </p:cNvPicPr>
                      <p:nvPr/>
                    </p:nvPicPr>
                    <p:blipFill>
                      <a:blip r:embed="rId27"/>
                      <a:srcRect/>
                      <a:stretch>
                        <a:fillRect/>
                      </a:stretch>
                    </p:blipFill>
                    <p:spPr bwMode="auto">
                      <a:xfrm>
                        <a:off x="10577277" y="6578104"/>
                        <a:ext cx="1539389" cy="551234"/>
                      </a:xfrm>
                      <a:prstGeom prst="rect">
                        <a:avLst/>
                      </a:prstGeom>
                      <a:noFill/>
                    </p:spPr>
                  </p:pic>
                </p:oleObj>
              </mc:Fallback>
            </mc:AlternateContent>
          </a:graphicData>
        </a:graphic>
      </p:graphicFrame>
      <p:sp>
        <p:nvSpPr>
          <p:cNvPr id="42" name="下箭头 41"/>
          <p:cNvSpPr/>
          <p:nvPr/>
        </p:nvSpPr>
        <p:spPr>
          <a:xfrm>
            <a:off x="11021543" y="5991370"/>
            <a:ext cx="585627" cy="418406"/>
          </a:xfrm>
          <a:prstGeom prst="downArrow">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下箭头 42"/>
          <p:cNvSpPr/>
          <p:nvPr/>
        </p:nvSpPr>
        <p:spPr>
          <a:xfrm>
            <a:off x="10931483" y="4412760"/>
            <a:ext cx="585627" cy="418406"/>
          </a:xfrm>
          <a:prstGeom prst="downArrow">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下箭头 43"/>
          <p:cNvSpPr/>
          <p:nvPr/>
        </p:nvSpPr>
        <p:spPr>
          <a:xfrm>
            <a:off x="5400757" y="4777745"/>
            <a:ext cx="1023112" cy="573463"/>
          </a:xfrm>
          <a:prstGeom prst="downArrow">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60">
            <a:extLst>
              <a:ext uri="{FF2B5EF4-FFF2-40B4-BE49-F238E27FC236}">
                <a16:creationId xmlns:a16="http://schemas.microsoft.com/office/drawing/2014/main" xmlns="" id="{0D684188-C0BE-43EC-B713-CA22ABEBA708}"/>
              </a:ext>
            </a:extLst>
          </p:cNvPr>
          <p:cNvSpPr txBox="1"/>
          <p:nvPr/>
        </p:nvSpPr>
        <p:spPr>
          <a:xfrm>
            <a:off x="1502228" y="293282"/>
            <a:ext cx="4051489"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载流子的扩散与漂移</a:t>
            </a:r>
          </a:p>
        </p:txBody>
      </p:sp>
      <p:sp>
        <p:nvSpPr>
          <p:cNvPr id="35" name="矩形 34">
            <a:extLst>
              <a:ext uri="{FF2B5EF4-FFF2-40B4-BE49-F238E27FC236}">
                <a16:creationId xmlns:a16="http://schemas.microsoft.com/office/drawing/2014/main" xmlns="" id="{9B65927C-48B0-48C7-B5B0-E2B4A1602624}"/>
              </a:ext>
            </a:extLst>
          </p:cNvPr>
          <p:cNvSpPr/>
          <p:nvPr/>
        </p:nvSpPr>
        <p:spPr>
          <a:xfrm>
            <a:off x="10019131" y="329189"/>
            <a:ext cx="1448470"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45" name="矩形 44">
            <a:extLst>
              <a:ext uri="{FF2B5EF4-FFF2-40B4-BE49-F238E27FC236}">
                <a16:creationId xmlns:a16="http://schemas.microsoft.com/office/drawing/2014/main" xmlns="" id="{9686A49D-F0EE-4B46-8C0C-74A322EB715E}"/>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xmlns="" id="{C62C35D1-A75E-4946-96BE-DB0300358D82}"/>
              </a:ext>
            </a:extLst>
          </p:cNvPr>
          <p:cNvSpPr/>
          <p:nvPr/>
        </p:nvSpPr>
        <p:spPr>
          <a:xfrm>
            <a:off x="292837" y="293282"/>
            <a:ext cx="1129236"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2.1.5</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47" name="矩形 46">
            <a:extLst>
              <a:ext uri="{FF2B5EF4-FFF2-40B4-BE49-F238E27FC236}">
                <a16:creationId xmlns:a16="http://schemas.microsoft.com/office/drawing/2014/main" xmlns="" id="{FBF9D6DF-D60C-43CB-A903-1CE439F04E2B}"/>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8" name="矩形 47">
            <a:extLst>
              <a:ext uri="{FF2B5EF4-FFF2-40B4-BE49-F238E27FC236}">
                <a16:creationId xmlns:a16="http://schemas.microsoft.com/office/drawing/2014/main" xmlns="" id="{C5E10D72-C083-4BF8-A3EC-9122FE119799}"/>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cxnSp>
        <p:nvCxnSpPr>
          <p:cNvPr id="49" name="直接连接符 58">
            <a:extLst>
              <a:ext uri="{FF2B5EF4-FFF2-40B4-BE49-F238E27FC236}">
                <a16:creationId xmlns:a16="http://schemas.microsoft.com/office/drawing/2014/main" xmlns="" id="{2C16668E-3E01-485E-BE47-2BE1F9500248}"/>
              </a:ext>
            </a:extLst>
          </p:cNvPr>
          <p:cNvCxnSpPr>
            <a:cxnSpLocks/>
          </p:cNvCxnSpPr>
          <p:nvPr/>
        </p:nvCxnSpPr>
        <p:spPr>
          <a:xfrm flipV="1">
            <a:off x="1587954"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48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ppt_x</p:attrName>
                                        </p:attrNameLst>
                                      </p:cBhvr>
                                      <p:tavLst>
                                        <p:tav tm="0">
                                          <p:val>
                                            <p:strVal val="#ppt_x-#ppt_w/2"/>
                                          </p:val>
                                        </p:tav>
                                        <p:tav tm="100000">
                                          <p:val>
                                            <p:strVal val="#ppt_x"/>
                                          </p:val>
                                        </p:tav>
                                      </p:tavLst>
                                    </p:anim>
                                    <p:anim calcmode="lin" valueType="num">
                                      <p:cBhvr>
                                        <p:cTn id="13" dur="500" fill="hold"/>
                                        <p:tgtEl>
                                          <p:spTgt spid="8"/>
                                        </p:tgtEl>
                                        <p:attrNameLst>
                                          <p:attrName>ppt_y</p:attrName>
                                        </p:attrNameLst>
                                      </p:cBhvr>
                                      <p:tavLst>
                                        <p:tav tm="0">
                                          <p:val>
                                            <p:strVal val="#ppt_y"/>
                                          </p:val>
                                        </p:tav>
                                        <p:tav tm="100000">
                                          <p:val>
                                            <p:strVal val="#ppt_y"/>
                                          </p:val>
                                        </p:tav>
                                      </p:tavLst>
                                    </p:anim>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ppt_x</p:attrName>
                                        </p:attrNameLst>
                                      </p:cBhvr>
                                      <p:tavLst>
                                        <p:tav tm="0">
                                          <p:val>
                                            <p:strVal val="#ppt_x-#ppt_w/2"/>
                                          </p:val>
                                        </p:tav>
                                        <p:tav tm="100000">
                                          <p:val>
                                            <p:strVal val="#ppt_x"/>
                                          </p:val>
                                        </p:tav>
                                      </p:tavLst>
                                    </p:anim>
                                    <p:anim calcmode="lin" valueType="num">
                                      <p:cBhvr>
                                        <p:cTn id="21" dur="500" fill="hold"/>
                                        <p:tgtEl>
                                          <p:spTgt spid="15"/>
                                        </p:tgtEl>
                                        <p:attrNameLst>
                                          <p:attrName>ppt_y</p:attrName>
                                        </p:attrNameLst>
                                      </p:cBhvr>
                                      <p:tavLst>
                                        <p:tav tm="0">
                                          <p:val>
                                            <p:strVal val="#ppt_y"/>
                                          </p:val>
                                        </p:tav>
                                        <p:tav tm="100000">
                                          <p:val>
                                            <p:strVal val="#ppt_y"/>
                                          </p:val>
                                        </p:tav>
                                      </p:tavLst>
                                    </p:anim>
                                    <p:anim calcmode="lin" valueType="num">
                                      <p:cBhvr>
                                        <p:cTn id="22" dur="500" fill="hold"/>
                                        <p:tgtEl>
                                          <p:spTgt spid="15"/>
                                        </p:tgtEl>
                                        <p:attrNameLst>
                                          <p:attrName>ppt_w</p:attrName>
                                        </p:attrNameLst>
                                      </p:cBhvr>
                                      <p:tavLst>
                                        <p:tav tm="0">
                                          <p:val>
                                            <p:fltVal val="0"/>
                                          </p:val>
                                        </p:tav>
                                        <p:tav tm="100000">
                                          <p:val>
                                            <p:strVal val="#ppt_w"/>
                                          </p:val>
                                        </p:tav>
                                      </p:tavLst>
                                    </p:anim>
                                    <p:anim calcmode="lin" valueType="num">
                                      <p:cBhvr>
                                        <p:cTn id="23"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4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5"/>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37"/>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4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9"/>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21"/>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38"/>
                                        </p:tgtEl>
                                        <p:attrNameLst>
                                          <p:attrName>style.visibility</p:attrName>
                                        </p:attrNameLst>
                                      </p:cBhvr>
                                      <p:to>
                                        <p:strVal val="visible"/>
                                      </p:to>
                                    </p:set>
                                    <p:animEffect transition="in" filter="wipe(down)">
                                      <p:cBhvr>
                                        <p:cTn id="84" dur="500"/>
                                        <p:tgtEl>
                                          <p:spTgt spid="38"/>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1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1" grpId="0"/>
      <p:bldP spid="12" grpId="0"/>
      <p:bldP spid="15" grpId="0"/>
      <p:bldP spid="22" grpId="0" animBg="1"/>
      <p:bldP spid="38" grpId="0" animBg="1"/>
      <p:bldP spid="42" grpId="0" animBg="1"/>
      <p:bldP spid="43" grpId="0" animBg="1"/>
      <p:bldP spid="44" grpId="0" animBg="1"/>
    </p:bld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w="9525">
          <a:noFill/>
          <a:miter lim="800000"/>
          <a:headEnd/>
          <a:tailEnd/>
        </a:ln>
      </a:spPr>
      <a:bodyPr wrap="square">
        <a:spAutoFit/>
      </a:bodyPr>
      <a:lstStyle>
        <a:defPPr defTabSz="914400">
          <a:lnSpc>
            <a:spcPct val="150000"/>
          </a:lnSpc>
          <a:spcBef>
            <a:spcPts val="0"/>
          </a:spcBef>
          <a:defRPr kumimoji="1" sz="2400" b="1" dirty="0" smtClean="0">
            <a:latin typeface="微软雅黑" pitchFamily="34" charset="-122"/>
            <a:ea typeface="微软雅黑"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1968</TotalTime>
  <Words>2974</Words>
  <Application>Microsoft Office PowerPoint</Application>
  <PresentationFormat>自定义</PresentationFormat>
  <Paragraphs>576</Paragraphs>
  <Slides>37</Slides>
  <Notes>18</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vt:i4>
      </vt:variant>
      <vt:variant>
        <vt:lpstr>幻灯片标题</vt:lpstr>
      </vt:variant>
      <vt:variant>
        <vt:i4>37</vt:i4>
      </vt:variant>
    </vt:vector>
  </HeadingPairs>
  <TitlesOfParts>
    <vt:vector size="57" baseType="lpstr">
      <vt:lpstr>Yu Gothic UI</vt:lpstr>
      <vt:lpstr>阿里巴巴普惠体 M</vt:lpstr>
      <vt:lpstr>阿里巴巴普惠体 R</vt:lpstr>
      <vt:lpstr>冬青黑体简体中文 W3</vt:lpstr>
      <vt:lpstr>冬青黑体简体中文 W6</vt:lpstr>
      <vt:lpstr>黑体</vt:lpstr>
      <vt:lpstr>楷体_GB2312</vt:lpstr>
      <vt:lpstr>宋体</vt:lpstr>
      <vt:lpstr>微软雅黑</vt:lpstr>
      <vt:lpstr>微软雅黑</vt:lpstr>
      <vt:lpstr>Arial</vt:lpstr>
      <vt:lpstr>Calibri</vt:lpstr>
      <vt:lpstr>Calibri Light</vt:lpstr>
      <vt:lpstr>Microsoft Yi Baiti</vt:lpstr>
      <vt:lpstr>Times New Roman</vt:lpstr>
      <vt:lpstr>Wingdings</vt:lpstr>
      <vt:lpstr>光电技术模板-2015-6-18</vt:lpstr>
      <vt:lpstr>公式</vt:lpstr>
      <vt:lpstr>Equation</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费米能级Ef 的物理意义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user</cp:lastModifiedBy>
  <cp:revision>116</cp:revision>
  <dcterms:created xsi:type="dcterms:W3CDTF">2015-06-18T01:42:52Z</dcterms:created>
  <dcterms:modified xsi:type="dcterms:W3CDTF">2023-02-23T08:11:25Z</dcterms:modified>
</cp:coreProperties>
</file>