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3" r:id="rId2"/>
    <p:sldId id="376" r:id="rId3"/>
    <p:sldId id="377" r:id="rId4"/>
    <p:sldId id="288" r:id="rId5"/>
    <p:sldId id="275" r:id="rId6"/>
    <p:sldId id="276" r:id="rId7"/>
    <p:sldId id="277" r:id="rId8"/>
    <p:sldId id="378" r:id="rId9"/>
    <p:sldId id="291" r:id="rId10"/>
    <p:sldId id="292" r:id="rId11"/>
    <p:sldId id="293" r:id="rId12"/>
    <p:sldId id="379" r:id="rId13"/>
    <p:sldId id="295" r:id="rId14"/>
    <p:sldId id="296" r:id="rId15"/>
    <p:sldId id="297" r:id="rId16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91" autoAdjust="0"/>
    <p:restoredTop sz="94660"/>
  </p:normalViewPr>
  <p:slideViewPr>
    <p:cSldViewPr snapToGrid="0">
      <p:cViewPr varScale="1">
        <p:scale>
          <a:sx n="92" d="100"/>
          <a:sy n="92" d="100"/>
        </p:scale>
        <p:origin x="87" y="105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69084A-526A-4470-AA35-7ED4AA65A0E9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779A588-270A-487C-88D2-F0163ABBD6E0}">
      <dgm:prSet phldrT="[文本]" custT="1"/>
      <dgm:spPr>
        <a:solidFill>
          <a:srgbClr val="FF99FF"/>
        </a:solidFill>
      </dgm:spPr>
      <dgm:t>
        <a:bodyPr/>
        <a:lstStyle/>
        <a:p>
          <a:r>
            <a: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特点</a:t>
          </a:r>
        </a:p>
      </dgm:t>
    </dgm:pt>
    <dgm:pt modelId="{ECA4527F-2527-41FA-B5E4-526CBFDAE6B1}" type="par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0E405C3D-2114-4F21-99DB-CFE3B4797D8B}" type="sib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CF54486E-E8B5-4C02-AE33-F8365F6969EB}">
      <dgm:prSet phldrT="[文本]" custT="1"/>
      <dgm:spPr>
        <a:solidFill>
          <a:srgbClr val="FFFF00"/>
        </a:solidFill>
      </dgm:spPr>
      <dgm:t>
        <a:bodyPr/>
        <a:lstStyle/>
        <a:p>
          <a:r>
            <a: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灵敏度高</a:t>
          </a:r>
        </a:p>
      </dgm:t>
    </dgm:pt>
    <dgm:pt modelId="{C44C2029-BEB8-47B5-B2EA-720BF125AAFB}" type="parTrans" cxnId="{62FB6D7C-585C-472B-B900-8046510366A0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29601C67-09F1-4BE6-965F-13C06E795D56}" type="sibTrans" cxnId="{62FB6D7C-585C-472B-B900-8046510366A0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F155EF20-C8CC-450D-8369-03F526B51DB9}">
      <dgm:prSet phldrT="[文本]" custT="1"/>
      <dgm:spPr>
        <a:solidFill>
          <a:srgbClr val="FFC000"/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信号处理简单</a:t>
          </a:r>
        </a:p>
      </dgm:t>
    </dgm:pt>
    <dgm:pt modelId="{5DB30950-4637-4405-B6B0-6BD05234472C}" type="parTrans" cxnId="{62522632-7519-40CD-B754-4F3AB16436BF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EA1E1860-14F6-474C-80ED-AE353E6C7834}" type="sibTrans" cxnId="{62522632-7519-40CD-B754-4F3AB16436BF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9D4CFAB3-AE99-4314-90A8-B1F2119568E6}">
      <dgm:prSet phldrT="[文本]" custT="1"/>
      <dgm:spPr>
        <a:solidFill>
          <a:srgbClr val="92D050"/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抗干扰强</a:t>
          </a:r>
        </a:p>
      </dgm:t>
    </dgm:pt>
    <dgm:pt modelId="{61940A9D-11EA-4918-A213-E3E01AD35B36}" type="parTrans" cxnId="{7ACD8C74-8F2C-4E08-B834-A71FD22788DD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0DDAD213-4C59-48EC-9D89-01E6C9D62BA8}" type="sibTrans" cxnId="{7ACD8C74-8F2C-4E08-B834-A71FD22788DD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4677DDB3-AC4C-464C-B0A6-CA5E153C97F6}" type="pres">
      <dgm:prSet presAssocID="{9569084A-526A-4470-AA35-7ED4AA65A0E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462DF8B-6B03-41BE-B43E-800A56A5B3F1}" type="pres">
      <dgm:prSet presAssocID="{7779A588-270A-487C-88D2-F0163ABBD6E0}" presName="centerShape" presStyleLbl="node0" presStyleIdx="0" presStyleCnt="1" custScaleX="144937" custScaleY="142677" custLinFactNeighborX="2435" custLinFactNeighborY="-1587"/>
      <dgm:spPr/>
    </dgm:pt>
    <dgm:pt modelId="{504D47E8-5648-46B9-9373-7181EC5380C9}" type="pres">
      <dgm:prSet presAssocID="{C44C2029-BEB8-47B5-B2EA-720BF125AAFB}" presName="parTrans" presStyleLbl="sibTrans2D1" presStyleIdx="0" presStyleCnt="3"/>
      <dgm:spPr/>
    </dgm:pt>
    <dgm:pt modelId="{DBEA04CF-9B7C-4988-998A-B06DA225C023}" type="pres">
      <dgm:prSet presAssocID="{C44C2029-BEB8-47B5-B2EA-720BF125AAFB}" presName="connectorText" presStyleLbl="sibTrans2D1" presStyleIdx="0" presStyleCnt="3"/>
      <dgm:spPr/>
    </dgm:pt>
    <dgm:pt modelId="{437BBCD7-3628-4CC9-8B89-F493762A0A9F}" type="pres">
      <dgm:prSet presAssocID="{CF54486E-E8B5-4C02-AE33-F8365F6969EB}" presName="node" presStyleLbl="node1" presStyleIdx="0" presStyleCnt="3" custScaleX="124027" custScaleY="117093" custRadScaleRad="98110" custRadScaleInc="-1858">
        <dgm:presLayoutVars>
          <dgm:bulletEnabled val="1"/>
        </dgm:presLayoutVars>
      </dgm:prSet>
      <dgm:spPr/>
    </dgm:pt>
    <dgm:pt modelId="{18AE9004-8FE6-4F5B-8CBF-20FA174B5975}" type="pres">
      <dgm:prSet presAssocID="{5DB30950-4637-4405-B6B0-6BD05234472C}" presName="parTrans" presStyleLbl="sibTrans2D1" presStyleIdx="1" presStyleCnt="3"/>
      <dgm:spPr/>
    </dgm:pt>
    <dgm:pt modelId="{7739EB58-CE34-401B-8C51-48860D7A1660}" type="pres">
      <dgm:prSet presAssocID="{5DB30950-4637-4405-B6B0-6BD05234472C}" presName="connectorText" presStyleLbl="sibTrans2D1" presStyleIdx="1" presStyleCnt="3"/>
      <dgm:spPr/>
    </dgm:pt>
    <dgm:pt modelId="{06D8C5A0-E7E5-4A3B-84E2-156D853A274C}" type="pres">
      <dgm:prSet presAssocID="{F155EF20-C8CC-450D-8369-03F526B51DB9}" presName="node" presStyleLbl="node1" presStyleIdx="1" presStyleCnt="3" custScaleX="120499" custScaleY="120218">
        <dgm:presLayoutVars>
          <dgm:bulletEnabled val="1"/>
        </dgm:presLayoutVars>
      </dgm:prSet>
      <dgm:spPr/>
    </dgm:pt>
    <dgm:pt modelId="{4F567D5A-F649-416C-9F4F-F1666CD6DAED}" type="pres">
      <dgm:prSet presAssocID="{61940A9D-11EA-4918-A213-E3E01AD35B36}" presName="parTrans" presStyleLbl="sibTrans2D1" presStyleIdx="2" presStyleCnt="3"/>
      <dgm:spPr/>
    </dgm:pt>
    <dgm:pt modelId="{0EA3E284-A71B-442F-B37F-E21AA5E53820}" type="pres">
      <dgm:prSet presAssocID="{61940A9D-11EA-4918-A213-E3E01AD35B36}" presName="connectorText" presStyleLbl="sibTrans2D1" presStyleIdx="2" presStyleCnt="3"/>
      <dgm:spPr/>
    </dgm:pt>
    <dgm:pt modelId="{9277782A-FB05-4363-8DE0-0FE55906615C}" type="pres">
      <dgm:prSet presAssocID="{9D4CFAB3-AE99-4314-90A8-B1F2119568E6}" presName="node" presStyleLbl="node1" presStyleIdx="2" presStyleCnt="3" custScaleX="128288" custScaleY="134283">
        <dgm:presLayoutVars>
          <dgm:bulletEnabled val="1"/>
        </dgm:presLayoutVars>
      </dgm:prSet>
      <dgm:spPr/>
    </dgm:pt>
  </dgm:ptLst>
  <dgm:cxnLst>
    <dgm:cxn modelId="{4B49BB03-47C9-4E26-8A37-F1E2BE44F3D5}" type="presOf" srcId="{9569084A-526A-4470-AA35-7ED4AA65A0E9}" destId="{4677DDB3-AC4C-464C-B0A6-CA5E153C97F6}" srcOrd="0" destOrd="0" presId="urn:microsoft.com/office/officeart/2005/8/layout/radial5"/>
    <dgm:cxn modelId="{454B6B12-128E-49B4-9875-98347E43557B}" srcId="{9569084A-526A-4470-AA35-7ED4AA65A0E9}" destId="{7779A588-270A-487C-88D2-F0163ABBD6E0}" srcOrd="0" destOrd="0" parTransId="{ECA4527F-2527-41FA-B5E4-526CBFDAE6B1}" sibTransId="{0E405C3D-2114-4F21-99DB-CFE3B4797D8B}"/>
    <dgm:cxn modelId="{62522632-7519-40CD-B754-4F3AB16436BF}" srcId="{7779A588-270A-487C-88D2-F0163ABBD6E0}" destId="{F155EF20-C8CC-450D-8369-03F526B51DB9}" srcOrd="1" destOrd="0" parTransId="{5DB30950-4637-4405-B6B0-6BD05234472C}" sibTransId="{EA1E1860-14F6-474C-80ED-AE353E6C7834}"/>
    <dgm:cxn modelId="{490FED33-3E26-4AC8-B3DB-D267403B7890}" type="presOf" srcId="{C44C2029-BEB8-47B5-B2EA-720BF125AAFB}" destId="{504D47E8-5648-46B9-9373-7181EC5380C9}" srcOrd="0" destOrd="0" presId="urn:microsoft.com/office/officeart/2005/8/layout/radial5"/>
    <dgm:cxn modelId="{27681749-D171-4D18-B762-7A3BE5FF08B4}" type="presOf" srcId="{7779A588-270A-487C-88D2-F0163ABBD6E0}" destId="{F462DF8B-6B03-41BE-B43E-800A56A5B3F1}" srcOrd="0" destOrd="0" presId="urn:microsoft.com/office/officeart/2005/8/layout/radial5"/>
    <dgm:cxn modelId="{3DB3924E-09D9-4EC0-BE0D-863A8AC101A1}" type="presOf" srcId="{CF54486E-E8B5-4C02-AE33-F8365F6969EB}" destId="{437BBCD7-3628-4CC9-8B89-F493762A0A9F}" srcOrd="0" destOrd="0" presId="urn:microsoft.com/office/officeart/2005/8/layout/radial5"/>
    <dgm:cxn modelId="{7ACD8C74-8F2C-4E08-B834-A71FD22788DD}" srcId="{7779A588-270A-487C-88D2-F0163ABBD6E0}" destId="{9D4CFAB3-AE99-4314-90A8-B1F2119568E6}" srcOrd="2" destOrd="0" parTransId="{61940A9D-11EA-4918-A213-E3E01AD35B36}" sibTransId="{0DDAD213-4C59-48EC-9D89-01E6C9D62BA8}"/>
    <dgm:cxn modelId="{62FB6D7C-585C-472B-B900-8046510366A0}" srcId="{7779A588-270A-487C-88D2-F0163ABBD6E0}" destId="{CF54486E-E8B5-4C02-AE33-F8365F6969EB}" srcOrd="0" destOrd="0" parTransId="{C44C2029-BEB8-47B5-B2EA-720BF125AAFB}" sibTransId="{29601C67-09F1-4BE6-965F-13C06E795D56}"/>
    <dgm:cxn modelId="{B561CD9A-FEB3-46A7-9C8C-85ECD8B33E95}" type="presOf" srcId="{9D4CFAB3-AE99-4314-90A8-B1F2119568E6}" destId="{9277782A-FB05-4363-8DE0-0FE55906615C}" srcOrd="0" destOrd="0" presId="urn:microsoft.com/office/officeart/2005/8/layout/radial5"/>
    <dgm:cxn modelId="{3B4DABB0-4A4F-4E18-87B3-B17B4F52A065}" type="presOf" srcId="{F155EF20-C8CC-450D-8369-03F526B51DB9}" destId="{06D8C5A0-E7E5-4A3B-84E2-156D853A274C}" srcOrd="0" destOrd="0" presId="urn:microsoft.com/office/officeart/2005/8/layout/radial5"/>
    <dgm:cxn modelId="{C79932D4-AC1F-47D9-8760-067BEA923728}" type="presOf" srcId="{C44C2029-BEB8-47B5-B2EA-720BF125AAFB}" destId="{DBEA04CF-9B7C-4988-998A-B06DA225C023}" srcOrd="1" destOrd="0" presId="urn:microsoft.com/office/officeart/2005/8/layout/radial5"/>
    <dgm:cxn modelId="{147456D4-C0C2-4A80-B551-1F80A8B76785}" type="presOf" srcId="{5DB30950-4637-4405-B6B0-6BD05234472C}" destId="{7739EB58-CE34-401B-8C51-48860D7A1660}" srcOrd="1" destOrd="0" presId="urn:microsoft.com/office/officeart/2005/8/layout/radial5"/>
    <dgm:cxn modelId="{FA0A0ED7-38DB-4432-8C13-4DD8F8A426B9}" type="presOf" srcId="{61940A9D-11EA-4918-A213-E3E01AD35B36}" destId="{4F567D5A-F649-416C-9F4F-F1666CD6DAED}" srcOrd="0" destOrd="0" presId="urn:microsoft.com/office/officeart/2005/8/layout/radial5"/>
    <dgm:cxn modelId="{9D54FFE2-5CB5-4B39-8EDF-6A350FC0BE2A}" type="presOf" srcId="{5DB30950-4637-4405-B6B0-6BD05234472C}" destId="{18AE9004-8FE6-4F5B-8CBF-20FA174B5975}" srcOrd="0" destOrd="0" presId="urn:microsoft.com/office/officeart/2005/8/layout/radial5"/>
    <dgm:cxn modelId="{355252EB-F0C9-4D2D-ABDB-DDAF05CA585E}" type="presOf" srcId="{61940A9D-11EA-4918-A213-E3E01AD35B36}" destId="{0EA3E284-A71B-442F-B37F-E21AA5E53820}" srcOrd="1" destOrd="0" presId="urn:microsoft.com/office/officeart/2005/8/layout/radial5"/>
    <dgm:cxn modelId="{E64F2364-0D1E-4A92-85E0-D85E23FC9E08}" type="presParOf" srcId="{4677DDB3-AC4C-464C-B0A6-CA5E153C97F6}" destId="{F462DF8B-6B03-41BE-B43E-800A56A5B3F1}" srcOrd="0" destOrd="0" presId="urn:microsoft.com/office/officeart/2005/8/layout/radial5"/>
    <dgm:cxn modelId="{1B32CCEE-031E-4C7B-BA35-6124C7629187}" type="presParOf" srcId="{4677DDB3-AC4C-464C-B0A6-CA5E153C97F6}" destId="{504D47E8-5648-46B9-9373-7181EC5380C9}" srcOrd="1" destOrd="0" presId="urn:microsoft.com/office/officeart/2005/8/layout/radial5"/>
    <dgm:cxn modelId="{F41CD0DC-3AF6-4859-9BA4-820EDD97B555}" type="presParOf" srcId="{504D47E8-5648-46B9-9373-7181EC5380C9}" destId="{DBEA04CF-9B7C-4988-998A-B06DA225C023}" srcOrd="0" destOrd="0" presId="urn:microsoft.com/office/officeart/2005/8/layout/radial5"/>
    <dgm:cxn modelId="{B7109381-98BA-4519-AEAA-D7C15C32A86B}" type="presParOf" srcId="{4677DDB3-AC4C-464C-B0A6-CA5E153C97F6}" destId="{437BBCD7-3628-4CC9-8B89-F493762A0A9F}" srcOrd="2" destOrd="0" presId="urn:microsoft.com/office/officeart/2005/8/layout/radial5"/>
    <dgm:cxn modelId="{98E31CBF-1625-4BEC-8624-100DACA3C450}" type="presParOf" srcId="{4677DDB3-AC4C-464C-B0A6-CA5E153C97F6}" destId="{18AE9004-8FE6-4F5B-8CBF-20FA174B5975}" srcOrd="3" destOrd="0" presId="urn:microsoft.com/office/officeart/2005/8/layout/radial5"/>
    <dgm:cxn modelId="{DB3FC9E9-8F1F-49E0-AF11-4771683E57BD}" type="presParOf" srcId="{18AE9004-8FE6-4F5B-8CBF-20FA174B5975}" destId="{7739EB58-CE34-401B-8C51-48860D7A1660}" srcOrd="0" destOrd="0" presId="urn:microsoft.com/office/officeart/2005/8/layout/radial5"/>
    <dgm:cxn modelId="{2E56FF8D-9EAD-49B9-8D9F-72AFD67C7E8F}" type="presParOf" srcId="{4677DDB3-AC4C-464C-B0A6-CA5E153C97F6}" destId="{06D8C5A0-E7E5-4A3B-84E2-156D853A274C}" srcOrd="4" destOrd="0" presId="urn:microsoft.com/office/officeart/2005/8/layout/radial5"/>
    <dgm:cxn modelId="{605381B2-2DA4-47DE-B920-F57E8AC73EC7}" type="presParOf" srcId="{4677DDB3-AC4C-464C-B0A6-CA5E153C97F6}" destId="{4F567D5A-F649-416C-9F4F-F1666CD6DAED}" srcOrd="5" destOrd="0" presId="urn:microsoft.com/office/officeart/2005/8/layout/radial5"/>
    <dgm:cxn modelId="{4A6E11D2-62BE-4E7C-97D6-BF4A246577C4}" type="presParOf" srcId="{4F567D5A-F649-416C-9F4F-F1666CD6DAED}" destId="{0EA3E284-A71B-442F-B37F-E21AA5E53820}" srcOrd="0" destOrd="0" presId="urn:microsoft.com/office/officeart/2005/8/layout/radial5"/>
    <dgm:cxn modelId="{958150A0-7352-4A05-8208-893037D378C2}" type="presParOf" srcId="{4677DDB3-AC4C-464C-B0A6-CA5E153C97F6}" destId="{9277782A-FB05-4363-8DE0-0FE55906615C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69084A-526A-4470-AA35-7ED4AA65A0E9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779A588-270A-487C-88D2-F0163ABBD6E0}">
      <dgm:prSet phldrT="[文本]" custT="1"/>
      <dgm:spPr>
        <a:solidFill>
          <a:srgbClr val="FF99FF"/>
        </a:solidFill>
      </dgm:spPr>
      <dgm:t>
        <a:bodyPr/>
        <a:lstStyle/>
        <a:p>
          <a:r>
            <a: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应用</a:t>
          </a:r>
        </a:p>
      </dgm:t>
    </dgm:pt>
    <dgm:pt modelId="{ECA4527F-2527-41FA-B5E4-526CBFDAE6B1}" type="par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0E405C3D-2114-4F21-99DB-CFE3B4797D8B}" type="sib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CF54486E-E8B5-4C02-AE33-F8365F6969EB}">
      <dgm:prSet phldrT="[文本]" custT="1"/>
      <dgm:spPr>
        <a:solidFill>
          <a:srgbClr val="FFFF00"/>
        </a:solidFill>
      </dgm:spPr>
      <dgm:t>
        <a:bodyPr/>
        <a:lstStyle/>
        <a:p>
          <a:r>
            <a: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军事</a:t>
          </a:r>
        </a:p>
      </dgm:t>
    </dgm:pt>
    <dgm:pt modelId="{C44C2029-BEB8-47B5-B2EA-720BF125AAFB}" type="parTrans" cxnId="{62FB6D7C-585C-472B-B900-8046510366A0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29601C67-09F1-4BE6-965F-13C06E795D56}" type="sibTrans" cxnId="{62FB6D7C-585C-472B-B900-8046510366A0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F155EF20-C8CC-450D-8369-03F526B51DB9}">
      <dgm:prSet phldrT="[文本]" custT="1"/>
      <dgm:spPr>
        <a:solidFill>
          <a:srgbClr val="FFC000"/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测绘</a:t>
          </a:r>
        </a:p>
      </dgm:t>
    </dgm:pt>
    <dgm:pt modelId="{5DB30950-4637-4405-B6B0-6BD05234472C}" type="parTrans" cxnId="{62522632-7519-40CD-B754-4F3AB16436BF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EA1E1860-14F6-474C-80ED-AE353E6C7834}" type="sibTrans" cxnId="{62522632-7519-40CD-B754-4F3AB16436BF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9D4CFAB3-AE99-4314-90A8-B1F2119568E6}">
      <dgm:prSet phldrT="[文本]" custT="1"/>
      <dgm:spPr>
        <a:solidFill>
          <a:srgbClr val="92D050"/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天文</a:t>
          </a:r>
        </a:p>
      </dgm:t>
    </dgm:pt>
    <dgm:pt modelId="{61940A9D-11EA-4918-A213-E3E01AD35B36}" type="parTrans" cxnId="{7ACD8C74-8F2C-4E08-B834-A71FD22788DD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0DDAD213-4C59-48EC-9D89-01E6C9D62BA8}" type="sibTrans" cxnId="{7ACD8C74-8F2C-4E08-B834-A71FD22788DD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7F299951-24AD-42A6-B09A-993ABF0E0878}">
      <dgm:prSet phldrT="[文本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通信</a:t>
          </a:r>
        </a:p>
      </dgm:t>
    </dgm:pt>
    <dgm:pt modelId="{37E82F80-421F-4D49-98F0-26E4350CBE6C}" type="parTrans" cxnId="{DC92F541-0997-44AA-98FA-7FABF90244A5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93206731-1023-4000-8A59-7FC9EFA6532A}" type="sibTrans" cxnId="{DC92F541-0997-44AA-98FA-7FABF90244A5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96398E58-28E5-4A31-95D7-77C0E916B5F0}">
      <dgm:prSet phldrT="[文本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工程测量</a:t>
          </a:r>
        </a:p>
      </dgm:t>
    </dgm:pt>
    <dgm:pt modelId="{BFFF831D-9B8E-4DE3-80BD-990FBC6D707C}" type="parTrans" cxnId="{5B1D1EE5-F192-40C5-A612-8E844DD4EECB}">
      <dgm:prSet/>
      <dgm:spPr/>
      <dgm:t>
        <a:bodyPr/>
        <a:lstStyle/>
        <a:p>
          <a:endParaRPr lang="zh-CN" altLang="en-US"/>
        </a:p>
      </dgm:t>
    </dgm:pt>
    <dgm:pt modelId="{D8F123BC-4AC9-457D-800B-B8DDC4F8BC47}" type="sibTrans" cxnId="{5B1D1EE5-F192-40C5-A612-8E844DD4EECB}">
      <dgm:prSet/>
      <dgm:spPr/>
      <dgm:t>
        <a:bodyPr/>
        <a:lstStyle/>
        <a:p>
          <a:endParaRPr lang="zh-CN" altLang="en-US"/>
        </a:p>
      </dgm:t>
    </dgm:pt>
    <dgm:pt modelId="{4677DDB3-AC4C-464C-B0A6-CA5E153C97F6}" type="pres">
      <dgm:prSet presAssocID="{9569084A-526A-4470-AA35-7ED4AA65A0E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462DF8B-6B03-41BE-B43E-800A56A5B3F1}" type="pres">
      <dgm:prSet presAssocID="{7779A588-270A-487C-88D2-F0163ABBD6E0}" presName="centerShape" presStyleLbl="node0" presStyleIdx="0" presStyleCnt="1" custScaleX="144937" custScaleY="142677"/>
      <dgm:spPr/>
    </dgm:pt>
    <dgm:pt modelId="{504D47E8-5648-46B9-9373-7181EC5380C9}" type="pres">
      <dgm:prSet presAssocID="{C44C2029-BEB8-47B5-B2EA-720BF125AAFB}" presName="parTrans" presStyleLbl="sibTrans2D1" presStyleIdx="0" presStyleCnt="5"/>
      <dgm:spPr/>
    </dgm:pt>
    <dgm:pt modelId="{DBEA04CF-9B7C-4988-998A-B06DA225C023}" type="pres">
      <dgm:prSet presAssocID="{C44C2029-BEB8-47B5-B2EA-720BF125AAFB}" presName="connectorText" presStyleLbl="sibTrans2D1" presStyleIdx="0" presStyleCnt="5"/>
      <dgm:spPr/>
    </dgm:pt>
    <dgm:pt modelId="{437BBCD7-3628-4CC9-8B89-F493762A0A9F}" type="pres">
      <dgm:prSet presAssocID="{CF54486E-E8B5-4C02-AE33-F8365F6969EB}" presName="node" presStyleLbl="node1" presStyleIdx="0" presStyleCnt="5" custScaleX="124027" custScaleY="117093" custRadScaleRad="98110" custRadScaleInc="-1858">
        <dgm:presLayoutVars>
          <dgm:bulletEnabled val="1"/>
        </dgm:presLayoutVars>
      </dgm:prSet>
      <dgm:spPr/>
    </dgm:pt>
    <dgm:pt modelId="{18AE9004-8FE6-4F5B-8CBF-20FA174B5975}" type="pres">
      <dgm:prSet presAssocID="{5DB30950-4637-4405-B6B0-6BD05234472C}" presName="parTrans" presStyleLbl="sibTrans2D1" presStyleIdx="1" presStyleCnt="5"/>
      <dgm:spPr/>
    </dgm:pt>
    <dgm:pt modelId="{7739EB58-CE34-401B-8C51-48860D7A1660}" type="pres">
      <dgm:prSet presAssocID="{5DB30950-4637-4405-B6B0-6BD05234472C}" presName="connectorText" presStyleLbl="sibTrans2D1" presStyleIdx="1" presStyleCnt="5"/>
      <dgm:spPr/>
    </dgm:pt>
    <dgm:pt modelId="{06D8C5A0-E7E5-4A3B-84E2-156D853A274C}" type="pres">
      <dgm:prSet presAssocID="{F155EF20-C8CC-450D-8369-03F526B51DB9}" presName="node" presStyleLbl="node1" presStyleIdx="1" presStyleCnt="5" custScaleX="120499" custScaleY="120218">
        <dgm:presLayoutVars>
          <dgm:bulletEnabled val="1"/>
        </dgm:presLayoutVars>
      </dgm:prSet>
      <dgm:spPr/>
    </dgm:pt>
    <dgm:pt modelId="{4F567D5A-F649-416C-9F4F-F1666CD6DAED}" type="pres">
      <dgm:prSet presAssocID="{61940A9D-11EA-4918-A213-E3E01AD35B36}" presName="parTrans" presStyleLbl="sibTrans2D1" presStyleIdx="2" presStyleCnt="5"/>
      <dgm:spPr/>
    </dgm:pt>
    <dgm:pt modelId="{0EA3E284-A71B-442F-B37F-E21AA5E53820}" type="pres">
      <dgm:prSet presAssocID="{61940A9D-11EA-4918-A213-E3E01AD35B36}" presName="connectorText" presStyleLbl="sibTrans2D1" presStyleIdx="2" presStyleCnt="5"/>
      <dgm:spPr/>
    </dgm:pt>
    <dgm:pt modelId="{9277782A-FB05-4363-8DE0-0FE55906615C}" type="pres">
      <dgm:prSet presAssocID="{9D4CFAB3-AE99-4314-90A8-B1F2119568E6}" presName="node" presStyleLbl="node1" presStyleIdx="2" presStyleCnt="5" custScaleX="106233" custScaleY="112435">
        <dgm:presLayoutVars>
          <dgm:bulletEnabled val="1"/>
        </dgm:presLayoutVars>
      </dgm:prSet>
      <dgm:spPr/>
    </dgm:pt>
    <dgm:pt modelId="{A5B7EA40-9F6F-4047-BE10-54FF26157402}" type="pres">
      <dgm:prSet presAssocID="{BFFF831D-9B8E-4DE3-80BD-990FBC6D707C}" presName="parTrans" presStyleLbl="sibTrans2D1" presStyleIdx="3" presStyleCnt="5"/>
      <dgm:spPr/>
    </dgm:pt>
    <dgm:pt modelId="{44A660E1-A231-43C9-A037-040B91790542}" type="pres">
      <dgm:prSet presAssocID="{BFFF831D-9B8E-4DE3-80BD-990FBC6D707C}" presName="connectorText" presStyleLbl="sibTrans2D1" presStyleIdx="3" presStyleCnt="5"/>
      <dgm:spPr/>
    </dgm:pt>
    <dgm:pt modelId="{D0CA56D0-D5F8-49AC-8140-25F540976F35}" type="pres">
      <dgm:prSet presAssocID="{96398E58-28E5-4A31-95D7-77C0E916B5F0}" presName="node" presStyleLbl="node1" presStyleIdx="3" presStyleCnt="5" custScaleX="122379" custScaleY="117836">
        <dgm:presLayoutVars>
          <dgm:bulletEnabled val="1"/>
        </dgm:presLayoutVars>
      </dgm:prSet>
      <dgm:spPr/>
    </dgm:pt>
    <dgm:pt modelId="{A27BC216-87A0-47A1-981F-4A0CB9139A8A}" type="pres">
      <dgm:prSet presAssocID="{37E82F80-421F-4D49-98F0-26E4350CBE6C}" presName="parTrans" presStyleLbl="sibTrans2D1" presStyleIdx="4" presStyleCnt="5"/>
      <dgm:spPr/>
    </dgm:pt>
    <dgm:pt modelId="{26D73599-A61F-4E37-BD91-04DB091874F8}" type="pres">
      <dgm:prSet presAssocID="{37E82F80-421F-4D49-98F0-26E4350CBE6C}" presName="connectorText" presStyleLbl="sibTrans2D1" presStyleIdx="4" presStyleCnt="5"/>
      <dgm:spPr/>
    </dgm:pt>
    <dgm:pt modelId="{E3DC612F-97DF-4A0B-97A7-EFAC550D3D41}" type="pres">
      <dgm:prSet presAssocID="{7F299951-24AD-42A6-B09A-993ABF0E0878}" presName="node" presStyleLbl="node1" presStyleIdx="4" presStyleCnt="5" custScaleX="111473" custScaleY="118031">
        <dgm:presLayoutVars>
          <dgm:bulletEnabled val="1"/>
        </dgm:presLayoutVars>
      </dgm:prSet>
      <dgm:spPr/>
    </dgm:pt>
  </dgm:ptLst>
  <dgm:cxnLst>
    <dgm:cxn modelId="{17EB0411-8000-47A4-A738-A7F49A0C7198}" type="presOf" srcId="{C44C2029-BEB8-47B5-B2EA-720BF125AAFB}" destId="{DBEA04CF-9B7C-4988-998A-B06DA225C023}" srcOrd="1" destOrd="0" presId="urn:microsoft.com/office/officeart/2005/8/layout/radial5"/>
    <dgm:cxn modelId="{454B6B12-128E-49B4-9875-98347E43557B}" srcId="{9569084A-526A-4470-AA35-7ED4AA65A0E9}" destId="{7779A588-270A-487C-88D2-F0163ABBD6E0}" srcOrd="0" destOrd="0" parTransId="{ECA4527F-2527-41FA-B5E4-526CBFDAE6B1}" sibTransId="{0E405C3D-2114-4F21-99DB-CFE3B4797D8B}"/>
    <dgm:cxn modelId="{6D7DBB1E-C912-4951-A254-EFA107FE62BF}" type="presOf" srcId="{61940A9D-11EA-4918-A213-E3E01AD35B36}" destId="{4F567D5A-F649-416C-9F4F-F1666CD6DAED}" srcOrd="0" destOrd="0" presId="urn:microsoft.com/office/officeart/2005/8/layout/radial5"/>
    <dgm:cxn modelId="{DEF8DC21-8FB8-49F5-9C05-F330F919596F}" type="presOf" srcId="{9569084A-526A-4470-AA35-7ED4AA65A0E9}" destId="{4677DDB3-AC4C-464C-B0A6-CA5E153C97F6}" srcOrd="0" destOrd="0" presId="urn:microsoft.com/office/officeart/2005/8/layout/radial5"/>
    <dgm:cxn modelId="{4548542F-2EA9-46A3-BA57-CA0ECDA3D897}" type="presOf" srcId="{37E82F80-421F-4D49-98F0-26E4350CBE6C}" destId="{26D73599-A61F-4E37-BD91-04DB091874F8}" srcOrd="1" destOrd="0" presId="urn:microsoft.com/office/officeart/2005/8/layout/radial5"/>
    <dgm:cxn modelId="{62522632-7519-40CD-B754-4F3AB16436BF}" srcId="{7779A588-270A-487C-88D2-F0163ABBD6E0}" destId="{F155EF20-C8CC-450D-8369-03F526B51DB9}" srcOrd="1" destOrd="0" parTransId="{5DB30950-4637-4405-B6B0-6BD05234472C}" sibTransId="{EA1E1860-14F6-474C-80ED-AE353E6C7834}"/>
    <dgm:cxn modelId="{CB70055B-C943-444C-BD3F-010C064A94AE}" type="presOf" srcId="{61940A9D-11EA-4918-A213-E3E01AD35B36}" destId="{0EA3E284-A71B-442F-B37F-E21AA5E53820}" srcOrd="1" destOrd="0" presId="urn:microsoft.com/office/officeart/2005/8/layout/radial5"/>
    <dgm:cxn modelId="{DC92F541-0997-44AA-98FA-7FABF90244A5}" srcId="{7779A588-270A-487C-88D2-F0163ABBD6E0}" destId="{7F299951-24AD-42A6-B09A-993ABF0E0878}" srcOrd="4" destOrd="0" parTransId="{37E82F80-421F-4D49-98F0-26E4350CBE6C}" sibTransId="{93206731-1023-4000-8A59-7FC9EFA6532A}"/>
    <dgm:cxn modelId="{46A6D249-C0C7-4DA0-B1AE-EA64D64A1B03}" type="presOf" srcId="{CF54486E-E8B5-4C02-AE33-F8365F6969EB}" destId="{437BBCD7-3628-4CC9-8B89-F493762A0A9F}" srcOrd="0" destOrd="0" presId="urn:microsoft.com/office/officeart/2005/8/layout/radial5"/>
    <dgm:cxn modelId="{41853B4E-CD45-4812-9B3A-8FCAA7093B50}" type="presOf" srcId="{C44C2029-BEB8-47B5-B2EA-720BF125AAFB}" destId="{504D47E8-5648-46B9-9373-7181EC5380C9}" srcOrd="0" destOrd="0" presId="urn:microsoft.com/office/officeart/2005/8/layout/radial5"/>
    <dgm:cxn modelId="{60585154-7DD9-446E-A584-DBDD588451A2}" type="presOf" srcId="{7779A588-270A-487C-88D2-F0163ABBD6E0}" destId="{F462DF8B-6B03-41BE-B43E-800A56A5B3F1}" srcOrd="0" destOrd="0" presId="urn:microsoft.com/office/officeart/2005/8/layout/radial5"/>
    <dgm:cxn modelId="{7ACD8C74-8F2C-4E08-B834-A71FD22788DD}" srcId="{7779A588-270A-487C-88D2-F0163ABBD6E0}" destId="{9D4CFAB3-AE99-4314-90A8-B1F2119568E6}" srcOrd="2" destOrd="0" parTransId="{61940A9D-11EA-4918-A213-E3E01AD35B36}" sibTransId="{0DDAD213-4C59-48EC-9D89-01E6C9D62BA8}"/>
    <dgm:cxn modelId="{D451B679-1A16-46F2-A269-026F61592052}" type="presOf" srcId="{96398E58-28E5-4A31-95D7-77C0E916B5F0}" destId="{D0CA56D0-D5F8-49AC-8140-25F540976F35}" srcOrd="0" destOrd="0" presId="urn:microsoft.com/office/officeart/2005/8/layout/radial5"/>
    <dgm:cxn modelId="{62FB6D7C-585C-472B-B900-8046510366A0}" srcId="{7779A588-270A-487C-88D2-F0163ABBD6E0}" destId="{CF54486E-E8B5-4C02-AE33-F8365F6969EB}" srcOrd="0" destOrd="0" parTransId="{C44C2029-BEB8-47B5-B2EA-720BF125AAFB}" sibTransId="{29601C67-09F1-4BE6-965F-13C06E795D56}"/>
    <dgm:cxn modelId="{E7C3DB85-47D3-43A8-8273-7AC3833D13E3}" type="presOf" srcId="{BFFF831D-9B8E-4DE3-80BD-990FBC6D707C}" destId="{44A660E1-A231-43C9-A037-040B91790542}" srcOrd="1" destOrd="0" presId="urn:microsoft.com/office/officeart/2005/8/layout/radial5"/>
    <dgm:cxn modelId="{C3DB8F97-4913-4A00-9C1F-EC919949FC2F}" type="presOf" srcId="{5DB30950-4637-4405-B6B0-6BD05234472C}" destId="{18AE9004-8FE6-4F5B-8CBF-20FA174B5975}" srcOrd="0" destOrd="0" presId="urn:microsoft.com/office/officeart/2005/8/layout/radial5"/>
    <dgm:cxn modelId="{573DB097-A43E-4EAE-95F7-49CC61ED552A}" type="presOf" srcId="{5DB30950-4637-4405-B6B0-6BD05234472C}" destId="{7739EB58-CE34-401B-8C51-48860D7A1660}" srcOrd="1" destOrd="0" presId="urn:microsoft.com/office/officeart/2005/8/layout/radial5"/>
    <dgm:cxn modelId="{D5CFBDA8-C892-4715-804E-0EE606B3919A}" type="presOf" srcId="{7F299951-24AD-42A6-B09A-993ABF0E0878}" destId="{E3DC612F-97DF-4A0B-97A7-EFAC550D3D41}" srcOrd="0" destOrd="0" presId="urn:microsoft.com/office/officeart/2005/8/layout/radial5"/>
    <dgm:cxn modelId="{7BD254B1-5CDA-4A7E-9E16-B1ECCB8757B8}" type="presOf" srcId="{37E82F80-421F-4D49-98F0-26E4350CBE6C}" destId="{A27BC216-87A0-47A1-981F-4A0CB9139A8A}" srcOrd="0" destOrd="0" presId="urn:microsoft.com/office/officeart/2005/8/layout/radial5"/>
    <dgm:cxn modelId="{CDF32DC5-C024-486D-A6B0-D6D41D65D6FD}" type="presOf" srcId="{F155EF20-C8CC-450D-8369-03F526B51DB9}" destId="{06D8C5A0-E7E5-4A3B-84E2-156D853A274C}" srcOrd="0" destOrd="0" presId="urn:microsoft.com/office/officeart/2005/8/layout/radial5"/>
    <dgm:cxn modelId="{5B1D1EE5-F192-40C5-A612-8E844DD4EECB}" srcId="{7779A588-270A-487C-88D2-F0163ABBD6E0}" destId="{96398E58-28E5-4A31-95D7-77C0E916B5F0}" srcOrd="3" destOrd="0" parTransId="{BFFF831D-9B8E-4DE3-80BD-990FBC6D707C}" sibTransId="{D8F123BC-4AC9-457D-800B-B8DDC4F8BC47}"/>
    <dgm:cxn modelId="{E6C38FE6-8B2A-402C-A247-529AEC35217F}" type="presOf" srcId="{9D4CFAB3-AE99-4314-90A8-B1F2119568E6}" destId="{9277782A-FB05-4363-8DE0-0FE55906615C}" srcOrd="0" destOrd="0" presId="urn:microsoft.com/office/officeart/2005/8/layout/radial5"/>
    <dgm:cxn modelId="{5770FAF6-FEBF-44FD-9BE7-0517AF998FA9}" type="presOf" srcId="{BFFF831D-9B8E-4DE3-80BD-990FBC6D707C}" destId="{A5B7EA40-9F6F-4047-BE10-54FF26157402}" srcOrd="0" destOrd="0" presId="urn:microsoft.com/office/officeart/2005/8/layout/radial5"/>
    <dgm:cxn modelId="{30DB127C-EC1A-454D-95F2-36F9DB837D92}" type="presParOf" srcId="{4677DDB3-AC4C-464C-B0A6-CA5E153C97F6}" destId="{F462DF8B-6B03-41BE-B43E-800A56A5B3F1}" srcOrd="0" destOrd="0" presId="urn:microsoft.com/office/officeart/2005/8/layout/radial5"/>
    <dgm:cxn modelId="{4645ECF0-3BDC-4254-B761-040FF6964865}" type="presParOf" srcId="{4677DDB3-AC4C-464C-B0A6-CA5E153C97F6}" destId="{504D47E8-5648-46B9-9373-7181EC5380C9}" srcOrd="1" destOrd="0" presId="urn:microsoft.com/office/officeart/2005/8/layout/radial5"/>
    <dgm:cxn modelId="{5747EFA0-1012-407B-B59D-8CE66AD7671B}" type="presParOf" srcId="{504D47E8-5648-46B9-9373-7181EC5380C9}" destId="{DBEA04CF-9B7C-4988-998A-B06DA225C023}" srcOrd="0" destOrd="0" presId="urn:microsoft.com/office/officeart/2005/8/layout/radial5"/>
    <dgm:cxn modelId="{8B6C16F2-1517-46CE-ACBA-A0F32F42742B}" type="presParOf" srcId="{4677DDB3-AC4C-464C-B0A6-CA5E153C97F6}" destId="{437BBCD7-3628-4CC9-8B89-F493762A0A9F}" srcOrd="2" destOrd="0" presId="urn:microsoft.com/office/officeart/2005/8/layout/radial5"/>
    <dgm:cxn modelId="{DC74D2BE-05C8-41D0-969F-82ACBCB486FE}" type="presParOf" srcId="{4677DDB3-AC4C-464C-B0A6-CA5E153C97F6}" destId="{18AE9004-8FE6-4F5B-8CBF-20FA174B5975}" srcOrd="3" destOrd="0" presId="urn:microsoft.com/office/officeart/2005/8/layout/radial5"/>
    <dgm:cxn modelId="{868E0402-444D-4327-9EA3-11F9D8E12AF3}" type="presParOf" srcId="{18AE9004-8FE6-4F5B-8CBF-20FA174B5975}" destId="{7739EB58-CE34-401B-8C51-48860D7A1660}" srcOrd="0" destOrd="0" presId="urn:microsoft.com/office/officeart/2005/8/layout/radial5"/>
    <dgm:cxn modelId="{C4241E03-5D90-40AB-9B72-C76EA33659F7}" type="presParOf" srcId="{4677DDB3-AC4C-464C-B0A6-CA5E153C97F6}" destId="{06D8C5A0-E7E5-4A3B-84E2-156D853A274C}" srcOrd="4" destOrd="0" presId="urn:microsoft.com/office/officeart/2005/8/layout/radial5"/>
    <dgm:cxn modelId="{9F104E8A-59DD-4E96-AAB7-7785A4810685}" type="presParOf" srcId="{4677DDB3-AC4C-464C-B0A6-CA5E153C97F6}" destId="{4F567D5A-F649-416C-9F4F-F1666CD6DAED}" srcOrd="5" destOrd="0" presId="urn:microsoft.com/office/officeart/2005/8/layout/radial5"/>
    <dgm:cxn modelId="{F7771057-D307-47BE-BBE6-286E41BEA32E}" type="presParOf" srcId="{4F567D5A-F649-416C-9F4F-F1666CD6DAED}" destId="{0EA3E284-A71B-442F-B37F-E21AA5E53820}" srcOrd="0" destOrd="0" presId="urn:microsoft.com/office/officeart/2005/8/layout/radial5"/>
    <dgm:cxn modelId="{9A009677-76B4-44A0-903D-C066545DEB35}" type="presParOf" srcId="{4677DDB3-AC4C-464C-B0A6-CA5E153C97F6}" destId="{9277782A-FB05-4363-8DE0-0FE55906615C}" srcOrd="6" destOrd="0" presId="urn:microsoft.com/office/officeart/2005/8/layout/radial5"/>
    <dgm:cxn modelId="{6F78E0D9-DD73-4F1D-9E69-AF2D024F365A}" type="presParOf" srcId="{4677DDB3-AC4C-464C-B0A6-CA5E153C97F6}" destId="{A5B7EA40-9F6F-4047-BE10-54FF26157402}" srcOrd="7" destOrd="0" presId="urn:microsoft.com/office/officeart/2005/8/layout/radial5"/>
    <dgm:cxn modelId="{11621036-D42A-4B75-9FD4-BC47DD856AAF}" type="presParOf" srcId="{A5B7EA40-9F6F-4047-BE10-54FF26157402}" destId="{44A660E1-A231-43C9-A037-040B91790542}" srcOrd="0" destOrd="0" presId="urn:microsoft.com/office/officeart/2005/8/layout/radial5"/>
    <dgm:cxn modelId="{92A99B0B-5860-41D7-BFAD-5822808E1FDA}" type="presParOf" srcId="{4677DDB3-AC4C-464C-B0A6-CA5E153C97F6}" destId="{D0CA56D0-D5F8-49AC-8140-25F540976F35}" srcOrd="8" destOrd="0" presId="urn:microsoft.com/office/officeart/2005/8/layout/radial5"/>
    <dgm:cxn modelId="{CAACD2B8-0583-4403-9123-30F8F03F08AC}" type="presParOf" srcId="{4677DDB3-AC4C-464C-B0A6-CA5E153C97F6}" destId="{A27BC216-87A0-47A1-981F-4A0CB9139A8A}" srcOrd="9" destOrd="0" presId="urn:microsoft.com/office/officeart/2005/8/layout/radial5"/>
    <dgm:cxn modelId="{9C45CA99-2959-4C0F-A6EE-4CAD8B15F1B3}" type="presParOf" srcId="{A27BC216-87A0-47A1-981F-4A0CB9139A8A}" destId="{26D73599-A61F-4E37-BD91-04DB091874F8}" srcOrd="0" destOrd="0" presId="urn:microsoft.com/office/officeart/2005/8/layout/radial5"/>
    <dgm:cxn modelId="{51E3800A-C5C8-4542-80C5-634D4001CEF0}" type="presParOf" srcId="{4677DDB3-AC4C-464C-B0A6-CA5E153C97F6}" destId="{E3DC612F-97DF-4A0B-97A7-EFAC550D3D41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2DF8B-6B03-41BE-B43E-800A56A5B3F1}">
      <dsp:nvSpPr>
        <dsp:cNvPr id="0" name=""/>
        <dsp:cNvSpPr/>
      </dsp:nvSpPr>
      <dsp:spPr>
        <a:xfrm>
          <a:off x="1270571" y="1288280"/>
          <a:ext cx="1212995" cy="1194081"/>
        </a:xfrm>
        <a:prstGeom prst="ellipse">
          <a:avLst/>
        </a:prstGeom>
        <a:solidFill>
          <a:srgbClr val="FF99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特点</a:t>
          </a:r>
        </a:p>
      </dsp:txBody>
      <dsp:txXfrm>
        <a:off x="1448210" y="1463149"/>
        <a:ext cx="857717" cy="844343"/>
      </dsp:txXfrm>
    </dsp:sp>
    <dsp:sp modelId="{504D47E8-5648-46B9-9373-7181EC5380C9}">
      <dsp:nvSpPr>
        <dsp:cNvPr id="0" name=""/>
        <dsp:cNvSpPr/>
      </dsp:nvSpPr>
      <dsp:spPr>
        <a:xfrm rot="15954900">
          <a:off x="1780910" y="1026437"/>
          <a:ext cx="94878" cy="353423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 rot="10800000">
        <a:off x="1796155" y="1111317"/>
        <a:ext cx="66415" cy="212053"/>
      </dsp:txXfrm>
    </dsp:sp>
    <dsp:sp modelId="{437BBCD7-3628-4CC9-8B89-F493762A0A9F}">
      <dsp:nvSpPr>
        <dsp:cNvPr id="0" name=""/>
        <dsp:cNvSpPr/>
      </dsp:nvSpPr>
      <dsp:spPr>
        <a:xfrm>
          <a:off x="1133798" y="-104590"/>
          <a:ext cx="1289237" cy="1217159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灵敏度高</a:t>
          </a:r>
        </a:p>
      </dsp:txBody>
      <dsp:txXfrm>
        <a:off x="1322602" y="73659"/>
        <a:ext cx="911629" cy="860661"/>
      </dsp:txXfrm>
    </dsp:sp>
    <dsp:sp modelId="{18AE9004-8FE6-4F5B-8CBF-20FA174B5975}">
      <dsp:nvSpPr>
        <dsp:cNvPr id="0" name=""/>
        <dsp:cNvSpPr/>
      </dsp:nvSpPr>
      <dsp:spPr>
        <a:xfrm rot="1982846">
          <a:off x="2409876" y="2087923"/>
          <a:ext cx="100455" cy="353423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>
        <a:off x="2412314" y="2150391"/>
        <a:ext cx="70319" cy="212053"/>
      </dsp:txXfrm>
    </dsp:sp>
    <dsp:sp modelId="{06D8C5A0-E7E5-4A3B-84E2-156D853A274C}">
      <dsp:nvSpPr>
        <dsp:cNvPr id="0" name=""/>
        <dsp:cNvSpPr/>
      </dsp:nvSpPr>
      <dsp:spPr>
        <a:xfrm>
          <a:off x="2440239" y="2034340"/>
          <a:ext cx="1252564" cy="1249643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信号处理简单</a:t>
          </a:r>
        </a:p>
      </dsp:txBody>
      <dsp:txXfrm>
        <a:off x="2623673" y="2217346"/>
        <a:ext cx="885696" cy="883631"/>
      </dsp:txXfrm>
    </dsp:sp>
    <dsp:sp modelId="{4F567D5A-F649-416C-9F4F-F1666CD6DAED}">
      <dsp:nvSpPr>
        <dsp:cNvPr id="0" name=""/>
        <dsp:cNvSpPr/>
      </dsp:nvSpPr>
      <dsp:spPr>
        <a:xfrm rot="8989805">
          <a:off x="1175903" y="2075925"/>
          <a:ext cx="138580" cy="353423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 rot="10800000">
        <a:off x="1214661" y="2136163"/>
        <a:ext cx="97006" cy="212053"/>
      </dsp:txXfrm>
    </dsp:sp>
    <dsp:sp modelId="{9277782A-FB05-4363-8DE0-0FE55906615C}">
      <dsp:nvSpPr>
        <dsp:cNvPr id="0" name=""/>
        <dsp:cNvSpPr/>
      </dsp:nvSpPr>
      <dsp:spPr>
        <a:xfrm>
          <a:off x="-120894" y="1961238"/>
          <a:ext cx="1333529" cy="1395846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抗干扰强</a:t>
          </a:r>
        </a:p>
      </dsp:txBody>
      <dsp:txXfrm>
        <a:off x="74397" y="2165655"/>
        <a:ext cx="942947" cy="987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2DF8B-6B03-41BE-B43E-800A56A5B3F1}">
      <dsp:nvSpPr>
        <dsp:cNvPr id="0" name=""/>
        <dsp:cNvSpPr/>
      </dsp:nvSpPr>
      <dsp:spPr>
        <a:xfrm>
          <a:off x="1166234" y="1207269"/>
          <a:ext cx="1425701" cy="1403470"/>
        </a:xfrm>
        <a:prstGeom prst="ellipse">
          <a:avLst/>
        </a:prstGeom>
        <a:solidFill>
          <a:srgbClr val="FF99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应用</a:t>
          </a:r>
        </a:p>
      </dsp:txBody>
      <dsp:txXfrm>
        <a:off x="1375023" y="1412802"/>
        <a:ext cx="1008123" cy="992404"/>
      </dsp:txXfrm>
    </dsp:sp>
    <dsp:sp modelId="{504D47E8-5648-46B9-9373-7181EC5380C9}">
      <dsp:nvSpPr>
        <dsp:cNvPr id="0" name=""/>
        <dsp:cNvSpPr/>
      </dsp:nvSpPr>
      <dsp:spPr>
        <a:xfrm rot="16159867">
          <a:off x="1846630" y="993035"/>
          <a:ext cx="47511" cy="34161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 rot="10800000">
        <a:off x="1853840" y="1068483"/>
        <a:ext cx="33258" cy="204966"/>
      </dsp:txXfrm>
    </dsp:sp>
    <dsp:sp modelId="{437BBCD7-3628-4CC9-8B89-F493762A0A9F}">
      <dsp:nvSpPr>
        <dsp:cNvPr id="0" name=""/>
        <dsp:cNvSpPr/>
      </dsp:nvSpPr>
      <dsp:spPr>
        <a:xfrm>
          <a:off x="1239907" y="-58763"/>
          <a:ext cx="1246145" cy="1176476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军事</a:t>
          </a:r>
        </a:p>
      </dsp:txBody>
      <dsp:txXfrm>
        <a:off x="1422401" y="113528"/>
        <a:ext cx="881157" cy="831894"/>
      </dsp:txXfrm>
    </dsp:sp>
    <dsp:sp modelId="{18AE9004-8FE6-4F5B-8CBF-20FA174B5975}">
      <dsp:nvSpPr>
        <dsp:cNvPr id="0" name=""/>
        <dsp:cNvSpPr/>
      </dsp:nvSpPr>
      <dsp:spPr>
        <a:xfrm rot="20520000">
          <a:off x="2573526" y="1504879"/>
          <a:ext cx="47287" cy="34161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>
        <a:off x="2573873" y="1575393"/>
        <a:ext cx="33101" cy="204966"/>
      </dsp:txXfrm>
    </dsp:sp>
    <dsp:sp modelId="{06D8C5A0-E7E5-4A3B-84E2-156D853A274C}">
      <dsp:nvSpPr>
        <dsp:cNvPr id="0" name=""/>
        <dsp:cNvSpPr/>
      </dsp:nvSpPr>
      <dsp:spPr>
        <a:xfrm>
          <a:off x="2611113" y="870526"/>
          <a:ext cx="1210698" cy="1207874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测绘</a:t>
          </a:r>
        </a:p>
      </dsp:txBody>
      <dsp:txXfrm>
        <a:off x="2788416" y="1047415"/>
        <a:ext cx="856092" cy="854096"/>
      </dsp:txXfrm>
    </dsp:sp>
    <dsp:sp modelId="{4F567D5A-F649-416C-9F4F-F1666CD6DAED}">
      <dsp:nvSpPr>
        <dsp:cNvPr id="0" name=""/>
        <dsp:cNvSpPr/>
      </dsp:nvSpPr>
      <dsp:spPr>
        <a:xfrm rot="3240000">
          <a:off x="2296733" y="2366738"/>
          <a:ext cx="78026" cy="34161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>
        <a:off x="2301558" y="2425591"/>
        <a:ext cx="54618" cy="204966"/>
      </dsp:txXfrm>
    </dsp:sp>
    <dsp:sp modelId="{9277782A-FB05-4363-8DE0-0FE55906615C}">
      <dsp:nvSpPr>
        <dsp:cNvPr id="0" name=""/>
        <dsp:cNvSpPr/>
      </dsp:nvSpPr>
      <dsp:spPr>
        <a:xfrm>
          <a:off x="2171948" y="2481806"/>
          <a:ext cx="1067362" cy="1129676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天文</a:t>
          </a:r>
        </a:p>
      </dsp:txBody>
      <dsp:txXfrm>
        <a:off x="2328260" y="2647243"/>
        <a:ext cx="754738" cy="798802"/>
      </dsp:txXfrm>
    </dsp:sp>
    <dsp:sp modelId="{A5B7EA40-9F6F-4047-BE10-54FF26157402}">
      <dsp:nvSpPr>
        <dsp:cNvPr id="0" name=""/>
        <dsp:cNvSpPr/>
      </dsp:nvSpPr>
      <dsp:spPr>
        <a:xfrm rot="7560000">
          <a:off x="1408770" y="2348650"/>
          <a:ext cx="53592" cy="341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10800000">
        <a:off x="1421534" y="2410468"/>
        <a:ext cx="37514" cy="204966"/>
      </dsp:txXfrm>
    </dsp:sp>
    <dsp:sp modelId="{D0CA56D0-D5F8-49AC-8140-25F540976F35}">
      <dsp:nvSpPr>
        <dsp:cNvPr id="0" name=""/>
        <dsp:cNvSpPr/>
      </dsp:nvSpPr>
      <dsp:spPr>
        <a:xfrm>
          <a:off x="437747" y="2454674"/>
          <a:ext cx="1229587" cy="1183942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工程测量</a:t>
          </a:r>
        </a:p>
      </dsp:txBody>
      <dsp:txXfrm>
        <a:off x="617816" y="2628058"/>
        <a:ext cx="869449" cy="837174"/>
      </dsp:txXfrm>
    </dsp:sp>
    <dsp:sp modelId="{A27BC216-87A0-47A1-981F-4A0CB9139A8A}">
      <dsp:nvSpPr>
        <dsp:cNvPr id="0" name=""/>
        <dsp:cNvSpPr/>
      </dsp:nvSpPr>
      <dsp:spPr>
        <a:xfrm rot="11880000">
          <a:off x="1106638" y="1498540"/>
          <a:ext cx="69704" cy="34161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 rot="10800000">
        <a:off x="1127037" y="1570093"/>
        <a:ext cx="48793" cy="204966"/>
      </dsp:txXfrm>
    </dsp:sp>
    <dsp:sp modelId="{E3DC612F-97DF-4A0B-97A7-EFAC550D3D41}">
      <dsp:nvSpPr>
        <dsp:cNvPr id="0" name=""/>
        <dsp:cNvSpPr/>
      </dsp:nvSpPr>
      <dsp:spPr>
        <a:xfrm>
          <a:off x="-18296" y="881513"/>
          <a:ext cx="1120010" cy="1185901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通信</a:t>
          </a:r>
        </a:p>
      </dsp:txBody>
      <dsp:txXfrm>
        <a:off x="145726" y="1055184"/>
        <a:ext cx="791966" cy="838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FEE8-BD41-4F56-AEFE-EBBFB24DABD3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A9BD8-6210-402A-81CF-9689BFC4C6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7F351-A1B5-4845-A1BB-379B6568131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38654-02E2-46CD-A106-05CD6C9F6A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DBC39-1F0C-4798-981A-E5D3982E7BE6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D4BF9A-1D09-4C86-98DD-25BCABE81EB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53E7A-B9FF-42CD-A2E2-CA3763BB689F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7A8764-C974-496F-8E8C-7D2BC49773B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EA0547-04F0-4317-B4A4-98342D098F77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94A6B-02E1-4A10-AD3F-ED7960857C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41859-1D07-464D-BC7A-54BC25BECDD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5A670-48EE-46A8-BD09-A8D9B823AC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FA3EC-524E-47E8-B832-CD052819EB69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70609-C34A-41C5-9184-2AC8A1FF90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095DF-EBD3-4EC9-A64F-A7846A575E8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FBD72-C05B-469F-8A40-D02CC1114A2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C5B4-5D14-4809-BB8D-3DD475112187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F6A5F-2F61-4B0B-BE41-CA97D5592A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3DBBD-4B36-4171-9B0A-4A63D55A2A23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8E5C22-82AA-4112-B06C-FF62F3D2A5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2DC48-437D-4D93-82C2-C3C1887D2AAC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EEB80-7A17-4CC0-9BEF-0CB5654221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7904545-CD43-439E-BFFF-7CF8C0A46DC8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B9C277E-601C-4FC6-A646-7286083857C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fontAlgn="base">
        <a:lnSpc>
          <a:spcPct val="90000"/>
        </a:lnSpc>
        <a:spcBef>
          <a:spcPts val="1125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0" Type="http://schemas.openxmlformats.org/officeDocument/2006/relationships/diagramData" Target="../diagrams/data2.xml"/><Relationship Id="rId4" Type="http://schemas.openxmlformats.org/officeDocument/2006/relationships/image" Target="../media/image3.jpe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1053348" y="2672562"/>
            <a:ext cx="2686050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1460180" y="1793603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41AE38-A11D-4793-BDA3-DCA36976B496}"/>
              </a:ext>
            </a:extLst>
          </p:cNvPr>
          <p:cNvSpPr/>
          <p:nvPr/>
        </p:nvSpPr>
        <p:spPr>
          <a:xfrm>
            <a:off x="3936558" y="2705900"/>
            <a:ext cx="9588706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光伏探测器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AF438E-361B-42EE-9E70-DDB98227F7D7}"/>
              </a:ext>
            </a:extLst>
          </p:cNvPr>
          <p:cNvSpPr/>
          <p:nvPr/>
        </p:nvSpPr>
        <p:spPr>
          <a:xfrm>
            <a:off x="3190512" y="1836129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:a16="http://schemas.microsoft.com/office/drawing/2014/main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C44C9C7-7166-4DA9-8A1A-D2BB836F3F54}"/>
              </a:ext>
            </a:extLst>
          </p:cNvPr>
          <p:cNvSpPr/>
          <p:nvPr/>
        </p:nvSpPr>
        <p:spPr>
          <a:xfrm>
            <a:off x="1143000" y="4512279"/>
            <a:ext cx="715952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Photovoltaic detector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184DEE-FEA5-431F-856D-B2DD56F698B6}"/>
              </a:ext>
            </a:extLst>
          </p:cNvPr>
          <p:cNvSpPr/>
          <p:nvPr/>
        </p:nvSpPr>
        <p:spPr>
          <a:xfrm>
            <a:off x="1209675" y="1869039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象限探测器 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象限探测器 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4.8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4.8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象探测器结构与工作原理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象探测器结构与工作原理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4.8.1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4.8.1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5622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32622" y="2069729"/>
            <a:ext cx="1604957" cy="1529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 descr="象探测器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99435" y="3842425"/>
            <a:ext cx="2014817" cy="188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4" descr="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64966" y="3842425"/>
            <a:ext cx="2051695" cy="188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图示 10"/>
          <p:cNvGraphicFramePr/>
          <p:nvPr>
            <p:extLst>
              <p:ext uri="{D42A27DB-BD31-4B8C-83A1-F6EECF244321}">
                <p14:modId xmlns:p14="http://schemas.microsoft.com/office/powerpoint/2010/main" val="297526145"/>
              </p:ext>
            </p:extLst>
          </p:nvPr>
        </p:nvGraphicFramePr>
        <p:xfrm>
          <a:off x="716756" y="2069729"/>
          <a:ext cx="3571909" cy="3224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2" name="图示 11"/>
          <p:cNvGraphicFramePr/>
          <p:nvPr>
            <p:extLst>
              <p:ext uri="{D42A27DB-BD31-4B8C-83A1-F6EECF244321}">
                <p14:modId xmlns:p14="http://schemas.microsoft.com/office/powerpoint/2010/main" val="121623299"/>
              </p:ext>
            </p:extLst>
          </p:nvPr>
        </p:nvGraphicFramePr>
        <p:xfrm>
          <a:off x="5165386" y="2834482"/>
          <a:ext cx="3803515" cy="3553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968885" y="1233340"/>
            <a:ext cx="5924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象探测器（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Quadrant Detector, QD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006C5D1-ADBA-4E81-8300-D5E71C208572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1" name="文本框 60">
              <a:extLst>
                <a:ext uri="{FF2B5EF4-FFF2-40B4-BE49-F238E27FC236}">
                  <a16:creationId xmlns:a16="http://schemas.microsoft.com/office/drawing/2014/main" id="{BBA493D8-B350-4483-8D7C-89F6392E6907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象探测器结构与工作原理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7A87507-563D-4ABA-888D-8270C912FE99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C3D3400-F0D7-461E-B054-5A4739F93BC2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F67BC0A-BC35-4E35-BEEC-A3937C1CE83C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58">
              <a:extLst>
                <a:ext uri="{FF2B5EF4-FFF2-40B4-BE49-F238E27FC236}">
                  <a16:creationId xmlns:a16="http://schemas.microsoft.com/office/drawing/2014/main" id="{7D263A5D-B399-4230-ACD4-282EBC783AE5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CCC26FB-B539-417C-BD75-735E38A2680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EC01B81-0538-4243-9C27-EBEF4D81BE19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86221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Graphic spid="12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Box 1"/>
          <p:cNvSpPr txBox="1">
            <a:spLocks noChangeArrowheads="1"/>
          </p:cNvSpPr>
          <p:nvPr/>
        </p:nvSpPr>
        <p:spPr bwMode="auto">
          <a:xfrm>
            <a:off x="716756" y="1349375"/>
            <a:ext cx="12266409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800" b="1" u="sng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象探测器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是利用集成电路光刻技术，将一个光敏面分隔成几个形状相同、面积相等、位置对称的区域，每一个区域相当于一个光电二极管，它们具有完全相同的性能参数。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075917"/>
              </p:ext>
            </p:extLst>
          </p:nvPr>
        </p:nvGraphicFramePr>
        <p:xfrm>
          <a:off x="2582863" y="3581400"/>
          <a:ext cx="8029575" cy="287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Visio" r:id="rId3" imgW="2838326" imgH="933554" progId="Visio.Drawing.11">
                  <p:embed/>
                </p:oleObj>
              </mc:Choice>
              <mc:Fallback>
                <p:oleObj name="Visio" r:id="rId3" imgW="2838326" imgH="933554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3581400"/>
                        <a:ext cx="8029575" cy="287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42F57D7C-C18F-4CE0-B0FD-1649AAA07D9C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6" name="文本框 60">
              <a:extLst>
                <a:ext uri="{FF2B5EF4-FFF2-40B4-BE49-F238E27FC236}">
                  <a16:creationId xmlns:a16="http://schemas.microsoft.com/office/drawing/2014/main" id="{3AA6F2F2-FAD6-4A63-9BF4-B98C52CEB0A9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象探测器结构与工作原理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1F57654-0C46-4E5B-8C9A-BC0D7ED2C0B8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1F0CE26-1FE3-418C-9F2D-808B213A362A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C3975F7C-D594-4257-8FB8-2632B5795A9A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id="{8B9AE012-ACE2-4B40-AD5E-08C53F50CE12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878D524-2D7A-4135-9732-AED882950015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AA66C4D-CCC2-48DE-801F-80D703CAA7E9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Rectangle 3"/>
          <p:cNvSpPr>
            <a:spLocks noChangeArrowheads="1"/>
          </p:cNvSpPr>
          <p:nvPr/>
        </p:nvSpPr>
        <p:spPr bwMode="auto">
          <a:xfrm>
            <a:off x="239713" y="31289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9" name="Rectangle 4"/>
          <p:cNvSpPr>
            <a:spLocks noChangeArrowheads="1"/>
          </p:cNvSpPr>
          <p:nvPr/>
        </p:nvSpPr>
        <p:spPr bwMode="auto">
          <a:xfrm>
            <a:off x="239713" y="31178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5861" name="Rectangle 5"/>
          <p:cNvSpPr>
            <a:spLocks noChangeArrowheads="1"/>
          </p:cNvSpPr>
          <p:nvPr/>
        </p:nvSpPr>
        <p:spPr bwMode="auto">
          <a:xfrm>
            <a:off x="5030720" y="1196198"/>
            <a:ext cx="2889250" cy="625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125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以四象限为例</a:t>
            </a:r>
          </a:p>
        </p:txBody>
      </p:sp>
      <p:sp>
        <p:nvSpPr>
          <p:cNvPr id="505864" name="Rectangle 8"/>
          <p:cNvSpPr>
            <a:spLocks noChangeArrowheads="1"/>
          </p:cNvSpPr>
          <p:nvPr/>
        </p:nvSpPr>
        <p:spPr bwMode="auto">
          <a:xfrm>
            <a:off x="588963" y="5081588"/>
            <a:ext cx="8469312" cy="1374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缺点：光敏面上有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象限分隔线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，对光斑位置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不能进行连续测量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，位置分辨率受影响。 </a:t>
            </a:r>
          </a:p>
        </p:txBody>
      </p:sp>
      <p:graphicFrame>
        <p:nvGraphicFramePr>
          <p:cNvPr id="205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624843"/>
              </p:ext>
            </p:extLst>
          </p:nvPr>
        </p:nvGraphicFramePr>
        <p:xfrm>
          <a:off x="9815243" y="1821673"/>
          <a:ext cx="2579687" cy="292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4" name="Visio" r:id="rId3" imgW="1422273" imgH="1612392" progId="Visio.Drawing.11">
                  <p:embed/>
                </p:oleObj>
              </mc:Choice>
              <mc:Fallback>
                <p:oleObj name="Visio" r:id="rId3" imgW="1422273" imgH="1612392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5243" y="1821673"/>
                        <a:ext cx="2579687" cy="292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16756" y="2339447"/>
            <a:ext cx="8469312" cy="13086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若入射光为正中心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个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的输出电流均等；若光斑偏于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象限，则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PD1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输出较大，其余均较小。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60FE6A1-36ED-4B16-909C-CC239123E099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0" name="文本框 60">
              <a:extLst>
                <a:ext uri="{FF2B5EF4-FFF2-40B4-BE49-F238E27FC236}">
                  <a16:creationId xmlns:a16="http://schemas.microsoft.com/office/drawing/2014/main" id="{7B5CFA3E-E0AF-4A44-AF0C-AE77961DA11A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象探测器结构与工作原理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BAEC200-29A7-4424-BD6F-4B2C2570D576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5621A86-28F4-45D9-9E4E-CC8AEB48FFA0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D5D79309-EC27-4291-8B93-DA135E7B64F5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58">
              <a:extLst>
                <a:ext uri="{FF2B5EF4-FFF2-40B4-BE49-F238E27FC236}">
                  <a16:creationId xmlns:a16="http://schemas.microsoft.com/office/drawing/2014/main" id="{DF040A2D-F1B1-42CC-8B69-53908984F40F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79DEC5F-DD54-432C-9320-2C994E9AEC7F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B4308B7-6515-4265-8939-9510B9AD30D9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61" grpId="0"/>
      <p:bldP spid="505864" grpId="0" animBg="1" autoUpdateAnimBg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61" name="Rectangle 5"/>
          <p:cNvSpPr>
            <a:spLocks noChangeArrowheads="1"/>
          </p:cNvSpPr>
          <p:nvPr/>
        </p:nvSpPr>
        <p:spPr bwMode="auto">
          <a:xfrm>
            <a:off x="2211387" y="1694741"/>
            <a:ext cx="4845050" cy="625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125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对信号的处理采用加减算法</a:t>
            </a:r>
          </a:p>
        </p:txBody>
      </p:sp>
      <p:graphicFrame>
        <p:nvGraphicFramePr>
          <p:cNvPr id="3074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287831"/>
              </p:ext>
            </p:extLst>
          </p:nvPr>
        </p:nvGraphicFramePr>
        <p:xfrm>
          <a:off x="8610027" y="1618272"/>
          <a:ext cx="3379787" cy="305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2" name="Visio" r:id="rId3" imgW="1492901" imgH="1348883" progId="Visio.Drawing.11">
                  <p:embed/>
                </p:oleObj>
              </mc:Choice>
              <mc:Fallback>
                <p:oleObj name="Visio" r:id="rId3" imgW="1492901" imgH="1348883" progId="Visio.Drawing.11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027" y="1618272"/>
                        <a:ext cx="3379787" cy="305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000086"/>
              </p:ext>
            </p:extLst>
          </p:nvPr>
        </p:nvGraphicFramePr>
        <p:xfrm>
          <a:off x="2545557" y="2817205"/>
          <a:ext cx="38338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name="Equation" r:id="rId5" imgW="1790640" imgH="431640" progId="Equation.DSMT4">
                  <p:embed/>
                </p:oleObj>
              </mc:Choice>
              <mc:Fallback>
                <p:oleObj name="Equation" r:id="rId5" imgW="1790640" imgH="43164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557" y="2817205"/>
                        <a:ext cx="3833812" cy="9175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20826"/>
              </p:ext>
            </p:extLst>
          </p:nvPr>
        </p:nvGraphicFramePr>
        <p:xfrm>
          <a:off x="2528888" y="4105593"/>
          <a:ext cx="38671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4" name="Equation" r:id="rId7" imgW="1790640" imgH="431640" progId="Equation.DSMT4">
                  <p:embed/>
                </p:oleObj>
              </mc:Choice>
              <mc:Fallback>
                <p:oleObj name="Equation" r:id="rId7" imgW="1790640" imgH="43164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105593"/>
                        <a:ext cx="3867150" cy="925513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TextBox 13"/>
          <p:cNvSpPr txBox="1">
            <a:spLocks noChangeArrowheads="1"/>
          </p:cNvSpPr>
          <p:nvPr/>
        </p:nvSpPr>
        <p:spPr bwMode="auto">
          <a:xfrm>
            <a:off x="573088" y="5350855"/>
            <a:ext cx="1216041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可以看出，在线性区域内，光斑中心偏移探测器中心的偏移量</a:t>
            </a:r>
            <a:r>
              <a:rPr 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仅与光斑在探测器上的面积有关，只要得到了各象限面积之间的比例关系，即可得到光斑中心位置的坐标。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64A1728-32E3-49AC-ADDA-41A507E7213D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id="{BE479276-63AC-4B53-8E26-0603BF05D6A8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象探测器结构与工作原理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A6AF347-6ACD-4875-8DD5-501890BFAC10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DABB28B-9BAE-44D9-B499-C554AD3A9AF7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B08F10C5-0A1F-4B6A-BA31-A98E1FC211FC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58">
              <a:extLst>
                <a:ext uri="{FF2B5EF4-FFF2-40B4-BE49-F238E27FC236}">
                  <a16:creationId xmlns:a16="http://schemas.microsoft.com/office/drawing/2014/main" id="{D1E89ED5-34FD-400E-8667-CB73447CE859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5A7A75E-A700-4D11-BB67-7263371282D4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C964680-048A-443A-ABD1-1A93E8EB525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61" grpId="0" autoUpdateAnimBg="0"/>
      <p:bldP spid="30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四象限探测器信号处理电路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63781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四象限探测器信号处理电路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4.8.2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4.8.2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579647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6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761240"/>
              </p:ext>
            </p:extLst>
          </p:nvPr>
        </p:nvGraphicFramePr>
        <p:xfrm>
          <a:off x="930275" y="1158875"/>
          <a:ext cx="7367588" cy="322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Visio" r:id="rId3" imgW="7038949" imgH="3076621" progId="Visio.Drawing.11">
                  <p:embed/>
                </p:oleObj>
              </mc:Choice>
              <mc:Fallback>
                <p:oleObj name="Visio" r:id="rId3" imgW="7038949" imgH="307662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1158875"/>
                        <a:ext cx="7367588" cy="3225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853528" y="4520828"/>
          <a:ext cx="5981700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Visio" r:id="rId5" imgW="6153340" imgH="2528030" progId="Visio.Drawing.11">
                  <p:embed/>
                </p:oleObj>
              </mc:Choice>
              <mc:Fallback>
                <p:oleObj name="Visio" r:id="rId5" imgW="6153340" imgH="252803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528" y="4520828"/>
                        <a:ext cx="5981700" cy="245745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6163F76D-0B97-4146-B6EC-F436EEB0B3D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7" name="文本框 60">
              <a:extLst>
                <a:ext uri="{FF2B5EF4-FFF2-40B4-BE49-F238E27FC236}">
                  <a16:creationId xmlns:a16="http://schemas.microsoft.com/office/drawing/2014/main" id="{455422F9-2E21-406C-BFE1-760EBF49824B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四象限探测器信号处理电路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6B823D4-6AD0-43F1-88A9-7343C2AF69DE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CE84A54-FE12-45E7-973C-4488633606C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F2387AAD-9DC4-46AD-A0A7-C56B8ADF8048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接连接符 58">
              <a:extLst>
                <a:ext uri="{FF2B5EF4-FFF2-40B4-BE49-F238E27FC236}">
                  <a16:creationId xmlns:a16="http://schemas.microsoft.com/office/drawing/2014/main" id="{5DE05AD0-4761-4199-815C-43EAD7726667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DAF9EEC-AEC9-4402-AF0E-2AE4E68F0653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DC27F08-6840-42FD-B00B-F3C236B737D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26209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8" name="Picture 4" descr="C:\Documents and Settings\Administrator\Application Data\Tencent\Users\729963870\QQ\WinTemp\RichOle\2O8K{LEY43{AEBVTO3D)24K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510" y="2361724"/>
            <a:ext cx="5256212" cy="400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03104" y="1188329"/>
            <a:ext cx="37338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10" name="TextBox 5"/>
          <p:cNvSpPr txBox="1">
            <a:spLocks noChangeArrowheads="1"/>
          </p:cNvSpPr>
          <p:nvPr/>
        </p:nvSpPr>
        <p:spPr bwMode="auto">
          <a:xfrm>
            <a:off x="2741613" y="6473825"/>
            <a:ext cx="293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信号处理部分</a:t>
            </a:r>
          </a:p>
        </p:txBody>
      </p:sp>
      <p:sp>
        <p:nvSpPr>
          <p:cNvPr id="25611" name="TextBox 6"/>
          <p:cNvSpPr txBox="1">
            <a:spLocks noChangeArrowheads="1"/>
          </p:cNvSpPr>
          <p:nvPr/>
        </p:nvSpPr>
        <p:spPr bwMode="auto">
          <a:xfrm>
            <a:off x="8369740" y="4105593"/>
            <a:ext cx="2889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计算机处理部分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094B8E8-0607-49C7-960E-9AE82283B4C9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8" name="文本框 60">
              <a:extLst>
                <a:ext uri="{FF2B5EF4-FFF2-40B4-BE49-F238E27FC236}">
                  <a16:creationId xmlns:a16="http://schemas.microsoft.com/office/drawing/2014/main" id="{87B9CC35-4F2E-40FF-BE38-06E2BEAC0A1E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四象限探测器信号处理电路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DB3A29E-FA90-494A-9F48-1A32D6A54FDF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9FEDFA2-A1F5-4240-97B4-410550C2AF92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3536674-BC00-40B6-B969-8E8680614DD3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58">
              <a:extLst>
                <a:ext uri="{FF2B5EF4-FFF2-40B4-BE49-F238E27FC236}">
                  <a16:creationId xmlns:a16="http://schemas.microsoft.com/office/drawing/2014/main" id="{7FCA9248-906D-4144-8E92-6EF7485C7EFA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035302C-3D97-4C55-AFB8-08E112A8D91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E292AE5-8D93-4FBB-A88F-9904E9C71C9B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74064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2" name="Picture 7" descr="QQ截图2014052714372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0414" y="1050428"/>
            <a:ext cx="7658133" cy="5970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18EA2AD-DE1A-4384-8D38-B20AD2A847B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6" name="文本框 60">
              <a:extLst>
                <a:ext uri="{FF2B5EF4-FFF2-40B4-BE49-F238E27FC236}">
                  <a16:creationId xmlns:a16="http://schemas.microsoft.com/office/drawing/2014/main" id="{695E49CA-FF1D-4B74-A33D-050BDF4A423E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四象限探测器信号处理电路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2FF196E-802F-4B03-B46F-B79EE5A72A76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C2B8C32-1E3D-4FE0-A361-0CE17F5A8988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17C2820-B646-4545-8935-29169768B331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id="{0464DD10-3490-4FA3-AA40-43425F72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72C7202-A01E-463D-AE3D-90A60895F394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4EE20F2-5A09-443A-8E51-CAC5A258D8AE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973008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四象限探测器应用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63781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四象限探测器应用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4.8.3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4.8.3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91876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Box 2"/>
          <p:cNvSpPr txBox="1">
            <a:spLocks noChangeArrowheads="1"/>
          </p:cNvSpPr>
          <p:nvPr/>
        </p:nvSpPr>
        <p:spPr bwMode="auto">
          <a:xfrm>
            <a:off x="4094475" y="1212850"/>
            <a:ext cx="52451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激光准直</a:t>
            </a:r>
          </a:p>
        </p:txBody>
      </p:sp>
      <p:grpSp>
        <p:nvGrpSpPr>
          <p:cNvPr id="2" name="Group 12"/>
          <p:cNvGrpSpPr>
            <a:grpSpLocks noChangeAspect="1"/>
          </p:cNvGrpSpPr>
          <p:nvPr/>
        </p:nvGrpSpPr>
        <p:grpSpPr bwMode="auto">
          <a:xfrm>
            <a:off x="3138800" y="2060853"/>
            <a:ext cx="7156450" cy="2219877"/>
            <a:chOff x="2762" y="13053"/>
            <a:chExt cx="6690" cy="2112"/>
          </a:xfrm>
        </p:grpSpPr>
        <p:sp>
          <p:nvSpPr>
            <p:cNvPr id="29706" name="Text Box 13"/>
            <p:cNvSpPr txBox="1">
              <a:spLocks noChangeAspect="1" noChangeArrowheads="1"/>
            </p:cNvSpPr>
            <p:nvPr/>
          </p:nvSpPr>
          <p:spPr bwMode="auto">
            <a:xfrm>
              <a:off x="4299" y="14875"/>
              <a:ext cx="3742" cy="29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激光准直原理图</a:t>
              </a:r>
            </a:p>
          </p:txBody>
        </p:sp>
        <p:graphicFrame>
          <p:nvGraphicFramePr>
            <p:cNvPr id="29707" name="Object 14"/>
            <p:cNvGraphicFramePr>
              <a:graphicFrameLocks noChangeAspect="1"/>
            </p:cNvGraphicFramePr>
            <p:nvPr/>
          </p:nvGraphicFramePr>
          <p:xfrm>
            <a:off x="2762" y="13053"/>
            <a:ext cx="6690" cy="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9" name="Visio" r:id="rId3" imgW="4243388" imgH="1237012" progId="Visio.Drawing.11">
                    <p:embed/>
                  </p:oleObj>
                </mc:Choice>
                <mc:Fallback>
                  <p:oleObj name="Visio" r:id="rId3" imgW="4243388" imgH="1237012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13053"/>
                          <a:ext cx="6690" cy="1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2" name="TextBox 4"/>
          <p:cNvSpPr txBox="1">
            <a:spLocks noChangeArrowheads="1"/>
          </p:cNvSpPr>
          <p:nvPr/>
        </p:nvSpPr>
        <p:spPr bwMode="auto">
          <a:xfrm>
            <a:off x="626889" y="4771959"/>
            <a:ext cx="12346274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光电池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AC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接成电桥，光束准直时，光斑中心与探测器中心重合，电桥输出信号为零。若光斑沿上下左右有偏移时，两对电桥就相应于光斑偏离方向而输出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±x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±Y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的信号。哪个探测器被照亮斑的面积大，输出信号也大。可用于各种建筑施工场合作为测量基准线。</a:t>
            </a:r>
            <a:r>
              <a:rPr lang="zh-CN" altLang="en-US" sz="2800" b="1" dirty="0">
                <a:latin typeface="楷体_GB2312" pitchFamily="49" charset="-122"/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070746C-4B1E-487F-840B-244AB076BE4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9" name="文本框 60">
              <a:extLst>
                <a:ext uri="{FF2B5EF4-FFF2-40B4-BE49-F238E27FC236}">
                  <a16:creationId xmlns:a16="http://schemas.microsoft.com/office/drawing/2014/main" id="{4BDDB3C4-40BF-4DF0-924B-E8B53794D6F9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四象限探测器应用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80029DA-8D22-499F-B951-970E09DCB9E1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3C554B5-5B9E-4CDA-BC50-A9DE24976F6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45F611C8-E9D5-4B6D-A468-1274B818E213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58">
              <a:extLst>
                <a:ext uri="{FF2B5EF4-FFF2-40B4-BE49-F238E27FC236}">
                  <a16:creationId xmlns:a16="http://schemas.microsoft.com/office/drawing/2014/main" id="{7C8AE63B-35A4-4B38-A41D-F8AA0EF4F20C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BD99EC1-DD28-4F1C-9D66-9F4DE52221B3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40D5B59-ACD4-40D5-A99F-4752F67BCD3D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08325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Box 2"/>
          <p:cNvSpPr txBox="1">
            <a:spLocks noChangeArrowheads="1"/>
          </p:cNvSpPr>
          <p:nvPr/>
        </p:nvSpPr>
        <p:spPr bwMode="auto">
          <a:xfrm>
            <a:off x="4187203" y="1222241"/>
            <a:ext cx="52451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激光定向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7428589" y="1954213"/>
            <a:ext cx="5100637" cy="2746375"/>
            <a:chOff x="1774" y="1054"/>
            <a:chExt cx="3809" cy="2004"/>
          </a:xfrm>
        </p:grpSpPr>
        <p:graphicFrame>
          <p:nvGraphicFramePr>
            <p:cNvPr id="3073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6157870"/>
                </p:ext>
              </p:extLst>
            </p:nvPr>
          </p:nvGraphicFramePr>
          <p:xfrm>
            <a:off x="1774" y="1054"/>
            <a:ext cx="3809" cy="1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3" name="Visio" r:id="rId3" imgW="5600832" imgH="2495563" progId="Visio.Drawing.11">
                    <p:embed/>
                  </p:oleObj>
                </mc:Choice>
                <mc:Fallback>
                  <p:oleObj name="Visio" r:id="rId3" imgW="5600832" imgH="2495563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4" y="1054"/>
                          <a:ext cx="3809" cy="17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1" name="Text Box 9"/>
            <p:cNvSpPr txBox="1">
              <a:spLocks noChangeAspect="1" noChangeArrowheads="1"/>
            </p:cNvSpPr>
            <p:nvPr/>
          </p:nvSpPr>
          <p:spPr bwMode="auto">
            <a:xfrm>
              <a:off x="2767" y="2793"/>
              <a:ext cx="2296" cy="2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defTabSz="914400"/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脉冲激光定向原理图</a:t>
              </a:r>
            </a:p>
          </p:txBody>
        </p:sp>
      </p:grpSp>
      <p:sp>
        <p:nvSpPr>
          <p:cNvPr id="9222" name="TextBox 4"/>
          <p:cNvSpPr txBox="1">
            <a:spLocks noChangeArrowheads="1"/>
          </p:cNvSpPr>
          <p:nvPr/>
        </p:nvSpPr>
        <p:spPr bwMode="auto">
          <a:xfrm>
            <a:off x="419073" y="2125459"/>
            <a:ext cx="7058025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用激光照射远处军事目标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坦克、车辆等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，反射回来的光由光电接收系统接收（由光学系统和四象限管组成 ），四象限管放在光学系统后焦面附近，光轴通过四象限管十字沟道中心。</a:t>
            </a:r>
            <a:r>
              <a:rPr lang="zh-CN" altLang="en-US" sz="2800" b="1" dirty="0">
                <a:latin typeface="楷体_GB2312" pitchFamily="49" charset="-122"/>
                <a:ea typeface="微软雅黑" pitchFamily="34" charset="-122"/>
                <a:cs typeface="Times New Roman" pitchFamily="18" charset="0"/>
              </a:rPr>
              <a:t>   </a:t>
            </a:r>
          </a:p>
        </p:txBody>
      </p:sp>
      <p:sp>
        <p:nvSpPr>
          <p:cNvPr id="2" name="TextBox 4"/>
          <p:cNvSpPr txBox="1">
            <a:spLocks noChangeArrowheads="1"/>
          </p:cNvSpPr>
          <p:nvPr/>
        </p:nvSpPr>
        <p:spPr bwMode="auto">
          <a:xfrm>
            <a:off x="904671" y="5300752"/>
            <a:ext cx="1151754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光学系统光轴对准目标时，四路输出电压相同；当目标相对光轴在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方向移动时， 光斑位置偏移，四路输出电压产生变化。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961FF63-FAE2-4AC5-9FF5-D2705C0F09DB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0" name="文本框 60">
              <a:extLst>
                <a:ext uri="{FF2B5EF4-FFF2-40B4-BE49-F238E27FC236}">
                  <a16:creationId xmlns:a16="http://schemas.microsoft.com/office/drawing/2014/main" id="{DC511EF1-C55A-41FC-9A0F-79CC2B053265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四象限探测器应用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24F2321-4D15-425D-9F40-5BE800600D2C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ACB706B-A328-452B-A904-A5A17C69EAE1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CFC3F2D2-0233-4128-9CCF-A725955CA572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58">
              <a:extLst>
                <a:ext uri="{FF2B5EF4-FFF2-40B4-BE49-F238E27FC236}">
                  <a16:creationId xmlns:a16="http://schemas.microsoft.com/office/drawing/2014/main" id="{033CABA7-45C6-4A83-B98C-73399C011CD2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1AB1165-734E-4270-A05E-E952FCC4A2C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A770440-F7BB-43CF-AA25-3E1EE7D3CECE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06947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2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Box 2"/>
          <p:cNvSpPr txBox="1">
            <a:spLocks noChangeArrowheads="1"/>
          </p:cNvSpPr>
          <p:nvPr/>
        </p:nvSpPr>
        <p:spPr bwMode="auto">
          <a:xfrm>
            <a:off x="3580962" y="1230245"/>
            <a:ext cx="52451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微位移测量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8317434" y="1860819"/>
            <a:ext cx="4894639" cy="3633519"/>
            <a:chOff x="1258" y="914"/>
            <a:chExt cx="3502" cy="2578"/>
          </a:xfrm>
        </p:grpSpPr>
        <p:graphicFrame>
          <p:nvGraphicFramePr>
            <p:cNvPr id="3175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1577102"/>
                </p:ext>
              </p:extLst>
            </p:nvPr>
          </p:nvGraphicFramePr>
          <p:xfrm>
            <a:off x="1258" y="914"/>
            <a:ext cx="3502" cy="2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7" name="Visio" r:id="rId3" imgW="3857680" imgH="2447814" progId="Visio.Drawing.11">
                    <p:embed/>
                  </p:oleObj>
                </mc:Choice>
                <mc:Fallback>
                  <p:oleObj name="Visio" r:id="rId3" imgW="3857680" imgH="2447814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8" y="914"/>
                          <a:ext cx="3502" cy="2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5" name="Text Box 9"/>
            <p:cNvSpPr txBox="1">
              <a:spLocks noChangeAspect="1" noChangeArrowheads="1"/>
            </p:cNvSpPr>
            <p:nvPr/>
          </p:nvSpPr>
          <p:spPr bwMode="auto">
            <a:xfrm>
              <a:off x="1878" y="3190"/>
              <a:ext cx="2023" cy="3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defTabSz="914400"/>
              <a:r>
                <a:rPr lang="zh-CN" altLang="en-US" sz="1600" b="1" dirty="0">
                  <a:solidFill>
                    <a:srgbClr val="FF0000"/>
                  </a:solidFill>
                  <a:latin typeface="Times New Roman" pitchFamily="18" charset="0"/>
                </a:rPr>
                <a:t>测量物体微位移原理图</a:t>
              </a:r>
              <a:endParaRPr lang="zh-CN" altLang="en-US" sz="1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9222" name="TextBox 4"/>
          <p:cNvSpPr txBox="1">
            <a:spLocks noChangeArrowheads="1"/>
          </p:cNvSpPr>
          <p:nvPr/>
        </p:nvSpPr>
        <p:spPr bwMode="auto">
          <a:xfrm>
            <a:off x="574439" y="2110360"/>
            <a:ext cx="757734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物点在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位置上， 经物镜和柱面镜在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处像光斑为圆形，将四象限探测器放于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点，当物点在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点附近有微位移时，四象限管上所得到的光斑形状也将发生改变。输出信号经过加减算法信号处理电路。</a:t>
            </a:r>
            <a:endParaRPr lang="zh-CN" altLang="en-US" sz="2800" b="1" dirty="0">
              <a:latin typeface="楷体_GB2312" pitchFamily="49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TextBox 4"/>
          <p:cNvSpPr txBox="1">
            <a:spLocks noChangeArrowheads="1"/>
          </p:cNvSpPr>
          <p:nvPr/>
        </p:nvSpPr>
        <p:spPr bwMode="auto">
          <a:xfrm>
            <a:off x="716757" y="5281513"/>
            <a:ext cx="7931132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输出电压的正负可反映出物点是靠近了还是远离了，其幅值大小反映微位移量的大小。</a:t>
            </a:r>
            <a:r>
              <a:rPr lang="zh-CN" altLang="en-US" sz="2800" b="1" dirty="0">
                <a:latin typeface="楷体_GB2312" pitchFamily="49" charset="-122"/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C5DEB9B-618B-444F-AE60-CE04544BA3A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0" name="文本框 60">
              <a:extLst>
                <a:ext uri="{FF2B5EF4-FFF2-40B4-BE49-F238E27FC236}">
                  <a16:creationId xmlns:a16="http://schemas.microsoft.com/office/drawing/2014/main" id="{4E626D62-159D-489D-9B5E-406103B402F7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四象限探测器应用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6AD3ACA-694E-4851-AE79-9008E93EFCAB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4C9CB54-03E9-465D-B4CA-FD7FE0DA695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DA0DA149-7113-4500-88A4-78FCF42209DE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4.8.3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58">
              <a:extLst>
                <a:ext uri="{FF2B5EF4-FFF2-40B4-BE49-F238E27FC236}">
                  <a16:creationId xmlns:a16="http://schemas.microsoft.com/office/drawing/2014/main" id="{62E48FB2-7B1D-443E-B5FC-CCA2271038F0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1C1148D-9237-4D14-8642-AEE9C48F725F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F5D60EC-631C-4BB3-A0B7-DA678677407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04062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2" grpId="0"/>
      <p:bldP spid="2" grpId="0"/>
    </p:bld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108</TotalTime>
  <Words>632</Words>
  <Application>Microsoft Office PowerPoint</Application>
  <PresentationFormat>自定义</PresentationFormat>
  <Paragraphs>114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冬青黑体简体中文 W3</vt:lpstr>
      <vt:lpstr>冬青黑体简体中文 W6</vt:lpstr>
      <vt:lpstr>楷体_GB2312</vt:lpstr>
      <vt:lpstr>微软雅黑</vt:lpstr>
      <vt:lpstr>微软雅黑</vt:lpstr>
      <vt:lpstr>Arial</vt:lpstr>
      <vt:lpstr>Calibri</vt:lpstr>
      <vt:lpstr>Calibri Light</vt:lpstr>
      <vt:lpstr>Microsoft Yi Baiti</vt:lpstr>
      <vt:lpstr>Times New Roman</vt:lpstr>
      <vt:lpstr>光电技术模板-2015-6-18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yp yang</cp:lastModifiedBy>
  <cp:revision>17</cp:revision>
  <dcterms:created xsi:type="dcterms:W3CDTF">2015-06-18T01:42:52Z</dcterms:created>
  <dcterms:modified xsi:type="dcterms:W3CDTF">2022-05-02T05:33:20Z</dcterms:modified>
</cp:coreProperties>
</file>