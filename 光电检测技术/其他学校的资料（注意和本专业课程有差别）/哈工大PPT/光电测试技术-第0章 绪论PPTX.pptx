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8" r:id="rId1"/>
  </p:sldMasterIdLst>
  <p:notesMasterIdLst>
    <p:notesMasterId r:id="rId34"/>
  </p:notesMasterIdLst>
  <p:handoutMasterIdLst>
    <p:handoutMasterId r:id="rId35"/>
  </p:handoutMasterIdLst>
  <p:sldIdLst>
    <p:sldId id="446" r:id="rId2"/>
    <p:sldId id="419" r:id="rId3"/>
    <p:sldId id="420" r:id="rId4"/>
    <p:sldId id="445" r:id="rId5"/>
    <p:sldId id="418" r:id="rId6"/>
    <p:sldId id="454" r:id="rId7"/>
    <p:sldId id="421" r:id="rId8"/>
    <p:sldId id="448" r:id="rId9"/>
    <p:sldId id="422" r:id="rId10"/>
    <p:sldId id="450" r:id="rId11"/>
    <p:sldId id="449" r:id="rId12"/>
    <p:sldId id="423" r:id="rId13"/>
    <p:sldId id="424" r:id="rId14"/>
    <p:sldId id="429" r:id="rId15"/>
    <p:sldId id="430" r:id="rId16"/>
    <p:sldId id="431" r:id="rId17"/>
    <p:sldId id="432" r:id="rId18"/>
    <p:sldId id="453" r:id="rId19"/>
    <p:sldId id="433" r:id="rId20"/>
    <p:sldId id="434" r:id="rId21"/>
    <p:sldId id="435" r:id="rId22"/>
    <p:sldId id="436" r:id="rId23"/>
    <p:sldId id="437" r:id="rId24"/>
    <p:sldId id="438" r:id="rId25"/>
    <p:sldId id="439" r:id="rId26"/>
    <p:sldId id="440" r:id="rId27"/>
    <p:sldId id="441" r:id="rId28"/>
    <p:sldId id="442" r:id="rId29"/>
    <p:sldId id="451" r:id="rId30"/>
    <p:sldId id="452" r:id="rId31"/>
    <p:sldId id="443" r:id="rId32"/>
    <p:sldId id="444" r:id="rId33"/>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CC"/>
    <a:srgbClr val="FF66FF"/>
    <a:srgbClr val="003300"/>
    <a:srgbClr val="FFFF00"/>
    <a:srgbClr val="FF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p:scale>
          <a:sx n="100" d="100"/>
          <a:sy n="100" d="100"/>
        </p:scale>
        <p:origin x="-1860" y="-17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78" d="100"/>
          <a:sy n="78" d="100"/>
        </p:scale>
        <p:origin x="-2022" y="-84"/>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 Id="rId5" Type="http://schemas.openxmlformats.org/officeDocument/2006/relationships/image" Target="../media/image28.wmf"/><Relationship Id="rId4" Type="http://schemas.openxmlformats.org/officeDocument/2006/relationships/image" Target="../media/image2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7370D1BB-BBEF-492E-A318-C9F9B3AB1755}" type="datetimeFigureOut">
              <a:rPr lang="zh-CN" altLang="en-US"/>
              <a:pPr>
                <a:defRPr/>
              </a:pPr>
              <a:t>2017/3/5</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atin typeface="Arial" charset="0"/>
              </a:defRPr>
            </a:lvl1pPr>
          </a:lstStyle>
          <a:p>
            <a:pPr>
              <a:defRPr/>
            </a:pPr>
            <a:fld id="{F1C18DCE-740C-4915-9E8C-52A44DC5D7BD}"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ltLang="zh-CN"/>
          </a:p>
        </p:txBody>
      </p:sp>
      <p:sp>
        <p:nvSpPr>
          <p:cNvPr id="5120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ltLang="zh-CN"/>
          </a:p>
        </p:txBody>
      </p:sp>
      <p:sp>
        <p:nvSpPr>
          <p:cNvPr id="35844"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120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5120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ltLang="zh-CN"/>
          </a:p>
        </p:txBody>
      </p:sp>
      <p:sp>
        <p:nvSpPr>
          <p:cNvPr id="5120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ED3C367F-B953-42F1-AD39-DC6E7B853FCE}"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p:cNvSpPr>
            <a:spLocks/>
          </p:cNvSpPr>
          <p:nvPr/>
        </p:nvSpPr>
        <p:spPr bwMode="auto">
          <a:xfrm>
            <a:off x="4760913" y="20638"/>
            <a:ext cx="4438650" cy="4038600"/>
          </a:xfrm>
          <a:custGeom>
            <a:avLst/>
            <a:gdLst/>
            <a:ahLst/>
            <a:cxnLst>
              <a:cxn ang="0">
                <a:pos x="23" y="4"/>
              </a:cxn>
              <a:cxn ang="0">
                <a:pos x="11" y="71"/>
              </a:cxn>
              <a:cxn ang="0">
                <a:pos x="25" y="393"/>
              </a:cxn>
              <a:cxn ang="0">
                <a:pos x="54" y="457"/>
              </a:cxn>
              <a:cxn ang="0">
                <a:pos x="158" y="482"/>
              </a:cxn>
              <a:cxn ang="0">
                <a:pos x="204" y="495"/>
              </a:cxn>
              <a:cxn ang="0">
                <a:pos x="520" y="475"/>
              </a:cxn>
              <a:cxn ang="0">
                <a:pos x="533" y="167"/>
              </a:cxn>
              <a:cxn ang="0">
                <a:pos x="369" y="16"/>
              </a:cxn>
              <a:cxn ang="0">
                <a:pos x="249" y="29"/>
              </a:cxn>
              <a:cxn ang="0">
                <a:pos x="198" y="11"/>
              </a:cxn>
              <a:cxn ang="0">
                <a:pos x="151" y="2"/>
              </a:cxn>
              <a:cxn ang="0">
                <a:pos x="23" y="4"/>
              </a:cxn>
            </a:cxnLst>
            <a:rect l="0" t="0" r="r" b="b"/>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w="0">
            <a:noFill/>
            <a:prstDash val="solid"/>
            <a:round/>
            <a:headEnd/>
            <a:tailEnd/>
          </a:ln>
        </p:spPr>
        <p:txBody>
          <a:bodyPr/>
          <a:lstStyle/>
          <a:p>
            <a:pPr>
              <a:defRPr/>
            </a:pPr>
            <a:endParaRPr lang="zh-CN" altLang="en-US">
              <a:latin typeface="Arial" charset="0"/>
            </a:endParaRPr>
          </a:p>
        </p:txBody>
      </p:sp>
      <p:grpSp>
        <p:nvGrpSpPr>
          <p:cNvPr id="5" name="Group 3"/>
          <p:cNvGrpSpPr>
            <a:grpSpLocks/>
          </p:cNvGrpSpPr>
          <p:nvPr/>
        </p:nvGrpSpPr>
        <p:grpSpPr bwMode="auto">
          <a:xfrm>
            <a:off x="4572000" y="28575"/>
            <a:ext cx="4756150" cy="4338638"/>
            <a:chOff x="2918" y="18"/>
            <a:chExt cx="2958" cy="2699"/>
          </a:xfrm>
        </p:grpSpPr>
        <p:sp>
          <p:nvSpPr>
            <p:cNvPr id="6" name="Freeform 4"/>
            <p:cNvSpPr>
              <a:spLocks/>
            </p:cNvSpPr>
            <p:nvPr/>
          </p:nvSpPr>
          <p:spPr bwMode="auto">
            <a:xfrm>
              <a:off x="3060" y="18"/>
              <a:ext cx="490" cy="187"/>
            </a:xfrm>
            <a:custGeom>
              <a:avLst/>
              <a:gdLst/>
              <a:ahLst/>
              <a:cxnLst>
                <a:cxn ang="0">
                  <a:pos x="71" y="25"/>
                </a:cxn>
                <a:cxn ang="0">
                  <a:pos x="91" y="20"/>
                </a:cxn>
                <a:cxn ang="0">
                  <a:pos x="92" y="17"/>
                </a:cxn>
                <a:cxn ang="0">
                  <a:pos x="88" y="0"/>
                </a:cxn>
                <a:cxn ang="0">
                  <a:pos x="25" y="0"/>
                </a:cxn>
                <a:cxn ang="0">
                  <a:pos x="10" y="22"/>
                </a:cxn>
                <a:cxn ang="0">
                  <a:pos x="71" y="25"/>
                </a:cxn>
              </a:cxnLst>
              <a:rect l="0" t="0" r="r" b="b"/>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w="0">
              <a:noFill/>
              <a:prstDash val="solid"/>
              <a:round/>
              <a:headEnd/>
              <a:tailEnd/>
            </a:ln>
          </p:spPr>
          <p:txBody>
            <a:bodyPr/>
            <a:lstStyle/>
            <a:p>
              <a:pPr>
                <a:defRPr/>
              </a:pPr>
              <a:endParaRPr lang="zh-CN" altLang="en-US">
                <a:latin typeface="Arial" charset="0"/>
              </a:endParaRPr>
            </a:p>
          </p:txBody>
        </p:sp>
        <p:sp>
          <p:nvSpPr>
            <p:cNvPr id="7" name="Freeform 5"/>
            <p:cNvSpPr>
              <a:spLocks noEditPoints="1"/>
            </p:cNvSpPr>
            <p:nvPr/>
          </p:nvSpPr>
          <p:spPr bwMode="auto">
            <a:xfrm>
              <a:off x="2918" y="18"/>
              <a:ext cx="2958" cy="2699"/>
            </a:xfrm>
            <a:custGeom>
              <a:avLst/>
              <a:gdLst/>
              <a:ahLst/>
              <a:cxnLst>
                <a:cxn ang="0">
                  <a:pos x="504" y="1"/>
                </a:cxn>
                <a:cxn ang="0">
                  <a:pos x="157" y="0"/>
                </a:cxn>
                <a:cxn ang="0">
                  <a:pos x="225" y="21"/>
                </a:cxn>
                <a:cxn ang="0">
                  <a:pos x="174" y="39"/>
                </a:cxn>
                <a:cxn ang="0">
                  <a:pos x="207" y="71"/>
                </a:cxn>
                <a:cxn ang="0">
                  <a:pos x="74" y="60"/>
                </a:cxn>
                <a:cxn ang="0">
                  <a:pos x="26" y="63"/>
                </a:cxn>
                <a:cxn ang="0">
                  <a:pos x="199" y="487"/>
                </a:cxn>
                <a:cxn ang="0">
                  <a:pos x="144" y="341"/>
                </a:cxn>
                <a:cxn ang="0">
                  <a:pos x="105" y="376"/>
                </a:cxn>
                <a:cxn ang="0">
                  <a:pos x="94" y="435"/>
                </a:cxn>
                <a:cxn ang="0">
                  <a:pos x="124" y="265"/>
                </a:cxn>
                <a:cxn ang="0">
                  <a:pos x="153" y="228"/>
                </a:cxn>
                <a:cxn ang="0">
                  <a:pos x="209" y="237"/>
                </a:cxn>
                <a:cxn ang="0">
                  <a:pos x="188" y="306"/>
                </a:cxn>
                <a:cxn ang="0">
                  <a:pos x="192" y="395"/>
                </a:cxn>
                <a:cxn ang="0">
                  <a:pos x="515" y="483"/>
                </a:cxn>
                <a:cxn ang="0">
                  <a:pos x="454" y="427"/>
                </a:cxn>
                <a:cxn ang="0">
                  <a:pos x="425" y="345"/>
                </a:cxn>
                <a:cxn ang="0">
                  <a:pos x="396" y="270"/>
                </a:cxn>
                <a:cxn ang="0">
                  <a:pos x="460" y="256"/>
                </a:cxn>
                <a:cxn ang="0">
                  <a:pos x="407" y="223"/>
                </a:cxn>
                <a:cxn ang="0">
                  <a:pos x="439" y="226"/>
                </a:cxn>
                <a:cxn ang="0">
                  <a:pos x="438" y="209"/>
                </a:cxn>
                <a:cxn ang="0">
                  <a:pos x="376" y="211"/>
                </a:cxn>
                <a:cxn ang="0">
                  <a:pos x="357" y="343"/>
                </a:cxn>
                <a:cxn ang="0">
                  <a:pos x="347" y="230"/>
                </a:cxn>
                <a:cxn ang="0">
                  <a:pos x="331" y="182"/>
                </a:cxn>
                <a:cxn ang="0">
                  <a:pos x="347" y="136"/>
                </a:cxn>
                <a:cxn ang="0">
                  <a:pos x="339" y="99"/>
                </a:cxn>
                <a:cxn ang="0">
                  <a:pos x="331" y="62"/>
                </a:cxn>
                <a:cxn ang="0">
                  <a:pos x="369" y="103"/>
                </a:cxn>
                <a:cxn ang="0">
                  <a:pos x="415" y="47"/>
                </a:cxn>
                <a:cxn ang="0">
                  <a:pos x="409" y="95"/>
                </a:cxn>
                <a:cxn ang="0">
                  <a:pos x="401" y="130"/>
                </a:cxn>
                <a:cxn ang="0">
                  <a:pos x="401" y="181"/>
                </a:cxn>
                <a:cxn ang="0">
                  <a:pos x="558" y="181"/>
                </a:cxn>
                <a:cxn ang="0">
                  <a:pos x="554" y="76"/>
                </a:cxn>
                <a:cxn ang="0">
                  <a:pos x="249" y="69"/>
                </a:cxn>
                <a:cxn ang="0">
                  <a:pos x="293" y="93"/>
                </a:cxn>
                <a:cxn ang="0">
                  <a:pos x="171" y="195"/>
                </a:cxn>
                <a:cxn ang="0">
                  <a:pos x="69" y="98"/>
                </a:cxn>
                <a:cxn ang="0">
                  <a:pos x="191" y="106"/>
                </a:cxn>
                <a:cxn ang="0">
                  <a:pos x="220" y="105"/>
                </a:cxn>
                <a:cxn ang="0">
                  <a:pos x="302" y="121"/>
                </a:cxn>
                <a:cxn ang="0">
                  <a:pos x="276" y="256"/>
                </a:cxn>
                <a:cxn ang="0">
                  <a:pos x="260" y="137"/>
                </a:cxn>
                <a:cxn ang="0">
                  <a:pos x="171" y="195"/>
                </a:cxn>
                <a:cxn ang="0">
                  <a:pos x="223" y="225"/>
                </a:cxn>
                <a:cxn ang="0">
                  <a:pos x="247" y="158"/>
                </a:cxn>
                <a:cxn ang="0">
                  <a:pos x="326" y="292"/>
                </a:cxn>
                <a:cxn ang="0">
                  <a:pos x="215" y="321"/>
                </a:cxn>
                <a:cxn ang="0">
                  <a:pos x="309" y="277"/>
                </a:cxn>
                <a:cxn ang="0">
                  <a:pos x="318" y="133"/>
                </a:cxn>
                <a:cxn ang="0">
                  <a:pos x="313" y="213"/>
                </a:cxn>
                <a:cxn ang="0">
                  <a:pos x="299" y="144"/>
                </a:cxn>
                <a:cxn ang="0">
                  <a:pos x="507" y="179"/>
                </a:cxn>
                <a:cxn ang="0">
                  <a:pos x="461" y="162"/>
                </a:cxn>
              </a:cxnLst>
              <a:rect l="0" t="0" r="r" b="b"/>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w="0">
              <a:noFill/>
              <a:prstDash val="solid"/>
              <a:round/>
              <a:headEnd/>
              <a:tailEnd/>
            </a:ln>
          </p:spPr>
          <p:txBody>
            <a:bodyPr/>
            <a:lstStyle/>
            <a:p>
              <a:pPr>
                <a:defRPr/>
              </a:pPr>
              <a:endParaRPr lang="zh-CN" altLang="en-US">
                <a:latin typeface="Arial" charset="0"/>
              </a:endParaRPr>
            </a:p>
          </p:txBody>
        </p:sp>
        <p:sp>
          <p:nvSpPr>
            <p:cNvPr id="8" name="Freeform 6"/>
            <p:cNvSpPr>
              <a:spLocks/>
            </p:cNvSpPr>
            <p:nvPr/>
          </p:nvSpPr>
          <p:spPr bwMode="auto">
            <a:xfrm>
              <a:off x="3621" y="1287"/>
              <a:ext cx="238" cy="283"/>
            </a:xfrm>
            <a:custGeom>
              <a:avLst/>
              <a:gdLst/>
              <a:ahLst/>
              <a:cxnLst>
                <a:cxn ang="0">
                  <a:pos x="40" y="15"/>
                </a:cxn>
                <a:cxn ang="0">
                  <a:pos x="27" y="56"/>
                </a:cxn>
                <a:cxn ang="0">
                  <a:pos x="40" y="15"/>
                </a:cxn>
              </a:cxnLst>
              <a:rect l="0" t="0" r="r" b="b"/>
              <a:pathLst>
                <a:path w="47" h="56">
                  <a:moveTo>
                    <a:pt x="40" y="15"/>
                  </a:moveTo>
                  <a:cubicBezTo>
                    <a:pt x="37" y="0"/>
                    <a:pt x="0" y="23"/>
                    <a:pt x="27" y="56"/>
                  </a:cubicBezTo>
                  <a:cubicBezTo>
                    <a:pt x="27" y="56"/>
                    <a:pt x="47" y="49"/>
                    <a:pt x="40" y="15"/>
                  </a:cubicBezTo>
                  <a:close/>
                </a:path>
              </a:pathLst>
            </a:custGeom>
            <a:solidFill>
              <a:schemeClr val="bg1"/>
            </a:solidFill>
            <a:ln w="0">
              <a:noFill/>
              <a:prstDash val="solid"/>
              <a:round/>
              <a:headEnd/>
              <a:tailEnd/>
            </a:ln>
          </p:spPr>
          <p:txBody>
            <a:bodyPr/>
            <a:lstStyle/>
            <a:p>
              <a:pPr>
                <a:defRPr/>
              </a:pPr>
              <a:endParaRPr lang="zh-CN" altLang="en-US">
                <a:latin typeface="Arial" charset="0"/>
              </a:endParaRPr>
            </a:p>
          </p:txBody>
        </p:sp>
        <p:sp>
          <p:nvSpPr>
            <p:cNvPr id="9" name="Freeform 7"/>
            <p:cNvSpPr>
              <a:spLocks/>
            </p:cNvSpPr>
            <p:nvPr/>
          </p:nvSpPr>
          <p:spPr bwMode="auto">
            <a:xfrm>
              <a:off x="3403" y="1403"/>
              <a:ext cx="208" cy="379"/>
            </a:xfrm>
            <a:custGeom>
              <a:avLst/>
              <a:gdLst/>
              <a:ahLst/>
              <a:cxnLst>
                <a:cxn ang="0">
                  <a:pos x="19" y="27"/>
                </a:cxn>
                <a:cxn ang="0">
                  <a:pos x="12" y="69"/>
                </a:cxn>
                <a:cxn ang="0">
                  <a:pos x="40" y="45"/>
                </a:cxn>
                <a:cxn ang="0">
                  <a:pos x="37" y="24"/>
                </a:cxn>
                <a:cxn ang="0">
                  <a:pos x="19" y="27"/>
                </a:cxn>
              </a:cxnLst>
              <a:rect l="0" t="0" r="r" b="b"/>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w="0">
              <a:noFill/>
              <a:prstDash val="solid"/>
              <a:round/>
              <a:headEnd/>
              <a:tailEnd/>
            </a:ln>
          </p:spPr>
          <p:txBody>
            <a:bodyPr/>
            <a:lstStyle/>
            <a:p>
              <a:pPr>
                <a:defRPr/>
              </a:pPr>
              <a:endParaRPr lang="zh-CN" altLang="en-US">
                <a:latin typeface="Arial" charset="0"/>
              </a:endParaRPr>
            </a:p>
          </p:txBody>
        </p:sp>
        <p:sp>
          <p:nvSpPr>
            <p:cNvPr id="10" name="Freeform 8"/>
            <p:cNvSpPr>
              <a:spLocks/>
            </p:cNvSpPr>
            <p:nvPr/>
          </p:nvSpPr>
          <p:spPr bwMode="auto">
            <a:xfrm>
              <a:off x="3272" y="645"/>
              <a:ext cx="675" cy="318"/>
            </a:xfrm>
            <a:custGeom>
              <a:avLst/>
              <a:gdLst/>
              <a:ahLst/>
              <a:cxnLst>
                <a:cxn ang="0">
                  <a:pos x="112" y="4"/>
                </a:cxn>
                <a:cxn ang="0">
                  <a:pos x="24" y="4"/>
                </a:cxn>
                <a:cxn ang="0">
                  <a:pos x="2" y="25"/>
                </a:cxn>
                <a:cxn ang="0">
                  <a:pos x="60" y="58"/>
                </a:cxn>
                <a:cxn ang="0">
                  <a:pos x="96" y="54"/>
                </a:cxn>
                <a:cxn ang="0">
                  <a:pos x="113" y="53"/>
                </a:cxn>
                <a:cxn ang="0">
                  <a:pos x="112" y="4"/>
                </a:cxn>
              </a:cxnLst>
              <a:rect l="0" t="0" r="r" b="b"/>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w="0">
              <a:noFill/>
              <a:prstDash val="solid"/>
              <a:round/>
              <a:headEnd/>
              <a:tailEnd/>
            </a:ln>
          </p:spPr>
          <p:txBody>
            <a:bodyPr/>
            <a:lstStyle/>
            <a:p>
              <a:pPr>
                <a:defRPr/>
              </a:pPr>
              <a:endParaRPr lang="zh-CN" altLang="en-US">
                <a:latin typeface="Arial" charset="0"/>
              </a:endParaRPr>
            </a:p>
          </p:txBody>
        </p:sp>
        <p:sp>
          <p:nvSpPr>
            <p:cNvPr id="11" name="Freeform 9"/>
            <p:cNvSpPr>
              <a:spLocks/>
            </p:cNvSpPr>
            <p:nvPr/>
          </p:nvSpPr>
          <p:spPr bwMode="auto">
            <a:xfrm>
              <a:off x="4046" y="1545"/>
              <a:ext cx="498" cy="516"/>
            </a:xfrm>
            <a:custGeom>
              <a:avLst/>
              <a:gdLst/>
              <a:ahLst/>
              <a:cxnLst>
                <a:cxn ang="0">
                  <a:pos x="67" y="5"/>
                </a:cxn>
                <a:cxn ang="0">
                  <a:pos x="31" y="5"/>
                </a:cxn>
                <a:cxn ang="0">
                  <a:pos x="12" y="57"/>
                </a:cxn>
                <a:cxn ang="0">
                  <a:pos x="79" y="62"/>
                </a:cxn>
                <a:cxn ang="0">
                  <a:pos x="67" y="5"/>
                </a:cxn>
              </a:cxnLst>
              <a:rect l="0" t="0" r="r" b="b"/>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w="0">
              <a:noFill/>
              <a:prstDash val="solid"/>
              <a:round/>
              <a:headEnd/>
              <a:tailEnd/>
            </a:ln>
          </p:spPr>
          <p:txBody>
            <a:bodyPr/>
            <a:lstStyle/>
            <a:p>
              <a:pPr>
                <a:defRPr/>
              </a:pPr>
              <a:endParaRPr lang="zh-CN" altLang="en-US">
                <a:latin typeface="Arial" charset="0"/>
              </a:endParaRPr>
            </a:p>
          </p:txBody>
        </p:sp>
        <p:sp>
          <p:nvSpPr>
            <p:cNvPr id="12" name="Freeform 10"/>
            <p:cNvSpPr>
              <a:spLocks/>
            </p:cNvSpPr>
            <p:nvPr/>
          </p:nvSpPr>
          <p:spPr bwMode="auto">
            <a:xfrm>
              <a:off x="5173" y="1024"/>
              <a:ext cx="501" cy="96"/>
            </a:xfrm>
            <a:custGeom>
              <a:avLst/>
              <a:gdLst/>
              <a:ahLst/>
              <a:cxnLst>
                <a:cxn ang="0">
                  <a:pos x="15" y="0"/>
                </a:cxn>
                <a:cxn ang="0">
                  <a:pos x="40" y="15"/>
                </a:cxn>
                <a:cxn ang="0">
                  <a:pos x="15" y="0"/>
                </a:cxn>
              </a:cxnLst>
              <a:rect l="0" t="0" r="r" b="b"/>
              <a:pathLst>
                <a:path w="99" h="19">
                  <a:moveTo>
                    <a:pt x="15" y="0"/>
                  </a:moveTo>
                  <a:cubicBezTo>
                    <a:pt x="0" y="0"/>
                    <a:pt x="19" y="19"/>
                    <a:pt x="40" y="15"/>
                  </a:cubicBezTo>
                  <a:cubicBezTo>
                    <a:pt x="99" y="1"/>
                    <a:pt x="15" y="0"/>
                    <a:pt x="15" y="0"/>
                  </a:cubicBezTo>
                  <a:close/>
                </a:path>
              </a:pathLst>
            </a:custGeom>
            <a:solidFill>
              <a:schemeClr val="bg1"/>
            </a:solidFill>
            <a:ln w="0">
              <a:noFill/>
              <a:prstDash val="solid"/>
              <a:round/>
              <a:headEnd/>
              <a:tailEnd/>
            </a:ln>
          </p:spPr>
          <p:txBody>
            <a:bodyPr/>
            <a:lstStyle/>
            <a:p>
              <a:pPr>
                <a:defRPr/>
              </a:pPr>
              <a:endParaRPr lang="zh-CN" altLang="en-US">
                <a:latin typeface="Arial" charset="0"/>
              </a:endParaRPr>
            </a:p>
          </p:txBody>
        </p:sp>
        <p:sp>
          <p:nvSpPr>
            <p:cNvPr id="13" name="Freeform 11"/>
            <p:cNvSpPr>
              <a:spLocks/>
            </p:cNvSpPr>
            <p:nvPr/>
          </p:nvSpPr>
          <p:spPr bwMode="auto">
            <a:xfrm>
              <a:off x="5340" y="1004"/>
              <a:ext cx="385" cy="237"/>
            </a:xfrm>
            <a:custGeom>
              <a:avLst/>
              <a:gdLst/>
              <a:ahLst/>
              <a:cxnLst>
                <a:cxn ang="0">
                  <a:pos x="21" y="37"/>
                </a:cxn>
                <a:cxn ang="0">
                  <a:pos x="70" y="17"/>
                </a:cxn>
                <a:cxn ang="0">
                  <a:pos x="48" y="3"/>
                </a:cxn>
                <a:cxn ang="0">
                  <a:pos x="19" y="32"/>
                </a:cxn>
                <a:cxn ang="0">
                  <a:pos x="21" y="37"/>
                </a:cxn>
              </a:cxnLst>
              <a:rect l="0" t="0" r="r" b="b"/>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w="0">
              <a:noFill/>
              <a:prstDash val="solid"/>
              <a:round/>
              <a:headEnd/>
              <a:tailEnd/>
            </a:ln>
          </p:spPr>
          <p:txBody>
            <a:bodyPr/>
            <a:lstStyle/>
            <a:p>
              <a:pPr>
                <a:defRPr/>
              </a:pPr>
              <a:endParaRPr lang="zh-CN" altLang="en-US">
                <a:latin typeface="Arial" charset="0"/>
              </a:endParaRPr>
            </a:p>
          </p:txBody>
        </p:sp>
        <p:sp>
          <p:nvSpPr>
            <p:cNvPr id="14" name="Freeform 12"/>
            <p:cNvSpPr>
              <a:spLocks/>
            </p:cNvSpPr>
            <p:nvPr/>
          </p:nvSpPr>
          <p:spPr bwMode="auto">
            <a:xfrm>
              <a:off x="5325" y="1201"/>
              <a:ext cx="415" cy="187"/>
            </a:xfrm>
            <a:custGeom>
              <a:avLst/>
              <a:gdLst/>
              <a:ahLst/>
              <a:cxnLst>
                <a:cxn ang="0">
                  <a:pos x="72" y="6"/>
                </a:cxn>
                <a:cxn ang="0">
                  <a:pos x="24" y="17"/>
                </a:cxn>
                <a:cxn ang="0">
                  <a:pos x="17" y="26"/>
                </a:cxn>
                <a:cxn ang="0">
                  <a:pos x="76" y="23"/>
                </a:cxn>
                <a:cxn ang="0">
                  <a:pos x="82" y="20"/>
                </a:cxn>
                <a:cxn ang="0">
                  <a:pos x="82" y="0"/>
                </a:cxn>
                <a:cxn ang="0">
                  <a:pos x="72" y="6"/>
                </a:cxn>
              </a:cxnLst>
              <a:rect l="0" t="0" r="r" b="b"/>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w="0">
              <a:noFill/>
              <a:prstDash val="solid"/>
              <a:round/>
              <a:headEnd/>
              <a:tailEnd/>
            </a:ln>
          </p:spPr>
          <p:txBody>
            <a:bodyPr/>
            <a:lstStyle/>
            <a:p>
              <a:pPr>
                <a:defRPr/>
              </a:pPr>
              <a:endParaRPr lang="zh-CN" altLang="en-US">
                <a:latin typeface="Arial" charset="0"/>
              </a:endParaRPr>
            </a:p>
          </p:txBody>
        </p:sp>
        <p:sp>
          <p:nvSpPr>
            <p:cNvPr id="15" name="Freeform 13"/>
            <p:cNvSpPr>
              <a:spLocks/>
            </p:cNvSpPr>
            <p:nvPr/>
          </p:nvSpPr>
          <p:spPr bwMode="auto">
            <a:xfrm>
              <a:off x="5001" y="1378"/>
              <a:ext cx="698" cy="167"/>
            </a:xfrm>
            <a:custGeom>
              <a:avLst/>
              <a:gdLst/>
              <a:ahLst/>
              <a:cxnLst>
                <a:cxn ang="0">
                  <a:pos x="21" y="1"/>
                </a:cxn>
                <a:cxn ang="0">
                  <a:pos x="8" y="14"/>
                </a:cxn>
                <a:cxn ang="0">
                  <a:pos x="57" y="22"/>
                </a:cxn>
                <a:cxn ang="0">
                  <a:pos x="117" y="23"/>
                </a:cxn>
                <a:cxn ang="0">
                  <a:pos x="114" y="8"/>
                </a:cxn>
                <a:cxn ang="0">
                  <a:pos x="82" y="3"/>
                </a:cxn>
                <a:cxn ang="0">
                  <a:pos x="21" y="1"/>
                </a:cxn>
              </a:cxnLst>
              <a:rect l="0" t="0" r="r" b="b"/>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w="0">
              <a:noFill/>
              <a:prstDash val="solid"/>
              <a:round/>
              <a:headEnd/>
              <a:tailEnd/>
            </a:ln>
          </p:spPr>
          <p:txBody>
            <a:bodyPr/>
            <a:lstStyle/>
            <a:p>
              <a:pPr>
                <a:defRPr/>
              </a:pPr>
              <a:endParaRPr lang="zh-CN" altLang="en-US">
                <a:latin typeface="Arial" charset="0"/>
              </a:endParaRPr>
            </a:p>
          </p:txBody>
        </p:sp>
        <p:sp>
          <p:nvSpPr>
            <p:cNvPr id="16" name="Freeform 14"/>
            <p:cNvSpPr>
              <a:spLocks/>
            </p:cNvSpPr>
            <p:nvPr/>
          </p:nvSpPr>
          <p:spPr bwMode="auto">
            <a:xfrm>
              <a:off x="5077" y="1540"/>
              <a:ext cx="567" cy="146"/>
            </a:xfrm>
            <a:custGeom>
              <a:avLst/>
              <a:gdLst/>
              <a:ahLst/>
              <a:cxnLst>
                <a:cxn ang="0">
                  <a:pos x="98" y="19"/>
                </a:cxn>
                <a:cxn ang="0">
                  <a:pos x="103" y="4"/>
                </a:cxn>
                <a:cxn ang="0">
                  <a:pos x="74" y="10"/>
                </a:cxn>
                <a:cxn ang="0">
                  <a:pos x="36" y="6"/>
                </a:cxn>
                <a:cxn ang="0">
                  <a:pos x="2" y="4"/>
                </a:cxn>
                <a:cxn ang="0">
                  <a:pos x="98" y="19"/>
                </a:cxn>
              </a:cxnLst>
              <a:rect l="0" t="0" r="r" b="b"/>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w="0">
              <a:noFill/>
              <a:prstDash val="solid"/>
              <a:round/>
              <a:headEnd/>
              <a:tailEnd/>
            </a:ln>
          </p:spPr>
          <p:txBody>
            <a:bodyPr/>
            <a:lstStyle/>
            <a:p>
              <a:pPr>
                <a:defRPr/>
              </a:pPr>
              <a:endParaRPr lang="zh-CN" altLang="en-US">
                <a:latin typeface="Arial" charset="0"/>
              </a:endParaRPr>
            </a:p>
          </p:txBody>
        </p:sp>
        <p:sp>
          <p:nvSpPr>
            <p:cNvPr id="17" name="Freeform 15"/>
            <p:cNvSpPr>
              <a:spLocks/>
            </p:cNvSpPr>
            <p:nvPr/>
          </p:nvSpPr>
          <p:spPr bwMode="auto">
            <a:xfrm>
              <a:off x="5042" y="1656"/>
              <a:ext cx="584" cy="480"/>
            </a:xfrm>
            <a:custGeom>
              <a:avLst/>
              <a:gdLst/>
              <a:ahLst/>
              <a:cxnLst>
                <a:cxn ang="0">
                  <a:pos x="3" y="53"/>
                </a:cxn>
                <a:cxn ang="0">
                  <a:pos x="26" y="54"/>
                </a:cxn>
                <a:cxn ang="0">
                  <a:pos x="50" y="77"/>
                </a:cxn>
                <a:cxn ang="0">
                  <a:pos x="59" y="84"/>
                </a:cxn>
                <a:cxn ang="0">
                  <a:pos x="81" y="52"/>
                </a:cxn>
                <a:cxn ang="0">
                  <a:pos x="111" y="52"/>
                </a:cxn>
                <a:cxn ang="0">
                  <a:pos x="79" y="27"/>
                </a:cxn>
                <a:cxn ang="0">
                  <a:pos x="37" y="16"/>
                </a:cxn>
                <a:cxn ang="0">
                  <a:pos x="12" y="41"/>
                </a:cxn>
                <a:cxn ang="0">
                  <a:pos x="3" y="53"/>
                </a:cxn>
              </a:cxnLst>
              <a:rect l="0" t="0" r="r" b="b"/>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w="0">
              <a:noFill/>
              <a:prstDash val="solid"/>
              <a:round/>
              <a:headEnd/>
              <a:tailEnd/>
            </a:ln>
          </p:spPr>
          <p:txBody>
            <a:bodyPr/>
            <a:lstStyle/>
            <a:p>
              <a:pPr>
                <a:defRPr/>
              </a:pPr>
              <a:endParaRPr lang="zh-CN" altLang="en-US">
                <a:latin typeface="Arial" charset="0"/>
              </a:endParaRPr>
            </a:p>
          </p:txBody>
        </p:sp>
        <p:sp>
          <p:nvSpPr>
            <p:cNvPr id="18" name="Freeform 16"/>
            <p:cNvSpPr>
              <a:spLocks/>
            </p:cNvSpPr>
            <p:nvPr/>
          </p:nvSpPr>
          <p:spPr bwMode="auto">
            <a:xfrm>
              <a:off x="5421" y="1464"/>
              <a:ext cx="329" cy="854"/>
            </a:xfrm>
            <a:custGeom>
              <a:avLst/>
              <a:gdLst/>
              <a:ahLst/>
              <a:cxnLst>
                <a:cxn ang="0">
                  <a:pos x="51" y="40"/>
                </a:cxn>
                <a:cxn ang="0">
                  <a:pos x="22" y="49"/>
                </a:cxn>
                <a:cxn ang="0">
                  <a:pos x="22" y="59"/>
                </a:cxn>
                <a:cxn ang="0">
                  <a:pos x="50" y="90"/>
                </a:cxn>
                <a:cxn ang="0">
                  <a:pos x="34" y="118"/>
                </a:cxn>
                <a:cxn ang="0">
                  <a:pos x="0" y="148"/>
                </a:cxn>
                <a:cxn ang="0">
                  <a:pos x="17" y="155"/>
                </a:cxn>
                <a:cxn ang="0">
                  <a:pos x="47" y="166"/>
                </a:cxn>
                <a:cxn ang="0">
                  <a:pos x="63" y="162"/>
                </a:cxn>
                <a:cxn ang="0">
                  <a:pos x="65" y="0"/>
                </a:cxn>
                <a:cxn ang="0">
                  <a:pos x="51" y="40"/>
                </a:cxn>
              </a:cxnLst>
              <a:rect l="0" t="0" r="r" b="b"/>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w="0">
              <a:noFill/>
              <a:prstDash val="solid"/>
              <a:round/>
              <a:headEnd/>
              <a:tailEnd/>
            </a:ln>
          </p:spPr>
          <p:txBody>
            <a:bodyPr/>
            <a:lstStyle/>
            <a:p>
              <a:pPr>
                <a:defRPr/>
              </a:pPr>
              <a:endParaRPr lang="zh-CN" altLang="en-US">
                <a:latin typeface="Arial" charset="0"/>
              </a:endParaRPr>
            </a:p>
          </p:txBody>
        </p:sp>
      </p:grpSp>
      <p:grpSp>
        <p:nvGrpSpPr>
          <p:cNvPr id="19" name="Group 17"/>
          <p:cNvGrpSpPr>
            <a:grpSpLocks/>
          </p:cNvGrpSpPr>
          <p:nvPr/>
        </p:nvGrpSpPr>
        <p:grpSpPr bwMode="auto">
          <a:xfrm>
            <a:off x="554038" y="36513"/>
            <a:ext cx="7891462" cy="6821487"/>
            <a:chOff x="349" y="23"/>
            <a:chExt cx="4971" cy="4297"/>
          </a:xfrm>
        </p:grpSpPr>
        <p:sp>
          <p:nvSpPr>
            <p:cNvPr id="20" name="Rectangle 18"/>
            <p:cNvSpPr>
              <a:spLocks noChangeArrowheads="1"/>
            </p:cNvSpPr>
            <p:nvPr/>
          </p:nvSpPr>
          <p:spPr bwMode="auto">
            <a:xfrm>
              <a:off x="384" y="23"/>
              <a:ext cx="21" cy="10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21" name="Freeform 19"/>
            <p:cNvSpPr>
              <a:spLocks noEditPoints="1"/>
            </p:cNvSpPr>
            <p:nvPr/>
          </p:nvSpPr>
          <p:spPr bwMode="auto">
            <a:xfrm>
              <a:off x="384"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22" name="Freeform 20"/>
            <p:cNvSpPr>
              <a:spLocks noEditPoints="1"/>
            </p:cNvSpPr>
            <p:nvPr/>
          </p:nvSpPr>
          <p:spPr bwMode="auto">
            <a:xfrm>
              <a:off x="384"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23" name="Freeform 21"/>
            <p:cNvSpPr>
              <a:spLocks noEditPoints="1"/>
            </p:cNvSpPr>
            <p:nvPr/>
          </p:nvSpPr>
          <p:spPr bwMode="auto">
            <a:xfrm>
              <a:off x="384"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24" name="Freeform 22"/>
            <p:cNvSpPr>
              <a:spLocks noEditPoints="1"/>
            </p:cNvSpPr>
            <p:nvPr/>
          </p:nvSpPr>
          <p:spPr bwMode="auto">
            <a:xfrm>
              <a:off x="384"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25" name="Freeform 23"/>
            <p:cNvSpPr>
              <a:spLocks noEditPoints="1"/>
            </p:cNvSpPr>
            <p:nvPr/>
          </p:nvSpPr>
          <p:spPr bwMode="auto">
            <a:xfrm>
              <a:off x="384"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26" name="Freeform 24"/>
            <p:cNvSpPr>
              <a:spLocks noEditPoints="1"/>
            </p:cNvSpPr>
            <p:nvPr/>
          </p:nvSpPr>
          <p:spPr bwMode="auto">
            <a:xfrm>
              <a:off x="384"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27" name="Freeform 25"/>
            <p:cNvSpPr>
              <a:spLocks noEditPoints="1"/>
            </p:cNvSpPr>
            <p:nvPr/>
          </p:nvSpPr>
          <p:spPr bwMode="auto">
            <a:xfrm>
              <a:off x="384"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28" name="Freeform 26"/>
            <p:cNvSpPr>
              <a:spLocks noEditPoints="1"/>
            </p:cNvSpPr>
            <p:nvPr/>
          </p:nvSpPr>
          <p:spPr bwMode="auto">
            <a:xfrm>
              <a:off x="384"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29" name="Freeform 27"/>
            <p:cNvSpPr>
              <a:spLocks noEditPoints="1"/>
            </p:cNvSpPr>
            <p:nvPr/>
          </p:nvSpPr>
          <p:spPr bwMode="auto">
            <a:xfrm>
              <a:off x="384"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30" name="Freeform 28"/>
            <p:cNvSpPr>
              <a:spLocks noEditPoints="1"/>
            </p:cNvSpPr>
            <p:nvPr/>
          </p:nvSpPr>
          <p:spPr bwMode="auto">
            <a:xfrm>
              <a:off x="384"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31" name="Rectangle 29"/>
            <p:cNvSpPr>
              <a:spLocks noChangeArrowheads="1"/>
            </p:cNvSpPr>
            <p:nvPr/>
          </p:nvSpPr>
          <p:spPr bwMode="auto">
            <a:xfrm>
              <a:off x="384" y="4269"/>
              <a:ext cx="21" cy="5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32" name="Rectangle 30"/>
            <p:cNvSpPr>
              <a:spLocks noChangeArrowheads="1"/>
            </p:cNvSpPr>
            <p:nvPr/>
          </p:nvSpPr>
          <p:spPr bwMode="auto">
            <a:xfrm>
              <a:off x="829" y="23"/>
              <a:ext cx="21" cy="10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33" name="Freeform 31"/>
            <p:cNvSpPr>
              <a:spLocks noEditPoints="1"/>
            </p:cNvSpPr>
            <p:nvPr/>
          </p:nvSpPr>
          <p:spPr bwMode="auto">
            <a:xfrm>
              <a:off x="82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34" name="Freeform 32"/>
            <p:cNvSpPr>
              <a:spLocks noEditPoints="1"/>
            </p:cNvSpPr>
            <p:nvPr/>
          </p:nvSpPr>
          <p:spPr bwMode="auto">
            <a:xfrm>
              <a:off x="82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35" name="Freeform 33"/>
            <p:cNvSpPr>
              <a:spLocks noEditPoints="1"/>
            </p:cNvSpPr>
            <p:nvPr/>
          </p:nvSpPr>
          <p:spPr bwMode="auto">
            <a:xfrm>
              <a:off x="82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36" name="Freeform 34"/>
            <p:cNvSpPr>
              <a:spLocks noEditPoints="1"/>
            </p:cNvSpPr>
            <p:nvPr/>
          </p:nvSpPr>
          <p:spPr bwMode="auto">
            <a:xfrm>
              <a:off x="82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37" name="Freeform 35"/>
            <p:cNvSpPr>
              <a:spLocks noEditPoints="1"/>
            </p:cNvSpPr>
            <p:nvPr/>
          </p:nvSpPr>
          <p:spPr bwMode="auto">
            <a:xfrm>
              <a:off x="82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38" name="Freeform 36"/>
            <p:cNvSpPr>
              <a:spLocks noEditPoints="1"/>
            </p:cNvSpPr>
            <p:nvPr/>
          </p:nvSpPr>
          <p:spPr bwMode="auto">
            <a:xfrm>
              <a:off x="82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39" name="Freeform 37"/>
            <p:cNvSpPr>
              <a:spLocks noEditPoints="1"/>
            </p:cNvSpPr>
            <p:nvPr/>
          </p:nvSpPr>
          <p:spPr bwMode="auto">
            <a:xfrm>
              <a:off x="82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40" name="Freeform 38"/>
            <p:cNvSpPr>
              <a:spLocks noEditPoints="1"/>
            </p:cNvSpPr>
            <p:nvPr/>
          </p:nvSpPr>
          <p:spPr bwMode="auto">
            <a:xfrm>
              <a:off x="82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41" name="Freeform 39"/>
            <p:cNvSpPr>
              <a:spLocks noEditPoints="1"/>
            </p:cNvSpPr>
            <p:nvPr/>
          </p:nvSpPr>
          <p:spPr bwMode="auto">
            <a:xfrm>
              <a:off x="82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42" name="Freeform 40"/>
            <p:cNvSpPr>
              <a:spLocks noEditPoints="1"/>
            </p:cNvSpPr>
            <p:nvPr/>
          </p:nvSpPr>
          <p:spPr bwMode="auto">
            <a:xfrm>
              <a:off x="82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43" name="Rectangle 41"/>
            <p:cNvSpPr>
              <a:spLocks noChangeArrowheads="1"/>
            </p:cNvSpPr>
            <p:nvPr/>
          </p:nvSpPr>
          <p:spPr bwMode="auto">
            <a:xfrm>
              <a:off x="829" y="4269"/>
              <a:ext cx="21" cy="5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44" name="Rectangle 42"/>
            <p:cNvSpPr>
              <a:spLocks noChangeArrowheads="1"/>
            </p:cNvSpPr>
            <p:nvPr/>
          </p:nvSpPr>
          <p:spPr bwMode="auto">
            <a:xfrm>
              <a:off x="1279" y="23"/>
              <a:ext cx="21" cy="10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45" name="Freeform 43"/>
            <p:cNvSpPr>
              <a:spLocks noEditPoints="1"/>
            </p:cNvSpPr>
            <p:nvPr/>
          </p:nvSpPr>
          <p:spPr bwMode="auto">
            <a:xfrm>
              <a:off x="127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46" name="Freeform 44"/>
            <p:cNvSpPr>
              <a:spLocks noEditPoints="1"/>
            </p:cNvSpPr>
            <p:nvPr/>
          </p:nvSpPr>
          <p:spPr bwMode="auto">
            <a:xfrm>
              <a:off x="127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47" name="Freeform 45"/>
            <p:cNvSpPr>
              <a:spLocks noEditPoints="1"/>
            </p:cNvSpPr>
            <p:nvPr/>
          </p:nvSpPr>
          <p:spPr bwMode="auto">
            <a:xfrm>
              <a:off x="127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48" name="Freeform 46"/>
            <p:cNvSpPr>
              <a:spLocks noEditPoints="1"/>
            </p:cNvSpPr>
            <p:nvPr/>
          </p:nvSpPr>
          <p:spPr bwMode="auto">
            <a:xfrm>
              <a:off x="127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49" name="Freeform 47"/>
            <p:cNvSpPr>
              <a:spLocks noEditPoints="1"/>
            </p:cNvSpPr>
            <p:nvPr/>
          </p:nvSpPr>
          <p:spPr bwMode="auto">
            <a:xfrm>
              <a:off x="127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50" name="Freeform 48"/>
            <p:cNvSpPr>
              <a:spLocks noEditPoints="1"/>
            </p:cNvSpPr>
            <p:nvPr/>
          </p:nvSpPr>
          <p:spPr bwMode="auto">
            <a:xfrm>
              <a:off x="127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51" name="Freeform 49"/>
            <p:cNvSpPr>
              <a:spLocks noEditPoints="1"/>
            </p:cNvSpPr>
            <p:nvPr/>
          </p:nvSpPr>
          <p:spPr bwMode="auto">
            <a:xfrm>
              <a:off x="127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52" name="Freeform 50"/>
            <p:cNvSpPr>
              <a:spLocks noEditPoints="1"/>
            </p:cNvSpPr>
            <p:nvPr/>
          </p:nvSpPr>
          <p:spPr bwMode="auto">
            <a:xfrm>
              <a:off x="127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53" name="Freeform 51"/>
            <p:cNvSpPr>
              <a:spLocks noEditPoints="1"/>
            </p:cNvSpPr>
            <p:nvPr/>
          </p:nvSpPr>
          <p:spPr bwMode="auto">
            <a:xfrm>
              <a:off x="127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54" name="Freeform 52"/>
            <p:cNvSpPr>
              <a:spLocks noEditPoints="1"/>
            </p:cNvSpPr>
            <p:nvPr/>
          </p:nvSpPr>
          <p:spPr bwMode="auto">
            <a:xfrm>
              <a:off x="127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55" name="Rectangle 53"/>
            <p:cNvSpPr>
              <a:spLocks noChangeArrowheads="1"/>
            </p:cNvSpPr>
            <p:nvPr/>
          </p:nvSpPr>
          <p:spPr bwMode="auto">
            <a:xfrm>
              <a:off x="1279" y="4269"/>
              <a:ext cx="21" cy="5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56" name="Rectangle 54"/>
            <p:cNvSpPr>
              <a:spLocks noChangeArrowheads="1"/>
            </p:cNvSpPr>
            <p:nvPr/>
          </p:nvSpPr>
          <p:spPr bwMode="auto">
            <a:xfrm>
              <a:off x="1724" y="23"/>
              <a:ext cx="21" cy="10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57" name="Freeform 55"/>
            <p:cNvSpPr>
              <a:spLocks noEditPoints="1"/>
            </p:cNvSpPr>
            <p:nvPr/>
          </p:nvSpPr>
          <p:spPr bwMode="auto">
            <a:xfrm>
              <a:off x="1724"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58" name="Freeform 56"/>
            <p:cNvSpPr>
              <a:spLocks noEditPoints="1"/>
            </p:cNvSpPr>
            <p:nvPr/>
          </p:nvSpPr>
          <p:spPr bwMode="auto">
            <a:xfrm>
              <a:off x="1724"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59" name="Freeform 57"/>
            <p:cNvSpPr>
              <a:spLocks noEditPoints="1"/>
            </p:cNvSpPr>
            <p:nvPr/>
          </p:nvSpPr>
          <p:spPr bwMode="auto">
            <a:xfrm>
              <a:off x="1724"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60" name="Freeform 58"/>
            <p:cNvSpPr>
              <a:spLocks noEditPoints="1"/>
            </p:cNvSpPr>
            <p:nvPr/>
          </p:nvSpPr>
          <p:spPr bwMode="auto">
            <a:xfrm>
              <a:off x="1724"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61" name="Freeform 59"/>
            <p:cNvSpPr>
              <a:spLocks noEditPoints="1"/>
            </p:cNvSpPr>
            <p:nvPr/>
          </p:nvSpPr>
          <p:spPr bwMode="auto">
            <a:xfrm>
              <a:off x="1724"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62" name="Freeform 60"/>
            <p:cNvSpPr>
              <a:spLocks noEditPoints="1"/>
            </p:cNvSpPr>
            <p:nvPr/>
          </p:nvSpPr>
          <p:spPr bwMode="auto">
            <a:xfrm>
              <a:off x="1724"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63" name="Freeform 61"/>
            <p:cNvSpPr>
              <a:spLocks noEditPoints="1"/>
            </p:cNvSpPr>
            <p:nvPr/>
          </p:nvSpPr>
          <p:spPr bwMode="auto">
            <a:xfrm>
              <a:off x="1724"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64" name="Freeform 62"/>
            <p:cNvSpPr>
              <a:spLocks noEditPoints="1"/>
            </p:cNvSpPr>
            <p:nvPr/>
          </p:nvSpPr>
          <p:spPr bwMode="auto">
            <a:xfrm>
              <a:off x="1724"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65" name="Freeform 63"/>
            <p:cNvSpPr>
              <a:spLocks noEditPoints="1"/>
            </p:cNvSpPr>
            <p:nvPr/>
          </p:nvSpPr>
          <p:spPr bwMode="auto">
            <a:xfrm>
              <a:off x="1724"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66" name="Freeform 64"/>
            <p:cNvSpPr>
              <a:spLocks noEditPoints="1"/>
            </p:cNvSpPr>
            <p:nvPr/>
          </p:nvSpPr>
          <p:spPr bwMode="auto">
            <a:xfrm>
              <a:off x="1724"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67" name="Rectangle 65"/>
            <p:cNvSpPr>
              <a:spLocks noChangeArrowheads="1"/>
            </p:cNvSpPr>
            <p:nvPr/>
          </p:nvSpPr>
          <p:spPr bwMode="auto">
            <a:xfrm>
              <a:off x="1724" y="4269"/>
              <a:ext cx="21" cy="5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68" name="Rectangle 66"/>
            <p:cNvSpPr>
              <a:spLocks noChangeArrowheads="1"/>
            </p:cNvSpPr>
            <p:nvPr/>
          </p:nvSpPr>
          <p:spPr bwMode="auto">
            <a:xfrm>
              <a:off x="2169" y="23"/>
              <a:ext cx="21" cy="10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69" name="Freeform 67"/>
            <p:cNvSpPr>
              <a:spLocks noEditPoints="1"/>
            </p:cNvSpPr>
            <p:nvPr/>
          </p:nvSpPr>
          <p:spPr bwMode="auto">
            <a:xfrm>
              <a:off x="216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70" name="Freeform 68"/>
            <p:cNvSpPr>
              <a:spLocks noEditPoints="1"/>
            </p:cNvSpPr>
            <p:nvPr/>
          </p:nvSpPr>
          <p:spPr bwMode="auto">
            <a:xfrm>
              <a:off x="216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71" name="Freeform 69"/>
            <p:cNvSpPr>
              <a:spLocks noEditPoints="1"/>
            </p:cNvSpPr>
            <p:nvPr/>
          </p:nvSpPr>
          <p:spPr bwMode="auto">
            <a:xfrm>
              <a:off x="216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72" name="Freeform 70"/>
            <p:cNvSpPr>
              <a:spLocks noEditPoints="1"/>
            </p:cNvSpPr>
            <p:nvPr/>
          </p:nvSpPr>
          <p:spPr bwMode="auto">
            <a:xfrm>
              <a:off x="216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73" name="Freeform 71"/>
            <p:cNvSpPr>
              <a:spLocks noEditPoints="1"/>
            </p:cNvSpPr>
            <p:nvPr/>
          </p:nvSpPr>
          <p:spPr bwMode="auto">
            <a:xfrm>
              <a:off x="216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74" name="Freeform 72"/>
            <p:cNvSpPr>
              <a:spLocks noEditPoints="1"/>
            </p:cNvSpPr>
            <p:nvPr/>
          </p:nvSpPr>
          <p:spPr bwMode="auto">
            <a:xfrm>
              <a:off x="216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75" name="Freeform 73"/>
            <p:cNvSpPr>
              <a:spLocks noEditPoints="1"/>
            </p:cNvSpPr>
            <p:nvPr/>
          </p:nvSpPr>
          <p:spPr bwMode="auto">
            <a:xfrm>
              <a:off x="216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76" name="Freeform 74"/>
            <p:cNvSpPr>
              <a:spLocks noEditPoints="1"/>
            </p:cNvSpPr>
            <p:nvPr/>
          </p:nvSpPr>
          <p:spPr bwMode="auto">
            <a:xfrm>
              <a:off x="216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77" name="Freeform 75"/>
            <p:cNvSpPr>
              <a:spLocks noEditPoints="1"/>
            </p:cNvSpPr>
            <p:nvPr/>
          </p:nvSpPr>
          <p:spPr bwMode="auto">
            <a:xfrm>
              <a:off x="216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78" name="Freeform 76"/>
            <p:cNvSpPr>
              <a:spLocks noEditPoints="1"/>
            </p:cNvSpPr>
            <p:nvPr/>
          </p:nvSpPr>
          <p:spPr bwMode="auto">
            <a:xfrm>
              <a:off x="216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79" name="Rectangle 77"/>
            <p:cNvSpPr>
              <a:spLocks noChangeArrowheads="1"/>
            </p:cNvSpPr>
            <p:nvPr/>
          </p:nvSpPr>
          <p:spPr bwMode="auto">
            <a:xfrm>
              <a:off x="2169" y="4269"/>
              <a:ext cx="21" cy="5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80" name="Rectangle 78"/>
            <p:cNvSpPr>
              <a:spLocks noChangeArrowheads="1"/>
            </p:cNvSpPr>
            <p:nvPr/>
          </p:nvSpPr>
          <p:spPr bwMode="auto">
            <a:xfrm>
              <a:off x="2620" y="23"/>
              <a:ext cx="20" cy="10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81" name="Freeform 79"/>
            <p:cNvSpPr>
              <a:spLocks noEditPoints="1"/>
            </p:cNvSpPr>
            <p:nvPr/>
          </p:nvSpPr>
          <p:spPr bwMode="auto">
            <a:xfrm>
              <a:off x="262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82" name="Freeform 80"/>
            <p:cNvSpPr>
              <a:spLocks noEditPoints="1"/>
            </p:cNvSpPr>
            <p:nvPr/>
          </p:nvSpPr>
          <p:spPr bwMode="auto">
            <a:xfrm>
              <a:off x="262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83" name="Freeform 81"/>
            <p:cNvSpPr>
              <a:spLocks noEditPoints="1"/>
            </p:cNvSpPr>
            <p:nvPr/>
          </p:nvSpPr>
          <p:spPr bwMode="auto">
            <a:xfrm>
              <a:off x="262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84" name="Freeform 82"/>
            <p:cNvSpPr>
              <a:spLocks noEditPoints="1"/>
            </p:cNvSpPr>
            <p:nvPr/>
          </p:nvSpPr>
          <p:spPr bwMode="auto">
            <a:xfrm>
              <a:off x="262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85" name="Freeform 83"/>
            <p:cNvSpPr>
              <a:spLocks noEditPoints="1"/>
            </p:cNvSpPr>
            <p:nvPr/>
          </p:nvSpPr>
          <p:spPr bwMode="auto">
            <a:xfrm>
              <a:off x="262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86" name="Freeform 84"/>
            <p:cNvSpPr>
              <a:spLocks noEditPoints="1"/>
            </p:cNvSpPr>
            <p:nvPr/>
          </p:nvSpPr>
          <p:spPr bwMode="auto">
            <a:xfrm>
              <a:off x="262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87" name="Freeform 85"/>
            <p:cNvSpPr>
              <a:spLocks noEditPoints="1"/>
            </p:cNvSpPr>
            <p:nvPr/>
          </p:nvSpPr>
          <p:spPr bwMode="auto">
            <a:xfrm>
              <a:off x="262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88" name="Freeform 86"/>
            <p:cNvSpPr>
              <a:spLocks noEditPoints="1"/>
            </p:cNvSpPr>
            <p:nvPr/>
          </p:nvSpPr>
          <p:spPr bwMode="auto">
            <a:xfrm>
              <a:off x="262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89" name="Freeform 87"/>
            <p:cNvSpPr>
              <a:spLocks noEditPoints="1"/>
            </p:cNvSpPr>
            <p:nvPr/>
          </p:nvSpPr>
          <p:spPr bwMode="auto">
            <a:xfrm>
              <a:off x="262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90" name="Freeform 88"/>
            <p:cNvSpPr>
              <a:spLocks noEditPoints="1"/>
            </p:cNvSpPr>
            <p:nvPr/>
          </p:nvSpPr>
          <p:spPr bwMode="auto">
            <a:xfrm>
              <a:off x="262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91" name="Rectangle 89"/>
            <p:cNvSpPr>
              <a:spLocks noChangeArrowheads="1"/>
            </p:cNvSpPr>
            <p:nvPr/>
          </p:nvSpPr>
          <p:spPr bwMode="auto">
            <a:xfrm>
              <a:off x="2620" y="4269"/>
              <a:ext cx="20" cy="5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92" name="Rectangle 90"/>
            <p:cNvSpPr>
              <a:spLocks noChangeArrowheads="1"/>
            </p:cNvSpPr>
            <p:nvPr/>
          </p:nvSpPr>
          <p:spPr bwMode="auto">
            <a:xfrm>
              <a:off x="3065" y="23"/>
              <a:ext cx="20" cy="10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93" name="Freeform 91"/>
            <p:cNvSpPr>
              <a:spLocks noEditPoints="1"/>
            </p:cNvSpPr>
            <p:nvPr/>
          </p:nvSpPr>
          <p:spPr bwMode="auto">
            <a:xfrm>
              <a:off x="3065"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94" name="Freeform 92"/>
            <p:cNvSpPr>
              <a:spLocks noEditPoints="1"/>
            </p:cNvSpPr>
            <p:nvPr/>
          </p:nvSpPr>
          <p:spPr bwMode="auto">
            <a:xfrm>
              <a:off x="3065"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95" name="Freeform 93"/>
            <p:cNvSpPr>
              <a:spLocks noEditPoints="1"/>
            </p:cNvSpPr>
            <p:nvPr/>
          </p:nvSpPr>
          <p:spPr bwMode="auto">
            <a:xfrm>
              <a:off x="3065"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96" name="Freeform 94"/>
            <p:cNvSpPr>
              <a:spLocks noEditPoints="1"/>
            </p:cNvSpPr>
            <p:nvPr/>
          </p:nvSpPr>
          <p:spPr bwMode="auto">
            <a:xfrm>
              <a:off x="3065"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97" name="Freeform 95"/>
            <p:cNvSpPr>
              <a:spLocks noEditPoints="1"/>
            </p:cNvSpPr>
            <p:nvPr/>
          </p:nvSpPr>
          <p:spPr bwMode="auto">
            <a:xfrm>
              <a:off x="3065"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98" name="Freeform 96"/>
            <p:cNvSpPr>
              <a:spLocks noEditPoints="1"/>
            </p:cNvSpPr>
            <p:nvPr/>
          </p:nvSpPr>
          <p:spPr bwMode="auto">
            <a:xfrm>
              <a:off x="3065"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99" name="Freeform 97"/>
            <p:cNvSpPr>
              <a:spLocks noEditPoints="1"/>
            </p:cNvSpPr>
            <p:nvPr/>
          </p:nvSpPr>
          <p:spPr bwMode="auto">
            <a:xfrm>
              <a:off x="3065"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00" name="Freeform 98"/>
            <p:cNvSpPr>
              <a:spLocks noEditPoints="1"/>
            </p:cNvSpPr>
            <p:nvPr/>
          </p:nvSpPr>
          <p:spPr bwMode="auto">
            <a:xfrm>
              <a:off x="3065"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01" name="Freeform 99"/>
            <p:cNvSpPr>
              <a:spLocks noEditPoints="1"/>
            </p:cNvSpPr>
            <p:nvPr/>
          </p:nvSpPr>
          <p:spPr bwMode="auto">
            <a:xfrm>
              <a:off x="3065"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02" name="Freeform 100"/>
            <p:cNvSpPr>
              <a:spLocks noEditPoints="1"/>
            </p:cNvSpPr>
            <p:nvPr/>
          </p:nvSpPr>
          <p:spPr bwMode="auto">
            <a:xfrm>
              <a:off x="3065"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03" name="Rectangle 101"/>
            <p:cNvSpPr>
              <a:spLocks noChangeArrowheads="1"/>
            </p:cNvSpPr>
            <p:nvPr/>
          </p:nvSpPr>
          <p:spPr bwMode="auto">
            <a:xfrm>
              <a:off x="3065" y="4269"/>
              <a:ext cx="20" cy="5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104" name="Rectangle 102"/>
            <p:cNvSpPr>
              <a:spLocks noChangeArrowheads="1"/>
            </p:cNvSpPr>
            <p:nvPr/>
          </p:nvSpPr>
          <p:spPr bwMode="auto">
            <a:xfrm>
              <a:off x="3510" y="23"/>
              <a:ext cx="20" cy="10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105" name="Freeform 103"/>
            <p:cNvSpPr>
              <a:spLocks noEditPoints="1"/>
            </p:cNvSpPr>
            <p:nvPr/>
          </p:nvSpPr>
          <p:spPr bwMode="auto">
            <a:xfrm>
              <a:off x="351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06" name="Freeform 104"/>
            <p:cNvSpPr>
              <a:spLocks noEditPoints="1"/>
            </p:cNvSpPr>
            <p:nvPr/>
          </p:nvSpPr>
          <p:spPr bwMode="auto">
            <a:xfrm>
              <a:off x="351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07" name="Freeform 105"/>
            <p:cNvSpPr>
              <a:spLocks noEditPoints="1"/>
            </p:cNvSpPr>
            <p:nvPr/>
          </p:nvSpPr>
          <p:spPr bwMode="auto">
            <a:xfrm>
              <a:off x="351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08" name="Freeform 106"/>
            <p:cNvSpPr>
              <a:spLocks noEditPoints="1"/>
            </p:cNvSpPr>
            <p:nvPr/>
          </p:nvSpPr>
          <p:spPr bwMode="auto">
            <a:xfrm>
              <a:off x="351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09" name="Freeform 107"/>
            <p:cNvSpPr>
              <a:spLocks noEditPoints="1"/>
            </p:cNvSpPr>
            <p:nvPr/>
          </p:nvSpPr>
          <p:spPr bwMode="auto">
            <a:xfrm>
              <a:off x="351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10" name="Freeform 108"/>
            <p:cNvSpPr>
              <a:spLocks noEditPoints="1"/>
            </p:cNvSpPr>
            <p:nvPr/>
          </p:nvSpPr>
          <p:spPr bwMode="auto">
            <a:xfrm>
              <a:off x="351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11" name="Freeform 109"/>
            <p:cNvSpPr>
              <a:spLocks noEditPoints="1"/>
            </p:cNvSpPr>
            <p:nvPr/>
          </p:nvSpPr>
          <p:spPr bwMode="auto">
            <a:xfrm>
              <a:off x="351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12" name="Freeform 110"/>
            <p:cNvSpPr>
              <a:spLocks noEditPoints="1"/>
            </p:cNvSpPr>
            <p:nvPr/>
          </p:nvSpPr>
          <p:spPr bwMode="auto">
            <a:xfrm>
              <a:off x="351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13" name="Freeform 111"/>
            <p:cNvSpPr>
              <a:spLocks noEditPoints="1"/>
            </p:cNvSpPr>
            <p:nvPr/>
          </p:nvSpPr>
          <p:spPr bwMode="auto">
            <a:xfrm>
              <a:off x="351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14" name="Freeform 112"/>
            <p:cNvSpPr>
              <a:spLocks noEditPoints="1"/>
            </p:cNvSpPr>
            <p:nvPr/>
          </p:nvSpPr>
          <p:spPr bwMode="auto">
            <a:xfrm>
              <a:off x="351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15" name="Rectangle 113"/>
            <p:cNvSpPr>
              <a:spLocks noChangeArrowheads="1"/>
            </p:cNvSpPr>
            <p:nvPr/>
          </p:nvSpPr>
          <p:spPr bwMode="auto">
            <a:xfrm>
              <a:off x="3510" y="4269"/>
              <a:ext cx="20" cy="5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116" name="Rectangle 114"/>
            <p:cNvSpPr>
              <a:spLocks noChangeArrowheads="1"/>
            </p:cNvSpPr>
            <p:nvPr/>
          </p:nvSpPr>
          <p:spPr bwMode="auto">
            <a:xfrm>
              <a:off x="3960" y="23"/>
              <a:ext cx="20" cy="10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117" name="Freeform 115"/>
            <p:cNvSpPr>
              <a:spLocks noEditPoints="1"/>
            </p:cNvSpPr>
            <p:nvPr/>
          </p:nvSpPr>
          <p:spPr bwMode="auto">
            <a:xfrm>
              <a:off x="396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18" name="Freeform 116"/>
            <p:cNvSpPr>
              <a:spLocks noEditPoints="1"/>
            </p:cNvSpPr>
            <p:nvPr/>
          </p:nvSpPr>
          <p:spPr bwMode="auto">
            <a:xfrm>
              <a:off x="396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19" name="Freeform 117"/>
            <p:cNvSpPr>
              <a:spLocks noEditPoints="1"/>
            </p:cNvSpPr>
            <p:nvPr/>
          </p:nvSpPr>
          <p:spPr bwMode="auto">
            <a:xfrm>
              <a:off x="396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20" name="Freeform 118"/>
            <p:cNvSpPr>
              <a:spLocks noEditPoints="1"/>
            </p:cNvSpPr>
            <p:nvPr/>
          </p:nvSpPr>
          <p:spPr bwMode="auto">
            <a:xfrm>
              <a:off x="396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21" name="Freeform 119"/>
            <p:cNvSpPr>
              <a:spLocks noEditPoints="1"/>
            </p:cNvSpPr>
            <p:nvPr/>
          </p:nvSpPr>
          <p:spPr bwMode="auto">
            <a:xfrm>
              <a:off x="396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22" name="Freeform 120"/>
            <p:cNvSpPr>
              <a:spLocks noEditPoints="1"/>
            </p:cNvSpPr>
            <p:nvPr/>
          </p:nvSpPr>
          <p:spPr bwMode="auto">
            <a:xfrm>
              <a:off x="396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23" name="Freeform 121"/>
            <p:cNvSpPr>
              <a:spLocks noEditPoints="1"/>
            </p:cNvSpPr>
            <p:nvPr/>
          </p:nvSpPr>
          <p:spPr bwMode="auto">
            <a:xfrm>
              <a:off x="396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24" name="Freeform 122"/>
            <p:cNvSpPr>
              <a:spLocks noEditPoints="1"/>
            </p:cNvSpPr>
            <p:nvPr/>
          </p:nvSpPr>
          <p:spPr bwMode="auto">
            <a:xfrm>
              <a:off x="396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25" name="Freeform 123"/>
            <p:cNvSpPr>
              <a:spLocks noEditPoints="1"/>
            </p:cNvSpPr>
            <p:nvPr/>
          </p:nvSpPr>
          <p:spPr bwMode="auto">
            <a:xfrm>
              <a:off x="396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26" name="Freeform 124"/>
            <p:cNvSpPr>
              <a:spLocks noEditPoints="1"/>
            </p:cNvSpPr>
            <p:nvPr/>
          </p:nvSpPr>
          <p:spPr bwMode="auto">
            <a:xfrm>
              <a:off x="396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27" name="Rectangle 125"/>
            <p:cNvSpPr>
              <a:spLocks noChangeArrowheads="1"/>
            </p:cNvSpPr>
            <p:nvPr/>
          </p:nvSpPr>
          <p:spPr bwMode="auto">
            <a:xfrm>
              <a:off x="3960" y="4269"/>
              <a:ext cx="20" cy="5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128" name="Rectangle 126"/>
            <p:cNvSpPr>
              <a:spLocks noChangeArrowheads="1"/>
            </p:cNvSpPr>
            <p:nvPr/>
          </p:nvSpPr>
          <p:spPr bwMode="auto">
            <a:xfrm>
              <a:off x="4405" y="23"/>
              <a:ext cx="20" cy="10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129" name="Freeform 127"/>
            <p:cNvSpPr>
              <a:spLocks noEditPoints="1"/>
            </p:cNvSpPr>
            <p:nvPr/>
          </p:nvSpPr>
          <p:spPr bwMode="auto">
            <a:xfrm>
              <a:off x="4405"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30" name="Freeform 128"/>
            <p:cNvSpPr>
              <a:spLocks noEditPoints="1"/>
            </p:cNvSpPr>
            <p:nvPr/>
          </p:nvSpPr>
          <p:spPr bwMode="auto">
            <a:xfrm>
              <a:off x="4405"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31" name="Freeform 129"/>
            <p:cNvSpPr>
              <a:spLocks noEditPoints="1"/>
            </p:cNvSpPr>
            <p:nvPr/>
          </p:nvSpPr>
          <p:spPr bwMode="auto">
            <a:xfrm>
              <a:off x="4405"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32" name="Freeform 130"/>
            <p:cNvSpPr>
              <a:spLocks noEditPoints="1"/>
            </p:cNvSpPr>
            <p:nvPr/>
          </p:nvSpPr>
          <p:spPr bwMode="auto">
            <a:xfrm>
              <a:off x="4405"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33" name="Freeform 131"/>
            <p:cNvSpPr>
              <a:spLocks noEditPoints="1"/>
            </p:cNvSpPr>
            <p:nvPr/>
          </p:nvSpPr>
          <p:spPr bwMode="auto">
            <a:xfrm>
              <a:off x="4405"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34" name="Freeform 132"/>
            <p:cNvSpPr>
              <a:spLocks noEditPoints="1"/>
            </p:cNvSpPr>
            <p:nvPr/>
          </p:nvSpPr>
          <p:spPr bwMode="auto">
            <a:xfrm>
              <a:off x="4405"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35" name="Freeform 133"/>
            <p:cNvSpPr>
              <a:spLocks noEditPoints="1"/>
            </p:cNvSpPr>
            <p:nvPr/>
          </p:nvSpPr>
          <p:spPr bwMode="auto">
            <a:xfrm>
              <a:off x="4405"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36" name="Freeform 134"/>
            <p:cNvSpPr>
              <a:spLocks noEditPoints="1"/>
            </p:cNvSpPr>
            <p:nvPr/>
          </p:nvSpPr>
          <p:spPr bwMode="auto">
            <a:xfrm>
              <a:off x="4405"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37" name="Freeform 135"/>
            <p:cNvSpPr>
              <a:spLocks noEditPoints="1"/>
            </p:cNvSpPr>
            <p:nvPr/>
          </p:nvSpPr>
          <p:spPr bwMode="auto">
            <a:xfrm>
              <a:off x="4405"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38" name="Freeform 136"/>
            <p:cNvSpPr>
              <a:spLocks noEditPoints="1"/>
            </p:cNvSpPr>
            <p:nvPr/>
          </p:nvSpPr>
          <p:spPr bwMode="auto">
            <a:xfrm>
              <a:off x="4405"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39" name="Rectangle 137"/>
            <p:cNvSpPr>
              <a:spLocks noChangeArrowheads="1"/>
            </p:cNvSpPr>
            <p:nvPr/>
          </p:nvSpPr>
          <p:spPr bwMode="auto">
            <a:xfrm>
              <a:off x="4405" y="4269"/>
              <a:ext cx="20" cy="5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140" name="Rectangle 138"/>
            <p:cNvSpPr>
              <a:spLocks noChangeArrowheads="1"/>
            </p:cNvSpPr>
            <p:nvPr/>
          </p:nvSpPr>
          <p:spPr bwMode="auto">
            <a:xfrm>
              <a:off x="4850" y="23"/>
              <a:ext cx="20" cy="10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141" name="Freeform 139"/>
            <p:cNvSpPr>
              <a:spLocks noEditPoints="1"/>
            </p:cNvSpPr>
            <p:nvPr/>
          </p:nvSpPr>
          <p:spPr bwMode="auto">
            <a:xfrm>
              <a:off x="485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42" name="Freeform 140"/>
            <p:cNvSpPr>
              <a:spLocks noEditPoints="1"/>
            </p:cNvSpPr>
            <p:nvPr/>
          </p:nvSpPr>
          <p:spPr bwMode="auto">
            <a:xfrm>
              <a:off x="485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43" name="Freeform 141"/>
            <p:cNvSpPr>
              <a:spLocks noEditPoints="1"/>
            </p:cNvSpPr>
            <p:nvPr/>
          </p:nvSpPr>
          <p:spPr bwMode="auto">
            <a:xfrm>
              <a:off x="485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44" name="Freeform 142"/>
            <p:cNvSpPr>
              <a:spLocks noEditPoints="1"/>
            </p:cNvSpPr>
            <p:nvPr/>
          </p:nvSpPr>
          <p:spPr bwMode="auto">
            <a:xfrm>
              <a:off x="485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45" name="Freeform 143"/>
            <p:cNvSpPr>
              <a:spLocks noEditPoints="1"/>
            </p:cNvSpPr>
            <p:nvPr/>
          </p:nvSpPr>
          <p:spPr bwMode="auto">
            <a:xfrm>
              <a:off x="485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46" name="Freeform 144"/>
            <p:cNvSpPr>
              <a:spLocks noEditPoints="1"/>
            </p:cNvSpPr>
            <p:nvPr/>
          </p:nvSpPr>
          <p:spPr bwMode="auto">
            <a:xfrm>
              <a:off x="485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47" name="Freeform 145"/>
            <p:cNvSpPr>
              <a:spLocks noEditPoints="1"/>
            </p:cNvSpPr>
            <p:nvPr/>
          </p:nvSpPr>
          <p:spPr bwMode="auto">
            <a:xfrm>
              <a:off x="485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48" name="Freeform 146"/>
            <p:cNvSpPr>
              <a:spLocks noEditPoints="1"/>
            </p:cNvSpPr>
            <p:nvPr/>
          </p:nvSpPr>
          <p:spPr bwMode="auto">
            <a:xfrm>
              <a:off x="485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49" name="Freeform 147"/>
            <p:cNvSpPr>
              <a:spLocks noEditPoints="1"/>
            </p:cNvSpPr>
            <p:nvPr/>
          </p:nvSpPr>
          <p:spPr bwMode="auto">
            <a:xfrm>
              <a:off x="485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50" name="Freeform 148"/>
            <p:cNvSpPr>
              <a:spLocks noEditPoints="1"/>
            </p:cNvSpPr>
            <p:nvPr/>
          </p:nvSpPr>
          <p:spPr bwMode="auto">
            <a:xfrm>
              <a:off x="485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51" name="Rectangle 149"/>
            <p:cNvSpPr>
              <a:spLocks noChangeArrowheads="1"/>
            </p:cNvSpPr>
            <p:nvPr/>
          </p:nvSpPr>
          <p:spPr bwMode="auto">
            <a:xfrm>
              <a:off x="4850" y="4269"/>
              <a:ext cx="20" cy="5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152" name="Rectangle 150"/>
            <p:cNvSpPr>
              <a:spLocks noChangeArrowheads="1"/>
            </p:cNvSpPr>
            <p:nvPr/>
          </p:nvSpPr>
          <p:spPr bwMode="auto">
            <a:xfrm>
              <a:off x="5300" y="23"/>
              <a:ext cx="20" cy="10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153" name="Freeform 151"/>
            <p:cNvSpPr>
              <a:spLocks noEditPoints="1"/>
            </p:cNvSpPr>
            <p:nvPr/>
          </p:nvSpPr>
          <p:spPr bwMode="auto">
            <a:xfrm>
              <a:off x="530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54" name="Freeform 152"/>
            <p:cNvSpPr>
              <a:spLocks noEditPoints="1"/>
            </p:cNvSpPr>
            <p:nvPr/>
          </p:nvSpPr>
          <p:spPr bwMode="auto">
            <a:xfrm>
              <a:off x="530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55" name="Freeform 153"/>
            <p:cNvSpPr>
              <a:spLocks noEditPoints="1"/>
            </p:cNvSpPr>
            <p:nvPr/>
          </p:nvSpPr>
          <p:spPr bwMode="auto">
            <a:xfrm>
              <a:off x="530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56" name="Freeform 154"/>
            <p:cNvSpPr>
              <a:spLocks noEditPoints="1"/>
            </p:cNvSpPr>
            <p:nvPr/>
          </p:nvSpPr>
          <p:spPr bwMode="auto">
            <a:xfrm>
              <a:off x="530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57" name="Freeform 155"/>
            <p:cNvSpPr>
              <a:spLocks noEditPoints="1"/>
            </p:cNvSpPr>
            <p:nvPr/>
          </p:nvSpPr>
          <p:spPr bwMode="auto">
            <a:xfrm>
              <a:off x="530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58" name="Freeform 156"/>
            <p:cNvSpPr>
              <a:spLocks noEditPoints="1"/>
            </p:cNvSpPr>
            <p:nvPr/>
          </p:nvSpPr>
          <p:spPr bwMode="auto">
            <a:xfrm>
              <a:off x="530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59" name="Freeform 157"/>
            <p:cNvSpPr>
              <a:spLocks noEditPoints="1"/>
            </p:cNvSpPr>
            <p:nvPr/>
          </p:nvSpPr>
          <p:spPr bwMode="auto">
            <a:xfrm>
              <a:off x="530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60" name="Freeform 158"/>
            <p:cNvSpPr>
              <a:spLocks noEditPoints="1"/>
            </p:cNvSpPr>
            <p:nvPr/>
          </p:nvSpPr>
          <p:spPr bwMode="auto">
            <a:xfrm>
              <a:off x="530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61" name="Freeform 159"/>
            <p:cNvSpPr>
              <a:spLocks noEditPoints="1"/>
            </p:cNvSpPr>
            <p:nvPr/>
          </p:nvSpPr>
          <p:spPr bwMode="auto">
            <a:xfrm>
              <a:off x="530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62" name="Freeform 160"/>
            <p:cNvSpPr>
              <a:spLocks noEditPoints="1"/>
            </p:cNvSpPr>
            <p:nvPr/>
          </p:nvSpPr>
          <p:spPr bwMode="auto">
            <a:xfrm>
              <a:off x="530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sp>
          <p:nvSpPr>
            <p:cNvPr id="163" name="Rectangle 161"/>
            <p:cNvSpPr>
              <a:spLocks noChangeArrowheads="1"/>
            </p:cNvSpPr>
            <p:nvPr/>
          </p:nvSpPr>
          <p:spPr bwMode="auto">
            <a:xfrm>
              <a:off x="5300" y="4269"/>
              <a:ext cx="20" cy="51"/>
            </a:xfrm>
            <a:prstGeom prst="rect">
              <a:avLst/>
            </a:prstGeom>
            <a:solidFill>
              <a:schemeClr val="bg2">
                <a:alpha val="50000"/>
              </a:schemeClr>
            </a:solidFill>
            <a:ln w="0">
              <a:noFill/>
              <a:miter lim="800000"/>
              <a:headEnd/>
              <a:tailEnd/>
            </a:ln>
          </p:spPr>
          <p:txBody>
            <a:bodyPr/>
            <a:lstStyle/>
            <a:p>
              <a:pPr>
                <a:defRPr/>
              </a:pPr>
              <a:endParaRPr lang="zh-CN" altLang="en-US">
                <a:latin typeface="Arial" charset="0"/>
              </a:endParaRPr>
            </a:p>
          </p:txBody>
        </p:sp>
        <p:sp>
          <p:nvSpPr>
            <p:cNvPr id="164" name="Freeform 162"/>
            <p:cNvSpPr>
              <a:spLocks/>
            </p:cNvSpPr>
            <p:nvPr/>
          </p:nvSpPr>
          <p:spPr bwMode="auto">
            <a:xfrm>
              <a:off x="349" y="3304"/>
              <a:ext cx="20" cy="10"/>
            </a:xfrm>
            <a:custGeom>
              <a:avLst/>
              <a:gdLst/>
              <a:ahLst/>
              <a:cxnLst>
                <a:cxn ang="0">
                  <a:pos x="0" y="1"/>
                </a:cxn>
                <a:cxn ang="0">
                  <a:pos x="0" y="1"/>
                </a:cxn>
              </a:cxnLst>
              <a:rect l="0" t="0" r="r" b="b"/>
              <a:pathLst>
                <a:path w="4" h="2">
                  <a:moveTo>
                    <a:pt x="0" y="1"/>
                  </a:moveTo>
                  <a:cubicBezTo>
                    <a:pt x="1" y="2"/>
                    <a:pt x="4" y="0"/>
                    <a:pt x="0" y="1"/>
                  </a:cubicBezTo>
                  <a:close/>
                </a:path>
              </a:pathLst>
            </a:custGeom>
            <a:solidFill>
              <a:schemeClr val="bg2">
                <a:alpha val="50000"/>
              </a:schemeClr>
            </a:solidFill>
            <a:ln w="0">
              <a:noFill/>
              <a:prstDash val="solid"/>
              <a:round/>
              <a:headEnd/>
              <a:tailEnd/>
            </a:ln>
          </p:spPr>
          <p:txBody>
            <a:bodyPr/>
            <a:lstStyle/>
            <a:p>
              <a:pPr>
                <a:defRPr/>
              </a:pPr>
              <a:endParaRPr lang="zh-CN" altLang="en-US">
                <a:latin typeface="Arial" charset="0"/>
              </a:endParaRPr>
            </a:p>
          </p:txBody>
        </p:sp>
      </p:grpSp>
      <p:grpSp>
        <p:nvGrpSpPr>
          <p:cNvPr id="165" name="Group 168"/>
          <p:cNvGrpSpPr>
            <a:grpSpLocks/>
          </p:cNvGrpSpPr>
          <p:nvPr/>
        </p:nvGrpSpPr>
        <p:grpSpPr bwMode="auto">
          <a:xfrm>
            <a:off x="152400" y="4724400"/>
            <a:ext cx="1685925" cy="1557338"/>
            <a:chOff x="96" y="2784"/>
            <a:chExt cx="1062" cy="981"/>
          </a:xfrm>
        </p:grpSpPr>
        <p:sp>
          <p:nvSpPr>
            <p:cNvPr id="166" name="Freeform 169"/>
            <p:cNvSpPr>
              <a:spLocks/>
            </p:cNvSpPr>
            <p:nvPr userDrawn="1"/>
          </p:nvSpPr>
          <p:spPr bwMode="auto">
            <a:xfrm>
              <a:off x="121" y="2784"/>
              <a:ext cx="207" cy="81"/>
            </a:xfrm>
            <a:custGeom>
              <a:avLst/>
              <a:gdLst/>
              <a:ahLst/>
              <a:cxnLst>
                <a:cxn ang="0">
                  <a:pos x="30" y="12"/>
                </a:cxn>
                <a:cxn ang="0">
                  <a:pos x="37" y="10"/>
                </a:cxn>
                <a:cxn ang="0">
                  <a:pos x="38" y="9"/>
                </a:cxn>
                <a:cxn ang="0">
                  <a:pos x="31" y="1"/>
                </a:cxn>
                <a:cxn ang="0">
                  <a:pos x="8" y="11"/>
                </a:cxn>
                <a:cxn ang="0">
                  <a:pos x="30" y="12"/>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folHlink"/>
            </a:solidFill>
            <a:ln w="0">
              <a:noFill/>
              <a:prstDash val="solid"/>
              <a:round/>
              <a:headEnd/>
              <a:tailEnd/>
            </a:ln>
          </p:spPr>
          <p:txBody>
            <a:bodyPr/>
            <a:lstStyle/>
            <a:p>
              <a:pPr>
                <a:defRPr/>
              </a:pPr>
              <a:endParaRPr lang="zh-CN" altLang="en-US">
                <a:latin typeface="Arial" charset="0"/>
              </a:endParaRPr>
            </a:p>
          </p:txBody>
        </p:sp>
        <p:sp>
          <p:nvSpPr>
            <p:cNvPr id="167" name="Freeform 170"/>
            <p:cNvSpPr>
              <a:spLocks noEditPoints="1"/>
            </p:cNvSpPr>
            <p:nvPr userDrawn="1"/>
          </p:nvSpPr>
          <p:spPr bwMode="auto">
            <a:xfrm>
              <a:off x="96" y="2789"/>
              <a:ext cx="1062" cy="976"/>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folHlink"/>
            </a:solidFill>
            <a:ln w="0">
              <a:noFill/>
              <a:prstDash val="solid"/>
              <a:round/>
              <a:headEnd/>
              <a:tailEnd/>
            </a:ln>
          </p:spPr>
          <p:txBody>
            <a:bodyPr/>
            <a:lstStyle/>
            <a:p>
              <a:pPr>
                <a:defRPr/>
              </a:pPr>
              <a:endParaRPr lang="zh-CN" altLang="en-US">
                <a:latin typeface="Arial" charset="0"/>
              </a:endParaRPr>
            </a:p>
          </p:txBody>
        </p:sp>
        <p:sp>
          <p:nvSpPr>
            <p:cNvPr id="168" name="Freeform 171"/>
            <p:cNvSpPr>
              <a:spLocks/>
            </p:cNvSpPr>
            <p:nvPr userDrawn="1"/>
          </p:nvSpPr>
          <p:spPr bwMode="auto">
            <a:xfrm>
              <a:off x="348" y="3254"/>
              <a:ext cx="86" cy="102"/>
            </a:xfrm>
            <a:custGeom>
              <a:avLst/>
              <a:gdLst/>
              <a:ahLst/>
              <a:cxnLst>
                <a:cxn ang="0">
                  <a:pos x="14" y="5"/>
                </a:cxn>
                <a:cxn ang="0">
                  <a:pos x="9" y="20"/>
                </a:cxn>
                <a:cxn ang="0">
                  <a:pos x="14" y="5"/>
                </a:cxn>
              </a:cxnLst>
              <a:rect l="0" t="0" r="r" b="b"/>
              <a:pathLst>
                <a:path w="17" h="20">
                  <a:moveTo>
                    <a:pt x="14" y="5"/>
                  </a:moveTo>
                  <a:cubicBezTo>
                    <a:pt x="13" y="0"/>
                    <a:pt x="0" y="8"/>
                    <a:pt x="9" y="20"/>
                  </a:cubicBezTo>
                  <a:cubicBezTo>
                    <a:pt x="9" y="20"/>
                    <a:pt x="17" y="17"/>
                    <a:pt x="14" y="5"/>
                  </a:cubicBezTo>
                  <a:close/>
                </a:path>
              </a:pathLst>
            </a:custGeom>
            <a:solidFill>
              <a:schemeClr val="folHlink"/>
            </a:solidFill>
            <a:ln w="0">
              <a:noFill/>
              <a:prstDash val="solid"/>
              <a:round/>
              <a:headEnd/>
              <a:tailEnd/>
            </a:ln>
          </p:spPr>
          <p:txBody>
            <a:bodyPr/>
            <a:lstStyle/>
            <a:p>
              <a:pPr>
                <a:defRPr/>
              </a:pPr>
              <a:endParaRPr lang="zh-CN" altLang="en-US">
                <a:latin typeface="Arial" charset="0"/>
              </a:endParaRPr>
            </a:p>
          </p:txBody>
        </p:sp>
        <p:sp>
          <p:nvSpPr>
            <p:cNvPr id="169" name="Freeform 172"/>
            <p:cNvSpPr>
              <a:spLocks/>
            </p:cNvSpPr>
            <p:nvPr userDrawn="1"/>
          </p:nvSpPr>
          <p:spPr bwMode="auto">
            <a:xfrm>
              <a:off x="267" y="3295"/>
              <a:ext cx="76" cy="136"/>
            </a:xfrm>
            <a:custGeom>
              <a:avLst/>
              <a:gdLst/>
              <a:ahLst/>
              <a:cxnLst>
                <a:cxn ang="0">
                  <a:pos x="7" y="10"/>
                </a:cxn>
                <a:cxn ang="0">
                  <a:pos x="4" y="25"/>
                </a:cxn>
                <a:cxn ang="0">
                  <a:pos x="15" y="16"/>
                </a:cxn>
                <a:cxn ang="0">
                  <a:pos x="13" y="8"/>
                </a:cxn>
                <a:cxn ang="0">
                  <a:pos x="7" y="10"/>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folHlink"/>
            </a:solidFill>
            <a:ln w="0">
              <a:noFill/>
              <a:prstDash val="solid"/>
              <a:round/>
              <a:headEnd/>
              <a:tailEnd/>
            </a:ln>
          </p:spPr>
          <p:txBody>
            <a:bodyPr/>
            <a:lstStyle/>
            <a:p>
              <a:pPr>
                <a:defRPr/>
              </a:pPr>
              <a:endParaRPr lang="zh-CN" altLang="en-US">
                <a:latin typeface="Arial" charset="0"/>
              </a:endParaRPr>
            </a:p>
          </p:txBody>
        </p:sp>
        <p:sp>
          <p:nvSpPr>
            <p:cNvPr id="170" name="Freeform 173"/>
            <p:cNvSpPr>
              <a:spLocks/>
            </p:cNvSpPr>
            <p:nvPr userDrawn="1"/>
          </p:nvSpPr>
          <p:spPr bwMode="auto">
            <a:xfrm>
              <a:off x="222" y="3022"/>
              <a:ext cx="243" cy="116"/>
            </a:xfrm>
            <a:custGeom>
              <a:avLst/>
              <a:gdLst/>
              <a:ahLst/>
              <a:cxnLst>
                <a:cxn ang="0">
                  <a:pos x="40" y="2"/>
                </a:cxn>
                <a:cxn ang="0">
                  <a:pos x="9" y="1"/>
                </a:cxn>
                <a:cxn ang="0">
                  <a:pos x="1" y="9"/>
                </a:cxn>
                <a:cxn ang="0">
                  <a:pos x="22" y="21"/>
                </a:cxn>
                <a:cxn ang="0">
                  <a:pos x="34" y="20"/>
                </a:cxn>
                <a:cxn ang="0">
                  <a:pos x="40" y="19"/>
                </a:cxn>
                <a:cxn ang="0">
                  <a:pos x="40" y="2"/>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folHlink"/>
            </a:solidFill>
            <a:ln w="0">
              <a:noFill/>
              <a:prstDash val="solid"/>
              <a:round/>
              <a:headEnd/>
              <a:tailEnd/>
            </a:ln>
          </p:spPr>
          <p:txBody>
            <a:bodyPr/>
            <a:lstStyle/>
            <a:p>
              <a:pPr>
                <a:defRPr/>
              </a:pPr>
              <a:endParaRPr lang="zh-CN" altLang="en-US">
                <a:latin typeface="Arial" charset="0"/>
              </a:endParaRPr>
            </a:p>
          </p:txBody>
        </p:sp>
        <p:sp>
          <p:nvSpPr>
            <p:cNvPr id="171" name="Freeform 174"/>
            <p:cNvSpPr>
              <a:spLocks/>
            </p:cNvSpPr>
            <p:nvPr userDrawn="1"/>
          </p:nvSpPr>
          <p:spPr bwMode="auto">
            <a:xfrm>
              <a:off x="500" y="3345"/>
              <a:ext cx="177" cy="187"/>
            </a:xfrm>
            <a:custGeom>
              <a:avLst/>
              <a:gdLst/>
              <a:ahLst/>
              <a:cxnLst>
                <a:cxn ang="0">
                  <a:pos x="24" y="2"/>
                </a:cxn>
                <a:cxn ang="0">
                  <a:pos x="11" y="2"/>
                </a:cxn>
                <a:cxn ang="0">
                  <a:pos x="4" y="20"/>
                </a:cxn>
                <a:cxn ang="0">
                  <a:pos x="28" y="22"/>
                </a:cxn>
                <a:cxn ang="0">
                  <a:pos x="24" y="2"/>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folHlink"/>
            </a:solidFill>
            <a:ln w="0">
              <a:noFill/>
              <a:prstDash val="solid"/>
              <a:round/>
              <a:headEnd/>
              <a:tailEnd/>
            </a:ln>
          </p:spPr>
          <p:txBody>
            <a:bodyPr/>
            <a:lstStyle/>
            <a:p>
              <a:pPr>
                <a:defRPr/>
              </a:pPr>
              <a:endParaRPr lang="zh-CN" altLang="en-US">
                <a:latin typeface="Arial" charset="0"/>
              </a:endParaRPr>
            </a:p>
          </p:txBody>
        </p:sp>
        <p:sp>
          <p:nvSpPr>
            <p:cNvPr id="172" name="Freeform 175"/>
            <p:cNvSpPr>
              <a:spLocks/>
            </p:cNvSpPr>
            <p:nvPr userDrawn="1"/>
          </p:nvSpPr>
          <p:spPr bwMode="auto">
            <a:xfrm>
              <a:off x="905" y="3158"/>
              <a:ext cx="177" cy="36"/>
            </a:xfrm>
            <a:custGeom>
              <a:avLst/>
              <a:gdLst/>
              <a:ahLst/>
              <a:cxnLst>
                <a:cxn ang="0">
                  <a:pos x="5" y="0"/>
                </a:cxn>
                <a:cxn ang="0">
                  <a:pos x="14" y="5"/>
                </a:cxn>
                <a:cxn ang="0">
                  <a:pos x="5" y="0"/>
                </a:cxn>
              </a:cxnLst>
              <a:rect l="0" t="0" r="r" b="b"/>
              <a:pathLst>
                <a:path w="35" h="7">
                  <a:moveTo>
                    <a:pt x="5" y="0"/>
                  </a:moveTo>
                  <a:cubicBezTo>
                    <a:pt x="0" y="0"/>
                    <a:pt x="7" y="7"/>
                    <a:pt x="14" y="5"/>
                  </a:cubicBezTo>
                  <a:cubicBezTo>
                    <a:pt x="35" y="1"/>
                    <a:pt x="5" y="0"/>
                    <a:pt x="5" y="0"/>
                  </a:cubicBezTo>
                  <a:close/>
                </a:path>
              </a:pathLst>
            </a:custGeom>
            <a:solidFill>
              <a:schemeClr val="folHlink"/>
            </a:solidFill>
            <a:ln w="0">
              <a:noFill/>
              <a:prstDash val="solid"/>
              <a:round/>
              <a:headEnd/>
              <a:tailEnd/>
            </a:ln>
          </p:spPr>
          <p:txBody>
            <a:bodyPr/>
            <a:lstStyle/>
            <a:p>
              <a:pPr>
                <a:defRPr/>
              </a:pPr>
              <a:endParaRPr lang="zh-CN" altLang="en-US">
                <a:latin typeface="Arial" charset="0"/>
              </a:endParaRPr>
            </a:p>
          </p:txBody>
        </p:sp>
        <p:sp>
          <p:nvSpPr>
            <p:cNvPr id="173" name="Freeform 176"/>
            <p:cNvSpPr>
              <a:spLocks/>
            </p:cNvSpPr>
            <p:nvPr userDrawn="1"/>
          </p:nvSpPr>
          <p:spPr bwMode="auto">
            <a:xfrm>
              <a:off x="965" y="3153"/>
              <a:ext cx="137" cy="81"/>
            </a:xfrm>
            <a:custGeom>
              <a:avLst/>
              <a:gdLst/>
              <a:ahLst/>
              <a:cxnLst>
                <a:cxn ang="0">
                  <a:pos x="7" y="13"/>
                </a:cxn>
                <a:cxn ang="0">
                  <a:pos x="25" y="6"/>
                </a:cxn>
                <a:cxn ang="0">
                  <a:pos x="17" y="1"/>
                </a:cxn>
                <a:cxn ang="0">
                  <a:pos x="7" y="11"/>
                </a:cxn>
                <a:cxn ang="0">
                  <a:pos x="7" y="13"/>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folHlink"/>
            </a:solidFill>
            <a:ln w="0">
              <a:noFill/>
              <a:prstDash val="solid"/>
              <a:round/>
              <a:headEnd/>
              <a:tailEnd/>
            </a:ln>
          </p:spPr>
          <p:txBody>
            <a:bodyPr/>
            <a:lstStyle/>
            <a:p>
              <a:pPr>
                <a:defRPr/>
              </a:pPr>
              <a:endParaRPr lang="zh-CN" altLang="en-US">
                <a:latin typeface="Arial" charset="0"/>
              </a:endParaRPr>
            </a:p>
          </p:txBody>
        </p:sp>
        <p:sp>
          <p:nvSpPr>
            <p:cNvPr id="174" name="Freeform 177"/>
            <p:cNvSpPr>
              <a:spLocks/>
            </p:cNvSpPr>
            <p:nvPr userDrawn="1"/>
          </p:nvSpPr>
          <p:spPr bwMode="auto">
            <a:xfrm>
              <a:off x="960" y="3204"/>
              <a:ext cx="177" cy="86"/>
            </a:xfrm>
            <a:custGeom>
              <a:avLst/>
              <a:gdLst/>
              <a:ahLst/>
              <a:cxnLst>
                <a:cxn ang="0">
                  <a:pos x="25" y="6"/>
                </a:cxn>
                <a:cxn ang="0">
                  <a:pos x="8" y="10"/>
                </a:cxn>
                <a:cxn ang="0">
                  <a:pos x="6" y="13"/>
                </a:cxn>
                <a:cxn ang="0">
                  <a:pos x="27" y="12"/>
                </a:cxn>
                <a:cxn ang="0">
                  <a:pos x="25" y="6"/>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folHlink"/>
            </a:solidFill>
            <a:ln w="0">
              <a:noFill/>
              <a:prstDash val="solid"/>
              <a:round/>
              <a:headEnd/>
              <a:tailEnd/>
            </a:ln>
          </p:spPr>
          <p:txBody>
            <a:bodyPr/>
            <a:lstStyle/>
            <a:p>
              <a:pPr>
                <a:defRPr/>
              </a:pPr>
              <a:endParaRPr lang="zh-CN" altLang="en-US">
                <a:latin typeface="Arial" charset="0"/>
              </a:endParaRPr>
            </a:p>
          </p:txBody>
        </p:sp>
        <p:sp>
          <p:nvSpPr>
            <p:cNvPr id="175" name="Freeform 178"/>
            <p:cNvSpPr>
              <a:spLocks/>
            </p:cNvSpPr>
            <p:nvPr userDrawn="1"/>
          </p:nvSpPr>
          <p:spPr bwMode="auto">
            <a:xfrm>
              <a:off x="844" y="3285"/>
              <a:ext cx="248" cy="60"/>
            </a:xfrm>
            <a:custGeom>
              <a:avLst/>
              <a:gdLst/>
              <a:ahLst/>
              <a:cxnLst>
                <a:cxn ang="0">
                  <a:pos x="40" y="3"/>
                </a:cxn>
                <a:cxn ang="0">
                  <a:pos x="29" y="1"/>
                </a:cxn>
                <a:cxn ang="0">
                  <a:pos x="7" y="0"/>
                </a:cxn>
                <a:cxn ang="0">
                  <a:pos x="2" y="5"/>
                </a:cxn>
                <a:cxn ang="0">
                  <a:pos x="20" y="8"/>
                </a:cxn>
                <a:cxn ang="0">
                  <a:pos x="41" y="8"/>
                </a:cxn>
                <a:cxn ang="0">
                  <a:pos x="40" y="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folHlink"/>
            </a:solidFill>
            <a:ln w="0">
              <a:noFill/>
              <a:prstDash val="solid"/>
              <a:round/>
              <a:headEnd/>
              <a:tailEnd/>
            </a:ln>
          </p:spPr>
          <p:txBody>
            <a:bodyPr/>
            <a:lstStyle/>
            <a:p>
              <a:pPr>
                <a:defRPr/>
              </a:pPr>
              <a:endParaRPr lang="zh-CN" altLang="en-US">
                <a:latin typeface="Arial" charset="0"/>
              </a:endParaRPr>
            </a:p>
          </p:txBody>
        </p:sp>
        <p:sp>
          <p:nvSpPr>
            <p:cNvPr id="176" name="Freeform 179"/>
            <p:cNvSpPr>
              <a:spLocks/>
            </p:cNvSpPr>
            <p:nvPr userDrawn="1"/>
          </p:nvSpPr>
          <p:spPr bwMode="auto">
            <a:xfrm>
              <a:off x="869" y="3340"/>
              <a:ext cx="203" cy="56"/>
            </a:xfrm>
            <a:custGeom>
              <a:avLst/>
              <a:gdLst/>
              <a:ahLst/>
              <a:cxnLst>
                <a:cxn ang="0">
                  <a:pos x="37" y="2"/>
                </a:cxn>
                <a:cxn ang="0">
                  <a:pos x="26" y="4"/>
                </a:cxn>
                <a:cxn ang="0">
                  <a:pos x="13" y="3"/>
                </a:cxn>
                <a:cxn ang="0">
                  <a:pos x="1" y="2"/>
                </a:cxn>
                <a:cxn ang="0">
                  <a:pos x="35" y="8"/>
                </a:cxn>
                <a:cxn ang="0">
                  <a:pos x="37" y="2"/>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folHlink"/>
            </a:solidFill>
            <a:ln w="0">
              <a:noFill/>
              <a:prstDash val="solid"/>
              <a:round/>
              <a:headEnd/>
              <a:tailEnd/>
            </a:ln>
          </p:spPr>
          <p:txBody>
            <a:bodyPr/>
            <a:lstStyle/>
            <a:p>
              <a:pPr>
                <a:defRPr/>
              </a:pPr>
              <a:endParaRPr lang="zh-CN" altLang="en-US">
                <a:latin typeface="Arial" charset="0"/>
              </a:endParaRPr>
            </a:p>
          </p:txBody>
        </p:sp>
        <p:sp>
          <p:nvSpPr>
            <p:cNvPr id="177" name="Freeform 180"/>
            <p:cNvSpPr>
              <a:spLocks/>
            </p:cNvSpPr>
            <p:nvPr userDrawn="1"/>
          </p:nvSpPr>
          <p:spPr bwMode="auto">
            <a:xfrm>
              <a:off x="859" y="3386"/>
              <a:ext cx="207" cy="172"/>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folHlink"/>
            </a:solidFill>
            <a:ln w="0">
              <a:noFill/>
              <a:prstDash val="solid"/>
              <a:round/>
              <a:headEnd/>
              <a:tailEnd/>
            </a:ln>
          </p:spPr>
          <p:txBody>
            <a:bodyPr/>
            <a:lstStyle/>
            <a:p>
              <a:pPr>
                <a:defRPr/>
              </a:pPr>
              <a:endParaRPr lang="zh-CN" altLang="en-US">
                <a:latin typeface="Arial" charset="0"/>
              </a:endParaRPr>
            </a:p>
          </p:txBody>
        </p:sp>
        <p:sp>
          <p:nvSpPr>
            <p:cNvPr id="178" name="Freeform 181"/>
            <p:cNvSpPr>
              <a:spLocks/>
            </p:cNvSpPr>
            <p:nvPr userDrawn="1"/>
          </p:nvSpPr>
          <p:spPr bwMode="auto">
            <a:xfrm>
              <a:off x="996" y="3305"/>
              <a:ext cx="126" cy="318"/>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folHlink"/>
            </a:solidFill>
            <a:ln w="0">
              <a:noFill/>
              <a:prstDash val="solid"/>
              <a:round/>
              <a:headEnd/>
              <a:tailEnd/>
            </a:ln>
          </p:spPr>
          <p:txBody>
            <a:bodyPr/>
            <a:lstStyle/>
            <a:p>
              <a:pPr>
                <a:defRPr/>
              </a:pPr>
              <a:endParaRPr lang="zh-CN" altLang="en-US">
                <a:latin typeface="Arial" charset="0"/>
              </a:endParaRPr>
            </a:p>
          </p:txBody>
        </p:sp>
      </p:grpSp>
      <p:sp>
        <p:nvSpPr>
          <p:cNvPr id="376995" name="Rectangle 163"/>
          <p:cNvSpPr>
            <a:spLocks noGrp="1" noRot="1" noChangeArrowheads="1"/>
          </p:cNvSpPr>
          <p:nvPr>
            <p:ph type="ctrTitle"/>
          </p:nvPr>
        </p:nvSpPr>
        <p:spPr>
          <a:xfrm>
            <a:off x="685800" y="2057400"/>
            <a:ext cx="7772400" cy="1143000"/>
          </a:xfrm>
        </p:spPr>
        <p:txBody>
          <a:bodyPr/>
          <a:lstStyle>
            <a:lvl1pPr>
              <a:defRPr/>
            </a:lvl1pPr>
          </a:lstStyle>
          <a:p>
            <a:r>
              <a:rPr lang="zh-CN" altLang="en-US"/>
              <a:t>单击此处编辑母版标题样式</a:t>
            </a:r>
          </a:p>
        </p:txBody>
      </p:sp>
      <p:sp>
        <p:nvSpPr>
          <p:cNvPr id="376999" name="Rectangle 167"/>
          <p:cNvSpPr>
            <a:spLocks noGrp="1" noRot="1" noChangeArrowheads="1"/>
          </p:cNvSpPr>
          <p:nvPr>
            <p:ph type="subTitle" idx="1"/>
          </p:nvPr>
        </p:nvSpPr>
        <p:spPr>
          <a:xfrm>
            <a:off x="1371600" y="3505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179" name="Rectangle 164"/>
          <p:cNvSpPr>
            <a:spLocks noGrp="1" noChangeArrowheads="1"/>
          </p:cNvSpPr>
          <p:nvPr>
            <p:ph type="dt" sz="half" idx="10"/>
          </p:nvPr>
        </p:nvSpPr>
        <p:spPr>
          <a:xfrm>
            <a:off x="301625" y="6248400"/>
            <a:ext cx="2289175" cy="476250"/>
          </a:xfrm>
        </p:spPr>
        <p:txBody>
          <a:bodyPr/>
          <a:lstStyle>
            <a:lvl1pPr>
              <a:defRPr/>
            </a:lvl1pPr>
          </a:lstStyle>
          <a:p>
            <a:pPr>
              <a:defRPr/>
            </a:pPr>
            <a:fld id="{73AD1729-7899-4B6A-BAE9-9D09AEE579BE}" type="datetime1">
              <a:rPr lang="zh-CN" altLang="en-US"/>
              <a:pPr>
                <a:defRPr/>
              </a:pPr>
              <a:t>2017/3/5</a:t>
            </a:fld>
            <a:endParaRPr lang="en-US" altLang="zh-CN"/>
          </a:p>
        </p:txBody>
      </p:sp>
      <p:sp>
        <p:nvSpPr>
          <p:cNvPr id="180" name="Rectangle 165"/>
          <p:cNvSpPr>
            <a:spLocks noGrp="1" noChangeArrowheads="1"/>
          </p:cNvSpPr>
          <p:nvPr>
            <p:ph type="ftr" sz="quarter" idx="11"/>
          </p:nvPr>
        </p:nvSpPr>
        <p:spPr>
          <a:xfrm>
            <a:off x="3124200" y="6248400"/>
            <a:ext cx="2895600" cy="476250"/>
          </a:xfrm>
        </p:spPr>
        <p:txBody>
          <a:bodyPr/>
          <a:lstStyle>
            <a:lvl1pPr>
              <a:defRPr/>
            </a:lvl1pPr>
          </a:lstStyle>
          <a:p>
            <a:pPr>
              <a:defRPr/>
            </a:pPr>
            <a:endParaRPr lang="en-US" altLang="zh-CN"/>
          </a:p>
        </p:txBody>
      </p:sp>
      <p:sp>
        <p:nvSpPr>
          <p:cNvPr id="181" name="Rectangle 166"/>
          <p:cNvSpPr>
            <a:spLocks noGrp="1" noChangeArrowheads="1"/>
          </p:cNvSpPr>
          <p:nvPr>
            <p:ph type="sldNum" sz="quarter" idx="12"/>
          </p:nvPr>
        </p:nvSpPr>
        <p:spPr>
          <a:xfrm>
            <a:off x="6553200" y="6248400"/>
            <a:ext cx="2289175" cy="476250"/>
          </a:xfrm>
        </p:spPr>
        <p:txBody>
          <a:bodyPr/>
          <a:lstStyle>
            <a:lvl1pPr>
              <a:defRPr/>
            </a:lvl1pPr>
          </a:lstStyle>
          <a:p>
            <a:pPr>
              <a:defRPr/>
            </a:pPr>
            <a:fld id="{25EFCE39-4A0A-41A0-A0E7-E7009188D028}" type="slidenum">
              <a:rPr lang="en-US" altLang="zh-CN"/>
              <a:pPr>
                <a:defRPr/>
              </a:pPr>
              <a:t>‹#›</a:t>
            </a:fld>
            <a:endParaRPr lang="en-US" altLang="zh-CN"/>
          </a:p>
        </p:txBody>
      </p:sp>
    </p:spTree>
  </p:cSld>
  <p:clrMapOvr>
    <a:masterClrMapping/>
  </p:clrMapOvr>
  <p:transition>
    <p:circl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50"/>
          <p:cNvSpPr>
            <a:spLocks noGrp="1" noChangeArrowheads="1"/>
          </p:cNvSpPr>
          <p:nvPr>
            <p:ph type="dt" sz="half" idx="10"/>
          </p:nvPr>
        </p:nvSpPr>
        <p:spPr>
          <a:ln/>
        </p:spPr>
        <p:txBody>
          <a:bodyPr/>
          <a:lstStyle>
            <a:lvl1pPr>
              <a:defRPr/>
            </a:lvl1pPr>
          </a:lstStyle>
          <a:p>
            <a:pPr>
              <a:defRPr/>
            </a:pPr>
            <a:fld id="{18CE9B65-FA98-409F-B5E9-EBDC895643E6}" type="datetime1">
              <a:rPr lang="zh-CN" altLang="en-US"/>
              <a:pPr>
                <a:defRPr/>
              </a:pPr>
              <a:t>2017/3/5</a:t>
            </a:fld>
            <a:endParaRPr lang="en-US" altLang="zh-CN"/>
          </a:p>
        </p:txBody>
      </p:sp>
      <p:sp>
        <p:nvSpPr>
          <p:cNvPr id="5" name="Rectangle 251"/>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252"/>
          <p:cNvSpPr>
            <a:spLocks noGrp="1" noChangeArrowheads="1"/>
          </p:cNvSpPr>
          <p:nvPr>
            <p:ph type="sldNum" sz="quarter" idx="12"/>
          </p:nvPr>
        </p:nvSpPr>
        <p:spPr>
          <a:ln/>
        </p:spPr>
        <p:txBody>
          <a:bodyPr/>
          <a:lstStyle>
            <a:lvl1pPr>
              <a:defRPr/>
            </a:lvl1pPr>
          </a:lstStyle>
          <a:p>
            <a:pPr>
              <a:defRPr/>
            </a:pPr>
            <a:fld id="{D490A085-EFF7-4E20-8108-F9F2E618038C}" type="slidenum">
              <a:rPr lang="en-US" altLang="zh-CN"/>
              <a:pPr>
                <a:defRPr/>
              </a:pPr>
              <a:t>‹#›</a:t>
            </a:fld>
            <a:endParaRPr lang="en-US" altLang="zh-CN"/>
          </a:p>
        </p:txBody>
      </p:sp>
    </p:spTree>
  </p:cSld>
  <p:clrMapOvr>
    <a:masterClrMapping/>
  </p:clrMapOvr>
  <p:transition>
    <p:circl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250"/>
          <p:cNvSpPr>
            <a:spLocks noGrp="1" noChangeArrowheads="1"/>
          </p:cNvSpPr>
          <p:nvPr>
            <p:ph type="dt" sz="half" idx="10"/>
          </p:nvPr>
        </p:nvSpPr>
        <p:spPr>
          <a:ln/>
        </p:spPr>
        <p:txBody>
          <a:bodyPr/>
          <a:lstStyle>
            <a:lvl1pPr>
              <a:defRPr/>
            </a:lvl1pPr>
          </a:lstStyle>
          <a:p>
            <a:pPr>
              <a:defRPr/>
            </a:pPr>
            <a:fld id="{AA0B88C5-6300-48B5-9990-582653DA92CF}" type="datetime1">
              <a:rPr lang="zh-CN" altLang="en-US"/>
              <a:pPr>
                <a:defRPr/>
              </a:pPr>
              <a:t>2017/3/5</a:t>
            </a:fld>
            <a:endParaRPr lang="en-US" altLang="zh-CN"/>
          </a:p>
        </p:txBody>
      </p:sp>
      <p:sp>
        <p:nvSpPr>
          <p:cNvPr id="5" name="Rectangle 251"/>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252"/>
          <p:cNvSpPr>
            <a:spLocks noGrp="1" noChangeArrowheads="1"/>
          </p:cNvSpPr>
          <p:nvPr>
            <p:ph type="sldNum" sz="quarter" idx="12"/>
          </p:nvPr>
        </p:nvSpPr>
        <p:spPr>
          <a:ln/>
        </p:spPr>
        <p:txBody>
          <a:bodyPr/>
          <a:lstStyle>
            <a:lvl1pPr>
              <a:defRPr/>
            </a:lvl1pPr>
          </a:lstStyle>
          <a:p>
            <a:pPr>
              <a:defRPr/>
            </a:pPr>
            <a:fld id="{C2B36775-2CCE-432D-86CC-C4F953240D8F}" type="slidenum">
              <a:rPr lang="en-US" altLang="zh-CN"/>
              <a:pPr>
                <a:defRPr/>
              </a:pPr>
              <a:t>‹#›</a:t>
            </a:fld>
            <a:endParaRPr lang="en-US" altLang="zh-CN"/>
          </a:p>
        </p:txBody>
      </p:sp>
    </p:spTree>
  </p:cSld>
  <p:clrMapOvr>
    <a:masterClrMapping/>
  </p:clrMapOvr>
  <p:transition>
    <p:circl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0"/>
            <a:ext cx="4000500"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62500" y="1600200"/>
            <a:ext cx="4000500"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250"/>
          <p:cNvSpPr>
            <a:spLocks noGrp="1" noChangeArrowheads="1"/>
          </p:cNvSpPr>
          <p:nvPr>
            <p:ph type="dt" sz="half" idx="10"/>
          </p:nvPr>
        </p:nvSpPr>
        <p:spPr>
          <a:ln/>
        </p:spPr>
        <p:txBody>
          <a:bodyPr/>
          <a:lstStyle>
            <a:lvl1pPr>
              <a:defRPr/>
            </a:lvl1pPr>
          </a:lstStyle>
          <a:p>
            <a:pPr>
              <a:defRPr/>
            </a:pPr>
            <a:fld id="{382A1DFF-7C89-4FA5-9252-4D45ED800505}" type="datetime1">
              <a:rPr lang="zh-CN" altLang="en-US"/>
              <a:pPr>
                <a:defRPr/>
              </a:pPr>
              <a:t>2017/3/5</a:t>
            </a:fld>
            <a:endParaRPr lang="en-US" altLang="zh-CN"/>
          </a:p>
        </p:txBody>
      </p:sp>
      <p:sp>
        <p:nvSpPr>
          <p:cNvPr id="6" name="Rectangle 251"/>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252"/>
          <p:cNvSpPr>
            <a:spLocks noGrp="1" noChangeArrowheads="1"/>
          </p:cNvSpPr>
          <p:nvPr>
            <p:ph type="sldNum" sz="quarter" idx="12"/>
          </p:nvPr>
        </p:nvSpPr>
        <p:spPr>
          <a:ln/>
        </p:spPr>
        <p:txBody>
          <a:bodyPr/>
          <a:lstStyle>
            <a:lvl1pPr>
              <a:defRPr/>
            </a:lvl1pPr>
          </a:lstStyle>
          <a:p>
            <a:pPr>
              <a:defRPr/>
            </a:pPr>
            <a:fld id="{462F4A71-2454-40A1-BBBB-6F8A66BF9BBF}" type="slidenum">
              <a:rPr lang="en-US" altLang="zh-CN"/>
              <a:pPr>
                <a:defRPr/>
              </a:pPr>
              <a:t>‹#›</a:t>
            </a:fld>
            <a:endParaRPr lang="en-US" altLang="zh-CN"/>
          </a:p>
        </p:txBody>
      </p:sp>
    </p:spTree>
  </p:cSld>
  <p:clrMapOvr>
    <a:masterClrMapping/>
  </p:clrMapOvr>
  <p:transition>
    <p:circl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250"/>
          <p:cNvSpPr>
            <a:spLocks noGrp="1" noChangeArrowheads="1"/>
          </p:cNvSpPr>
          <p:nvPr>
            <p:ph type="dt" sz="half" idx="10"/>
          </p:nvPr>
        </p:nvSpPr>
        <p:spPr>
          <a:ln/>
        </p:spPr>
        <p:txBody>
          <a:bodyPr/>
          <a:lstStyle>
            <a:lvl1pPr>
              <a:defRPr/>
            </a:lvl1pPr>
          </a:lstStyle>
          <a:p>
            <a:pPr>
              <a:defRPr/>
            </a:pPr>
            <a:fld id="{10C6E71D-2B3A-439F-BF61-170EE3BD4AB9}" type="datetime1">
              <a:rPr lang="zh-CN" altLang="en-US"/>
              <a:pPr>
                <a:defRPr/>
              </a:pPr>
              <a:t>2017/3/5</a:t>
            </a:fld>
            <a:endParaRPr lang="en-US" altLang="zh-CN"/>
          </a:p>
        </p:txBody>
      </p:sp>
      <p:sp>
        <p:nvSpPr>
          <p:cNvPr id="8" name="Rectangle 251"/>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252"/>
          <p:cNvSpPr>
            <a:spLocks noGrp="1" noChangeArrowheads="1"/>
          </p:cNvSpPr>
          <p:nvPr>
            <p:ph type="sldNum" sz="quarter" idx="12"/>
          </p:nvPr>
        </p:nvSpPr>
        <p:spPr>
          <a:ln/>
        </p:spPr>
        <p:txBody>
          <a:bodyPr/>
          <a:lstStyle>
            <a:lvl1pPr>
              <a:defRPr/>
            </a:lvl1pPr>
          </a:lstStyle>
          <a:p>
            <a:pPr>
              <a:defRPr/>
            </a:pPr>
            <a:fld id="{6DE020BD-12F6-4C98-A25D-AAAC76C2985F}" type="slidenum">
              <a:rPr lang="en-US" altLang="zh-CN"/>
              <a:pPr>
                <a:defRPr/>
              </a:pPr>
              <a:t>‹#›</a:t>
            </a:fld>
            <a:endParaRPr lang="en-US" altLang="zh-CN"/>
          </a:p>
        </p:txBody>
      </p:sp>
    </p:spTree>
  </p:cSld>
  <p:clrMapOvr>
    <a:masterClrMapping/>
  </p:clrMapOvr>
  <p:transition>
    <p:circl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250"/>
          <p:cNvSpPr>
            <a:spLocks noGrp="1" noChangeArrowheads="1"/>
          </p:cNvSpPr>
          <p:nvPr>
            <p:ph type="dt" sz="half" idx="10"/>
          </p:nvPr>
        </p:nvSpPr>
        <p:spPr>
          <a:ln/>
        </p:spPr>
        <p:txBody>
          <a:bodyPr/>
          <a:lstStyle>
            <a:lvl1pPr>
              <a:defRPr/>
            </a:lvl1pPr>
          </a:lstStyle>
          <a:p>
            <a:pPr>
              <a:defRPr/>
            </a:pPr>
            <a:fld id="{D653C0CD-016A-459C-B6F3-1CD6DBF41E8E}" type="datetime1">
              <a:rPr lang="zh-CN" altLang="en-US"/>
              <a:pPr>
                <a:defRPr/>
              </a:pPr>
              <a:t>2017/3/5</a:t>
            </a:fld>
            <a:endParaRPr lang="en-US" altLang="zh-CN"/>
          </a:p>
        </p:txBody>
      </p:sp>
      <p:sp>
        <p:nvSpPr>
          <p:cNvPr id="4" name="Rectangle 251"/>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252"/>
          <p:cNvSpPr>
            <a:spLocks noGrp="1" noChangeArrowheads="1"/>
          </p:cNvSpPr>
          <p:nvPr>
            <p:ph type="sldNum" sz="quarter" idx="12"/>
          </p:nvPr>
        </p:nvSpPr>
        <p:spPr>
          <a:ln/>
        </p:spPr>
        <p:txBody>
          <a:bodyPr/>
          <a:lstStyle>
            <a:lvl1pPr>
              <a:defRPr/>
            </a:lvl1pPr>
          </a:lstStyle>
          <a:p>
            <a:pPr>
              <a:defRPr/>
            </a:pPr>
            <a:fld id="{28F98BD6-CAF6-4A7D-B255-14306599ECF1}" type="slidenum">
              <a:rPr lang="en-US" altLang="zh-CN"/>
              <a:pPr>
                <a:defRPr/>
              </a:pPr>
              <a:t>‹#›</a:t>
            </a:fld>
            <a:endParaRPr lang="en-US" altLang="zh-CN"/>
          </a:p>
        </p:txBody>
      </p:sp>
    </p:spTree>
  </p:cSld>
  <p:clrMapOvr>
    <a:masterClrMapping/>
  </p:clrMapOvr>
  <p:transition>
    <p:circl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50"/>
          <p:cNvSpPr>
            <a:spLocks noGrp="1" noChangeArrowheads="1"/>
          </p:cNvSpPr>
          <p:nvPr>
            <p:ph type="dt" sz="half" idx="10"/>
          </p:nvPr>
        </p:nvSpPr>
        <p:spPr>
          <a:ln/>
        </p:spPr>
        <p:txBody>
          <a:bodyPr/>
          <a:lstStyle>
            <a:lvl1pPr>
              <a:defRPr/>
            </a:lvl1pPr>
          </a:lstStyle>
          <a:p>
            <a:pPr>
              <a:defRPr/>
            </a:pPr>
            <a:fld id="{2B53ADCE-970B-4D61-911C-178E0EDE4246}" type="datetime1">
              <a:rPr lang="zh-CN" altLang="en-US"/>
              <a:pPr>
                <a:defRPr/>
              </a:pPr>
              <a:t>2017/3/5</a:t>
            </a:fld>
            <a:endParaRPr lang="en-US" altLang="zh-CN"/>
          </a:p>
        </p:txBody>
      </p:sp>
      <p:sp>
        <p:nvSpPr>
          <p:cNvPr id="3" name="Rectangle 251"/>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252"/>
          <p:cNvSpPr>
            <a:spLocks noGrp="1" noChangeArrowheads="1"/>
          </p:cNvSpPr>
          <p:nvPr>
            <p:ph type="sldNum" sz="quarter" idx="12"/>
          </p:nvPr>
        </p:nvSpPr>
        <p:spPr>
          <a:ln/>
        </p:spPr>
        <p:txBody>
          <a:bodyPr/>
          <a:lstStyle>
            <a:lvl1pPr>
              <a:defRPr/>
            </a:lvl1pPr>
          </a:lstStyle>
          <a:p>
            <a:pPr>
              <a:defRPr/>
            </a:pPr>
            <a:fld id="{98904403-4372-4534-A1A0-4B1FCBD49F79}" type="slidenum">
              <a:rPr lang="en-US" altLang="zh-CN"/>
              <a:pPr>
                <a:defRPr/>
              </a:pPr>
              <a:t>‹#›</a:t>
            </a:fld>
            <a:endParaRPr lang="en-US" altLang="zh-CN"/>
          </a:p>
        </p:txBody>
      </p:sp>
    </p:spTree>
  </p:cSld>
  <p:clrMapOvr>
    <a:masterClrMapping/>
  </p:clrMapOvr>
  <p:transition>
    <p:circl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250"/>
          <p:cNvSpPr>
            <a:spLocks noGrp="1" noChangeArrowheads="1"/>
          </p:cNvSpPr>
          <p:nvPr>
            <p:ph type="dt" sz="half" idx="10"/>
          </p:nvPr>
        </p:nvSpPr>
        <p:spPr>
          <a:ln/>
        </p:spPr>
        <p:txBody>
          <a:bodyPr/>
          <a:lstStyle>
            <a:lvl1pPr>
              <a:defRPr/>
            </a:lvl1pPr>
          </a:lstStyle>
          <a:p>
            <a:pPr>
              <a:defRPr/>
            </a:pPr>
            <a:fld id="{CC65ABED-8E04-4EDD-91EB-358455A86ACC}" type="datetime1">
              <a:rPr lang="zh-CN" altLang="en-US"/>
              <a:pPr>
                <a:defRPr/>
              </a:pPr>
              <a:t>2017/3/5</a:t>
            </a:fld>
            <a:endParaRPr lang="en-US" altLang="zh-CN"/>
          </a:p>
        </p:txBody>
      </p:sp>
      <p:sp>
        <p:nvSpPr>
          <p:cNvPr id="6" name="Rectangle 251"/>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252"/>
          <p:cNvSpPr>
            <a:spLocks noGrp="1" noChangeArrowheads="1"/>
          </p:cNvSpPr>
          <p:nvPr>
            <p:ph type="sldNum" sz="quarter" idx="12"/>
          </p:nvPr>
        </p:nvSpPr>
        <p:spPr>
          <a:ln/>
        </p:spPr>
        <p:txBody>
          <a:bodyPr/>
          <a:lstStyle>
            <a:lvl1pPr>
              <a:defRPr/>
            </a:lvl1pPr>
          </a:lstStyle>
          <a:p>
            <a:pPr>
              <a:defRPr/>
            </a:pPr>
            <a:fld id="{C3DF4607-8DCB-4B85-8F1E-66766760D942}" type="slidenum">
              <a:rPr lang="en-US" altLang="zh-CN"/>
              <a:pPr>
                <a:defRPr/>
              </a:pPr>
              <a:t>‹#›</a:t>
            </a:fld>
            <a:endParaRPr lang="en-US" altLang="zh-CN"/>
          </a:p>
        </p:txBody>
      </p:sp>
    </p:spTree>
  </p:cSld>
  <p:clrMapOvr>
    <a:masterClrMapping/>
  </p:clrMapOvr>
  <p:transition>
    <p:circl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250"/>
          <p:cNvSpPr>
            <a:spLocks noGrp="1" noChangeArrowheads="1"/>
          </p:cNvSpPr>
          <p:nvPr>
            <p:ph type="dt" sz="half" idx="10"/>
          </p:nvPr>
        </p:nvSpPr>
        <p:spPr>
          <a:ln/>
        </p:spPr>
        <p:txBody>
          <a:bodyPr/>
          <a:lstStyle>
            <a:lvl1pPr>
              <a:defRPr/>
            </a:lvl1pPr>
          </a:lstStyle>
          <a:p>
            <a:pPr>
              <a:defRPr/>
            </a:pPr>
            <a:fld id="{93C17DC6-1153-4806-84A3-83AB1C780B67}" type="datetime1">
              <a:rPr lang="zh-CN" altLang="en-US"/>
              <a:pPr>
                <a:defRPr/>
              </a:pPr>
              <a:t>2017/3/5</a:t>
            </a:fld>
            <a:endParaRPr lang="en-US" altLang="zh-CN"/>
          </a:p>
        </p:txBody>
      </p:sp>
      <p:sp>
        <p:nvSpPr>
          <p:cNvPr id="6" name="Rectangle 251"/>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252"/>
          <p:cNvSpPr>
            <a:spLocks noGrp="1" noChangeArrowheads="1"/>
          </p:cNvSpPr>
          <p:nvPr>
            <p:ph type="sldNum" sz="quarter" idx="12"/>
          </p:nvPr>
        </p:nvSpPr>
        <p:spPr>
          <a:ln/>
        </p:spPr>
        <p:txBody>
          <a:bodyPr/>
          <a:lstStyle>
            <a:lvl1pPr>
              <a:defRPr/>
            </a:lvl1pPr>
          </a:lstStyle>
          <a:p>
            <a:pPr>
              <a:defRPr/>
            </a:pPr>
            <a:fld id="{677612B2-54D3-4BA0-BE5D-C7FAE24F1860}" type="slidenum">
              <a:rPr lang="en-US" altLang="zh-CN"/>
              <a:pPr>
                <a:defRPr/>
              </a:pPr>
              <a:t>‹#›</a:t>
            </a:fld>
            <a:endParaRPr lang="en-US" altLang="zh-CN"/>
          </a:p>
        </p:txBody>
      </p:sp>
    </p:spTree>
  </p:cSld>
  <p:clrMapOvr>
    <a:masterClrMapping/>
  </p:clrMapOvr>
  <p:transition>
    <p:circl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50"/>
          <p:cNvSpPr>
            <a:spLocks noGrp="1" noChangeArrowheads="1"/>
          </p:cNvSpPr>
          <p:nvPr>
            <p:ph type="dt" sz="half" idx="10"/>
          </p:nvPr>
        </p:nvSpPr>
        <p:spPr>
          <a:ln/>
        </p:spPr>
        <p:txBody>
          <a:bodyPr/>
          <a:lstStyle>
            <a:lvl1pPr>
              <a:defRPr/>
            </a:lvl1pPr>
          </a:lstStyle>
          <a:p>
            <a:pPr>
              <a:defRPr/>
            </a:pPr>
            <a:fld id="{884EBC31-EBC5-4F4E-B437-630B8524F043}" type="datetime1">
              <a:rPr lang="zh-CN" altLang="en-US"/>
              <a:pPr>
                <a:defRPr/>
              </a:pPr>
              <a:t>2017/3/5</a:t>
            </a:fld>
            <a:endParaRPr lang="en-US" altLang="zh-CN"/>
          </a:p>
        </p:txBody>
      </p:sp>
      <p:sp>
        <p:nvSpPr>
          <p:cNvPr id="5" name="Rectangle 251"/>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252"/>
          <p:cNvSpPr>
            <a:spLocks noGrp="1" noChangeArrowheads="1"/>
          </p:cNvSpPr>
          <p:nvPr>
            <p:ph type="sldNum" sz="quarter" idx="12"/>
          </p:nvPr>
        </p:nvSpPr>
        <p:spPr>
          <a:ln/>
        </p:spPr>
        <p:txBody>
          <a:bodyPr/>
          <a:lstStyle>
            <a:lvl1pPr>
              <a:defRPr/>
            </a:lvl1pPr>
          </a:lstStyle>
          <a:p>
            <a:pPr>
              <a:defRPr/>
            </a:pPr>
            <a:fld id="{765098E3-3B54-4344-AA37-4A7C785CCBCC}" type="slidenum">
              <a:rPr lang="en-US" altLang="zh-CN"/>
              <a:pPr>
                <a:defRPr/>
              </a:pPr>
              <a:t>‹#›</a:t>
            </a:fld>
            <a:endParaRPr lang="en-US" altLang="zh-CN"/>
          </a:p>
        </p:txBody>
      </p:sp>
    </p:spTree>
  </p:cSld>
  <p:clrMapOvr>
    <a:masterClrMapping/>
  </p:clrMapOvr>
  <p:transition>
    <p:circl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4013" y="228600"/>
            <a:ext cx="2135187" cy="58705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298450" y="228600"/>
            <a:ext cx="6253163" cy="58705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50"/>
          <p:cNvSpPr>
            <a:spLocks noGrp="1" noChangeArrowheads="1"/>
          </p:cNvSpPr>
          <p:nvPr>
            <p:ph type="dt" sz="half" idx="10"/>
          </p:nvPr>
        </p:nvSpPr>
        <p:spPr>
          <a:ln/>
        </p:spPr>
        <p:txBody>
          <a:bodyPr/>
          <a:lstStyle>
            <a:lvl1pPr>
              <a:defRPr/>
            </a:lvl1pPr>
          </a:lstStyle>
          <a:p>
            <a:pPr>
              <a:defRPr/>
            </a:pPr>
            <a:fld id="{6EBE0918-C332-4386-9B47-CD63F3803863}" type="datetime1">
              <a:rPr lang="zh-CN" altLang="en-US"/>
              <a:pPr>
                <a:defRPr/>
              </a:pPr>
              <a:t>2017/3/5</a:t>
            </a:fld>
            <a:endParaRPr lang="en-US" altLang="zh-CN"/>
          </a:p>
        </p:txBody>
      </p:sp>
      <p:sp>
        <p:nvSpPr>
          <p:cNvPr id="5" name="Rectangle 251"/>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252"/>
          <p:cNvSpPr>
            <a:spLocks noGrp="1" noChangeArrowheads="1"/>
          </p:cNvSpPr>
          <p:nvPr>
            <p:ph type="sldNum" sz="quarter" idx="12"/>
          </p:nvPr>
        </p:nvSpPr>
        <p:spPr>
          <a:ln/>
        </p:spPr>
        <p:txBody>
          <a:bodyPr/>
          <a:lstStyle>
            <a:lvl1pPr>
              <a:defRPr/>
            </a:lvl1pPr>
          </a:lstStyle>
          <a:p>
            <a:pPr>
              <a:defRPr/>
            </a:pPr>
            <a:fld id="{73E523A8-36FC-417C-B4A1-221EEB6442F0}" type="slidenum">
              <a:rPr lang="en-US" altLang="zh-CN"/>
              <a:pPr>
                <a:defRPr/>
              </a:pPr>
              <a:t>‹#›</a:t>
            </a:fld>
            <a:endParaRPr lang="en-US" altLang="zh-CN"/>
          </a:p>
        </p:txBody>
      </p:sp>
    </p:spTree>
  </p:cSld>
  <p:clrMapOvr>
    <a:masterClrMapping/>
  </p:clrMapOvr>
  <p:transition>
    <p:circl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98450" y="466725"/>
            <a:ext cx="854075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09600" y="1600200"/>
            <a:ext cx="4000500" cy="4498975"/>
          </a:xfr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内容占位符 3"/>
          <p:cNvSpPr>
            <a:spLocks noGrp="1"/>
          </p:cNvSpPr>
          <p:nvPr>
            <p:ph sz="half" idx="2"/>
          </p:nvPr>
        </p:nvSpPr>
        <p:spPr>
          <a:xfrm>
            <a:off x="4762500" y="1600200"/>
            <a:ext cx="4000500" cy="44989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250"/>
          <p:cNvSpPr>
            <a:spLocks noGrp="1" noChangeArrowheads="1"/>
          </p:cNvSpPr>
          <p:nvPr>
            <p:ph type="dt" sz="half" idx="10"/>
          </p:nvPr>
        </p:nvSpPr>
        <p:spPr>
          <a:ln/>
        </p:spPr>
        <p:txBody>
          <a:bodyPr/>
          <a:lstStyle>
            <a:lvl1pPr>
              <a:defRPr/>
            </a:lvl1pPr>
          </a:lstStyle>
          <a:p>
            <a:pPr>
              <a:defRPr/>
            </a:pPr>
            <a:fld id="{CE6131BC-7E6F-409A-AE43-999922AED77D}" type="datetime1">
              <a:rPr lang="zh-CN" altLang="en-US"/>
              <a:pPr>
                <a:defRPr/>
              </a:pPr>
              <a:t>2017/3/5</a:t>
            </a:fld>
            <a:endParaRPr lang="en-US" altLang="zh-CN"/>
          </a:p>
        </p:txBody>
      </p:sp>
      <p:sp>
        <p:nvSpPr>
          <p:cNvPr id="6" name="Rectangle 251"/>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252"/>
          <p:cNvSpPr>
            <a:spLocks noGrp="1" noChangeArrowheads="1"/>
          </p:cNvSpPr>
          <p:nvPr>
            <p:ph type="sldNum" sz="quarter" idx="12"/>
          </p:nvPr>
        </p:nvSpPr>
        <p:spPr>
          <a:ln/>
        </p:spPr>
        <p:txBody>
          <a:bodyPr/>
          <a:lstStyle>
            <a:lvl1pPr>
              <a:defRPr/>
            </a:lvl1pPr>
          </a:lstStyle>
          <a:p>
            <a:pPr>
              <a:defRPr/>
            </a:pPr>
            <a:fld id="{D70501A0-1048-4B74-A76C-4DEE35BD442A}" type="slidenum">
              <a:rPr lang="en-US" altLang="zh-CN"/>
              <a:pPr>
                <a:defRPr/>
              </a:pPr>
              <a:t>‹#›</a:t>
            </a:fld>
            <a:endParaRPr lang="en-US" altLang="zh-CN"/>
          </a:p>
        </p:txBody>
      </p:sp>
    </p:spTree>
  </p:cSld>
  <p:clrMapOvr>
    <a:masterClrMapping/>
  </p:clrMapOvr>
  <p:transition>
    <p:circl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3314" name="Group 2"/>
          <p:cNvGrpSpPr>
            <a:grpSpLocks/>
          </p:cNvGrpSpPr>
          <p:nvPr/>
        </p:nvGrpSpPr>
        <p:grpSpPr bwMode="auto">
          <a:xfrm>
            <a:off x="566738" y="0"/>
            <a:ext cx="7891462" cy="6821488"/>
            <a:chOff x="349" y="23"/>
            <a:chExt cx="4971" cy="4297"/>
          </a:xfrm>
        </p:grpSpPr>
        <p:sp>
          <p:nvSpPr>
            <p:cNvPr id="375811" name="Rectangle 3"/>
            <p:cNvSpPr>
              <a:spLocks noChangeArrowheads="1"/>
            </p:cNvSpPr>
            <p:nvPr/>
          </p:nvSpPr>
          <p:spPr bwMode="auto">
            <a:xfrm>
              <a:off x="384" y="23"/>
              <a:ext cx="21" cy="10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812" name="Freeform 4"/>
            <p:cNvSpPr>
              <a:spLocks noEditPoints="1"/>
            </p:cNvSpPr>
            <p:nvPr/>
          </p:nvSpPr>
          <p:spPr bwMode="auto">
            <a:xfrm>
              <a:off x="384"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13" name="Freeform 5"/>
            <p:cNvSpPr>
              <a:spLocks noEditPoints="1"/>
            </p:cNvSpPr>
            <p:nvPr/>
          </p:nvSpPr>
          <p:spPr bwMode="auto">
            <a:xfrm>
              <a:off x="384"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14" name="Freeform 6"/>
            <p:cNvSpPr>
              <a:spLocks noEditPoints="1"/>
            </p:cNvSpPr>
            <p:nvPr/>
          </p:nvSpPr>
          <p:spPr bwMode="auto">
            <a:xfrm>
              <a:off x="384"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15" name="Freeform 7"/>
            <p:cNvSpPr>
              <a:spLocks noEditPoints="1"/>
            </p:cNvSpPr>
            <p:nvPr/>
          </p:nvSpPr>
          <p:spPr bwMode="auto">
            <a:xfrm>
              <a:off x="384"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16" name="Freeform 8"/>
            <p:cNvSpPr>
              <a:spLocks noEditPoints="1"/>
            </p:cNvSpPr>
            <p:nvPr/>
          </p:nvSpPr>
          <p:spPr bwMode="auto">
            <a:xfrm>
              <a:off x="384"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17" name="Freeform 9"/>
            <p:cNvSpPr>
              <a:spLocks noEditPoints="1"/>
            </p:cNvSpPr>
            <p:nvPr/>
          </p:nvSpPr>
          <p:spPr bwMode="auto">
            <a:xfrm>
              <a:off x="384"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18" name="Freeform 10"/>
            <p:cNvSpPr>
              <a:spLocks noEditPoints="1"/>
            </p:cNvSpPr>
            <p:nvPr/>
          </p:nvSpPr>
          <p:spPr bwMode="auto">
            <a:xfrm>
              <a:off x="384"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19" name="Freeform 11"/>
            <p:cNvSpPr>
              <a:spLocks noEditPoints="1"/>
            </p:cNvSpPr>
            <p:nvPr/>
          </p:nvSpPr>
          <p:spPr bwMode="auto">
            <a:xfrm>
              <a:off x="384"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20" name="Freeform 12"/>
            <p:cNvSpPr>
              <a:spLocks noEditPoints="1"/>
            </p:cNvSpPr>
            <p:nvPr/>
          </p:nvSpPr>
          <p:spPr bwMode="auto">
            <a:xfrm>
              <a:off x="384"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21" name="Freeform 13"/>
            <p:cNvSpPr>
              <a:spLocks noEditPoints="1"/>
            </p:cNvSpPr>
            <p:nvPr/>
          </p:nvSpPr>
          <p:spPr bwMode="auto">
            <a:xfrm>
              <a:off x="384"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22" name="Rectangle 14"/>
            <p:cNvSpPr>
              <a:spLocks noChangeArrowheads="1"/>
            </p:cNvSpPr>
            <p:nvPr/>
          </p:nvSpPr>
          <p:spPr bwMode="auto">
            <a:xfrm>
              <a:off x="384" y="4269"/>
              <a:ext cx="21" cy="5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823" name="Rectangle 15"/>
            <p:cNvSpPr>
              <a:spLocks noChangeArrowheads="1"/>
            </p:cNvSpPr>
            <p:nvPr/>
          </p:nvSpPr>
          <p:spPr bwMode="auto">
            <a:xfrm>
              <a:off x="829" y="23"/>
              <a:ext cx="21" cy="10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824" name="Freeform 16"/>
            <p:cNvSpPr>
              <a:spLocks noEditPoints="1"/>
            </p:cNvSpPr>
            <p:nvPr/>
          </p:nvSpPr>
          <p:spPr bwMode="auto">
            <a:xfrm>
              <a:off x="82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25" name="Freeform 17"/>
            <p:cNvSpPr>
              <a:spLocks noEditPoints="1"/>
            </p:cNvSpPr>
            <p:nvPr/>
          </p:nvSpPr>
          <p:spPr bwMode="auto">
            <a:xfrm>
              <a:off x="82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26" name="Freeform 18"/>
            <p:cNvSpPr>
              <a:spLocks noEditPoints="1"/>
            </p:cNvSpPr>
            <p:nvPr/>
          </p:nvSpPr>
          <p:spPr bwMode="auto">
            <a:xfrm>
              <a:off x="82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27" name="Freeform 19"/>
            <p:cNvSpPr>
              <a:spLocks noEditPoints="1"/>
            </p:cNvSpPr>
            <p:nvPr/>
          </p:nvSpPr>
          <p:spPr bwMode="auto">
            <a:xfrm>
              <a:off x="82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28" name="Freeform 20"/>
            <p:cNvSpPr>
              <a:spLocks noEditPoints="1"/>
            </p:cNvSpPr>
            <p:nvPr/>
          </p:nvSpPr>
          <p:spPr bwMode="auto">
            <a:xfrm>
              <a:off x="82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29" name="Freeform 21"/>
            <p:cNvSpPr>
              <a:spLocks noEditPoints="1"/>
            </p:cNvSpPr>
            <p:nvPr/>
          </p:nvSpPr>
          <p:spPr bwMode="auto">
            <a:xfrm>
              <a:off x="82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30" name="Freeform 22"/>
            <p:cNvSpPr>
              <a:spLocks noEditPoints="1"/>
            </p:cNvSpPr>
            <p:nvPr/>
          </p:nvSpPr>
          <p:spPr bwMode="auto">
            <a:xfrm>
              <a:off x="82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31" name="Freeform 23"/>
            <p:cNvSpPr>
              <a:spLocks noEditPoints="1"/>
            </p:cNvSpPr>
            <p:nvPr/>
          </p:nvSpPr>
          <p:spPr bwMode="auto">
            <a:xfrm>
              <a:off x="82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32" name="Freeform 24"/>
            <p:cNvSpPr>
              <a:spLocks noEditPoints="1"/>
            </p:cNvSpPr>
            <p:nvPr/>
          </p:nvSpPr>
          <p:spPr bwMode="auto">
            <a:xfrm>
              <a:off x="82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33" name="Freeform 25"/>
            <p:cNvSpPr>
              <a:spLocks noEditPoints="1"/>
            </p:cNvSpPr>
            <p:nvPr/>
          </p:nvSpPr>
          <p:spPr bwMode="auto">
            <a:xfrm>
              <a:off x="82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34" name="Rectangle 26"/>
            <p:cNvSpPr>
              <a:spLocks noChangeArrowheads="1"/>
            </p:cNvSpPr>
            <p:nvPr/>
          </p:nvSpPr>
          <p:spPr bwMode="auto">
            <a:xfrm>
              <a:off x="829" y="4269"/>
              <a:ext cx="21" cy="5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835" name="Rectangle 27"/>
            <p:cNvSpPr>
              <a:spLocks noChangeArrowheads="1"/>
            </p:cNvSpPr>
            <p:nvPr/>
          </p:nvSpPr>
          <p:spPr bwMode="auto">
            <a:xfrm>
              <a:off x="1279" y="23"/>
              <a:ext cx="21" cy="10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836" name="Freeform 28"/>
            <p:cNvSpPr>
              <a:spLocks noEditPoints="1"/>
            </p:cNvSpPr>
            <p:nvPr/>
          </p:nvSpPr>
          <p:spPr bwMode="auto">
            <a:xfrm>
              <a:off x="127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37" name="Freeform 29"/>
            <p:cNvSpPr>
              <a:spLocks noEditPoints="1"/>
            </p:cNvSpPr>
            <p:nvPr/>
          </p:nvSpPr>
          <p:spPr bwMode="auto">
            <a:xfrm>
              <a:off x="127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38" name="Freeform 30"/>
            <p:cNvSpPr>
              <a:spLocks noEditPoints="1"/>
            </p:cNvSpPr>
            <p:nvPr/>
          </p:nvSpPr>
          <p:spPr bwMode="auto">
            <a:xfrm>
              <a:off x="127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39" name="Freeform 31"/>
            <p:cNvSpPr>
              <a:spLocks noEditPoints="1"/>
            </p:cNvSpPr>
            <p:nvPr/>
          </p:nvSpPr>
          <p:spPr bwMode="auto">
            <a:xfrm>
              <a:off x="127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40" name="Freeform 32"/>
            <p:cNvSpPr>
              <a:spLocks noEditPoints="1"/>
            </p:cNvSpPr>
            <p:nvPr/>
          </p:nvSpPr>
          <p:spPr bwMode="auto">
            <a:xfrm>
              <a:off x="127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41" name="Freeform 33"/>
            <p:cNvSpPr>
              <a:spLocks noEditPoints="1"/>
            </p:cNvSpPr>
            <p:nvPr/>
          </p:nvSpPr>
          <p:spPr bwMode="auto">
            <a:xfrm>
              <a:off x="127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42" name="Freeform 34"/>
            <p:cNvSpPr>
              <a:spLocks noEditPoints="1"/>
            </p:cNvSpPr>
            <p:nvPr/>
          </p:nvSpPr>
          <p:spPr bwMode="auto">
            <a:xfrm>
              <a:off x="127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43" name="Freeform 35"/>
            <p:cNvSpPr>
              <a:spLocks noEditPoints="1"/>
            </p:cNvSpPr>
            <p:nvPr/>
          </p:nvSpPr>
          <p:spPr bwMode="auto">
            <a:xfrm>
              <a:off x="127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44" name="Freeform 36"/>
            <p:cNvSpPr>
              <a:spLocks noEditPoints="1"/>
            </p:cNvSpPr>
            <p:nvPr/>
          </p:nvSpPr>
          <p:spPr bwMode="auto">
            <a:xfrm>
              <a:off x="127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45" name="Freeform 37"/>
            <p:cNvSpPr>
              <a:spLocks noEditPoints="1"/>
            </p:cNvSpPr>
            <p:nvPr/>
          </p:nvSpPr>
          <p:spPr bwMode="auto">
            <a:xfrm>
              <a:off x="127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46" name="Rectangle 38"/>
            <p:cNvSpPr>
              <a:spLocks noChangeArrowheads="1"/>
            </p:cNvSpPr>
            <p:nvPr/>
          </p:nvSpPr>
          <p:spPr bwMode="auto">
            <a:xfrm>
              <a:off x="1279" y="4269"/>
              <a:ext cx="21" cy="5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847" name="Rectangle 39"/>
            <p:cNvSpPr>
              <a:spLocks noChangeArrowheads="1"/>
            </p:cNvSpPr>
            <p:nvPr/>
          </p:nvSpPr>
          <p:spPr bwMode="auto">
            <a:xfrm>
              <a:off x="1724" y="23"/>
              <a:ext cx="21" cy="10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848" name="Freeform 40"/>
            <p:cNvSpPr>
              <a:spLocks noEditPoints="1"/>
            </p:cNvSpPr>
            <p:nvPr/>
          </p:nvSpPr>
          <p:spPr bwMode="auto">
            <a:xfrm>
              <a:off x="1724"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49" name="Freeform 41"/>
            <p:cNvSpPr>
              <a:spLocks noEditPoints="1"/>
            </p:cNvSpPr>
            <p:nvPr/>
          </p:nvSpPr>
          <p:spPr bwMode="auto">
            <a:xfrm>
              <a:off x="1724"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50" name="Freeform 42"/>
            <p:cNvSpPr>
              <a:spLocks noEditPoints="1"/>
            </p:cNvSpPr>
            <p:nvPr/>
          </p:nvSpPr>
          <p:spPr bwMode="auto">
            <a:xfrm>
              <a:off x="1724"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51" name="Freeform 43"/>
            <p:cNvSpPr>
              <a:spLocks noEditPoints="1"/>
            </p:cNvSpPr>
            <p:nvPr/>
          </p:nvSpPr>
          <p:spPr bwMode="auto">
            <a:xfrm>
              <a:off x="1724"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52" name="Freeform 44"/>
            <p:cNvSpPr>
              <a:spLocks noEditPoints="1"/>
            </p:cNvSpPr>
            <p:nvPr/>
          </p:nvSpPr>
          <p:spPr bwMode="auto">
            <a:xfrm>
              <a:off x="1724"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53" name="Freeform 45"/>
            <p:cNvSpPr>
              <a:spLocks noEditPoints="1"/>
            </p:cNvSpPr>
            <p:nvPr/>
          </p:nvSpPr>
          <p:spPr bwMode="auto">
            <a:xfrm>
              <a:off x="1724"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54" name="Freeform 46"/>
            <p:cNvSpPr>
              <a:spLocks noEditPoints="1"/>
            </p:cNvSpPr>
            <p:nvPr/>
          </p:nvSpPr>
          <p:spPr bwMode="auto">
            <a:xfrm>
              <a:off x="1724"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55" name="Freeform 47"/>
            <p:cNvSpPr>
              <a:spLocks noEditPoints="1"/>
            </p:cNvSpPr>
            <p:nvPr/>
          </p:nvSpPr>
          <p:spPr bwMode="auto">
            <a:xfrm>
              <a:off x="1724"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56" name="Freeform 48"/>
            <p:cNvSpPr>
              <a:spLocks noEditPoints="1"/>
            </p:cNvSpPr>
            <p:nvPr/>
          </p:nvSpPr>
          <p:spPr bwMode="auto">
            <a:xfrm>
              <a:off x="1724"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57" name="Freeform 49"/>
            <p:cNvSpPr>
              <a:spLocks noEditPoints="1"/>
            </p:cNvSpPr>
            <p:nvPr/>
          </p:nvSpPr>
          <p:spPr bwMode="auto">
            <a:xfrm>
              <a:off x="1724"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58" name="Rectangle 50"/>
            <p:cNvSpPr>
              <a:spLocks noChangeArrowheads="1"/>
            </p:cNvSpPr>
            <p:nvPr/>
          </p:nvSpPr>
          <p:spPr bwMode="auto">
            <a:xfrm>
              <a:off x="1724" y="4269"/>
              <a:ext cx="21" cy="5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859" name="Rectangle 51"/>
            <p:cNvSpPr>
              <a:spLocks noChangeArrowheads="1"/>
            </p:cNvSpPr>
            <p:nvPr/>
          </p:nvSpPr>
          <p:spPr bwMode="auto">
            <a:xfrm>
              <a:off x="2169" y="23"/>
              <a:ext cx="21" cy="10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860" name="Freeform 52"/>
            <p:cNvSpPr>
              <a:spLocks noEditPoints="1"/>
            </p:cNvSpPr>
            <p:nvPr/>
          </p:nvSpPr>
          <p:spPr bwMode="auto">
            <a:xfrm>
              <a:off x="216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61" name="Freeform 53"/>
            <p:cNvSpPr>
              <a:spLocks noEditPoints="1"/>
            </p:cNvSpPr>
            <p:nvPr/>
          </p:nvSpPr>
          <p:spPr bwMode="auto">
            <a:xfrm>
              <a:off x="216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62" name="Freeform 54"/>
            <p:cNvSpPr>
              <a:spLocks noEditPoints="1"/>
            </p:cNvSpPr>
            <p:nvPr/>
          </p:nvSpPr>
          <p:spPr bwMode="auto">
            <a:xfrm>
              <a:off x="216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63" name="Freeform 55"/>
            <p:cNvSpPr>
              <a:spLocks noEditPoints="1"/>
            </p:cNvSpPr>
            <p:nvPr/>
          </p:nvSpPr>
          <p:spPr bwMode="auto">
            <a:xfrm>
              <a:off x="216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64" name="Freeform 56"/>
            <p:cNvSpPr>
              <a:spLocks noEditPoints="1"/>
            </p:cNvSpPr>
            <p:nvPr/>
          </p:nvSpPr>
          <p:spPr bwMode="auto">
            <a:xfrm>
              <a:off x="216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65" name="Freeform 57"/>
            <p:cNvSpPr>
              <a:spLocks noEditPoints="1"/>
            </p:cNvSpPr>
            <p:nvPr/>
          </p:nvSpPr>
          <p:spPr bwMode="auto">
            <a:xfrm>
              <a:off x="216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66" name="Freeform 58"/>
            <p:cNvSpPr>
              <a:spLocks noEditPoints="1"/>
            </p:cNvSpPr>
            <p:nvPr/>
          </p:nvSpPr>
          <p:spPr bwMode="auto">
            <a:xfrm>
              <a:off x="216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67" name="Freeform 59"/>
            <p:cNvSpPr>
              <a:spLocks noEditPoints="1"/>
            </p:cNvSpPr>
            <p:nvPr/>
          </p:nvSpPr>
          <p:spPr bwMode="auto">
            <a:xfrm>
              <a:off x="216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68" name="Freeform 60"/>
            <p:cNvSpPr>
              <a:spLocks noEditPoints="1"/>
            </p:cNvSpPr>
            <p:nvPr/>
          </p:nvSpPr>
          <p:spPr bwMode="auto">
            <a:xfrm>
              <a:off x="216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69" name="Freeform 61"/>
            <p:cNvSpPr>
              <a:spLocks noEditPoints="1"/>
            </p:cNvSpPr>
            <p:nvPr/>
          </p:nvSpPr>
          <p:spPr bwMode="auto">
            <a:xfrm>
              <a:off x="216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70" name="Rectangle 62"/>
            <p:cNvSpPr>
              <a:spLocks noChangeArrowheads="1"/>
            </p:cNvSpPr>
            <p:nvPr/>
          </p:nvSpPr>
          <p:spPr bwMode="auto">
            <a:xfrm>
              <a:off x="2169" y="4269"/>
              <a:ext cx="21" cy="5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871" name="Rectangle 63"/>
            <p:cNvSpPr>
              <a:spLocks noChangeArrowheads="1"/>
            </p:cNvSpPr>
            <p:nvPr/>
          </p:nvSpPr>
          <p:spPr bwMode="auto">
            <a:xfrm>
              <a:off x="2620" y="23"/>
              <a:ext cx="20" cy="10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872" name="Freeform 64"/>
            <p:cNvSpPr>
              <a:spLocks noEditPoints="1"/>
            </p:cNvSpPr>
            <p:nvPr/>
          </p:nvSpPr>
          <p:spPr bwMode="auto">
            <a:xfrm>
              <a:off x="262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73" name="Freeform 65"/>
            <p:cNvSpPr>
              <a:spLocks noEditPoints="1"/>
            </p:cNvSpPr>
            <p:nvPr/>
          </p:nvSpPr>
          <p:spPr bwMode="auto">
            <a:xfrm>
              <a:off x="262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74" name="Freeform 66"/>
            <p:cNvSpPr>
              <a:spLocks noEditPoints="1"/>
            </p:cNvSpPr>
            <p:nvPr/>
          </p:nvSpPr>
          <p:spPr bwMode="auto">
            <a:xfrm>
              <a:off x="262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75" name="Freeform 67"/>
            <p:cNvSpPr>
              <a:spLocks noEditPoints="1"/>
            </p:cNvSpPr>
            <p:nvPr/>
          </p:nvSpPr>
          <p:spPr bwMode="auto">
            <a:xfrm>
              <a:off x="262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76" name="Freeform 68"/>
            <p:cNvSpPr>
              <a:spLocks noEditPoints="1"/>
            </p:cNvSpPr>
            <p:nvPr/>
          </p:nvSpPr>
          <p:spPr bwMode="auto">
            <a:xfrm>
              <a:off x="262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77" name="Freeform 69"/>
            <p:cNvSpPr>
              <a:spLocks noEditPoints="1"/>
            </p:cNvSpPr>
            <p:nvPr/>
          </p:nvSpPr>
          <p:spPr bwMode="auto">
            <a:xfrm>
              <a:off x="262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78" name="Freeform 70"/>
            <p:cNvSpPr>
              <a:spLocks noEditPoints="1"/>
            </p:cNvSpPr>
            <p:nvPr/>
          </p:nvSpPr>
          <p:spPr bwMode="auto">
            <a:xfrm>
              <a:off x="262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79" name="Freeform 71"/>
            <p:cNvSpPr>
              <a:spLocks noEditPoints="1"/>
            </p:cNvSpPr>
            <p:nvPr/>
          </p:nvSpPr>
          <p:spPr bwMode="auto">
            <a:xfrm>
              <a:off x="262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80" name="Freeform 72"/>
            <p:cNvSpPr>
              <a:spLocks noEditPoints="1"/>
            </p:cNvSpPr>
            <p:nvPr/>
          </p:nvSpPr>
          <p:spPr bwMode="auto">
            <a:xfrm>
              <a:off x="262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81" name="Freeform 73"/>
            <p:cNvSpPr>
              <a:spLocks noEditPoints="1"/>
            </p:cNvSpPr>
            <p:nvPr/>
          </p:nvSpPr>
          <p:spPr bwMode="auto">
            <a:xfrm>
              <a:off x="262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82" name="Rectangle 74"/>
            <p:cNvSpPr>
              <a:spLocks noChangeArrowheads="1"/>
            </p:cNvSpPr>
            <p:nvPr/>
          </p:nvSpPr>
          <p:spPr bwMode="auto">
            <a:xfrm>
              <a:off x="2620" y="4269"/>
              <a:ext cx="20" cy="5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883" name="Rectangle 75"/>
            <p:cNvSpPr>
              <a:spLocks noChangeArrowheads="1"/>
            </p:cNvSpPr>
            <p:nvPr/>
          </p:nvSpPr>
          <p:spPr bwMode="auto">
            <a:xfrm>
              <a:off x="3065" y="23"/>
              <a:ext cx="20" cy="10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884" name="Freeform 76"/>
            <p:cNvSpPr>
              <a:spLocks noEditPoints="1"/>
            </p:cNvSpPr>
            <p:nvPr/>
          </p:nvSpPr>
          <p:spPr bwMode="auto">
            <a:xfrm>
              <a:off x="3065"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85" name="Freeform 77"/>
            <p:cNvSpPr>
              <a:spLocks noEditPoints="1"/>
            </p:cNvSpPr>
            <p:nvPr/>
          </p:nvSpPr>
          <p:spPr bwMode="auto">
            <a:xfrm>
              <a:off x="3065"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86" name="Freeform 78"/>
            <p:cNvSpPr>
              <a:spLocks noEditPoints="1"/>
            </p:cNvSpPr>
            <p:nvPr/>
          </p:nvSpPr>
          <p:spPr bwMode="auto">
            <a:xfrm>
              <a:off x="3065"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87" name="Freeform 79"/>
            <p:cNvSpPr>
              <a:spLocks noEditPoints="1"/>
            </p:cNvSpPr>
            <p:nvPr/>
          </p:nvSpPr>
          <p:spPr bwMode="auto">
            <a:xfrm>
              <a:off x="3065"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88" name="Freeform 80"/>
            <p:cNvSpPr>
              <a:spLocks noEditPoints="1"/>
            </p:cNvSpPr>
            <p:nvPr/>
          </p:nvSpPr>
          <p:spPr bwMode="auto">
            <a:xfrm>
              <a:off x="3065"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89" name="Freeform 81"/>
            <p:cNvSpPr>
              <a:spLocks noEditPoints="1"/>
            </p:cNvSpPr>
            <p:nvPr/>
          </p:nvSpPr>
          <p:spPr bwMode="auto">
            <a:xfrm>
              <a:off x="3065"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90" name="Freeform 82"/>
            <p:cNvSpPr>
              <a:spLocks noEditPoints="1"/>
            </p:cNvSpPr>
            <p:nvPr/>
          </p:nvSpPr>
          <p:spPr bwMode="auto">
            <a:xfrm>
              <a:off x="3065"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91" name="Freeform 83"/>
            <p:cNvSpPr>
              <a:spLocks noEditPoints="1"/>
            </p:cNvSpPr>
            <p:nvPr/>
          </p:nvSpPr>
          <p:spPr bwMode="auto">
            <a:xfrm>
              <a:off x="3065"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92" name="Freeform 84"/>
            <p:cNvSpPr>
              <a:spLocks noEditPoints="1"/>
            </p:cNvSpPr>
            <p:nvPr/>
          </p:nvSpPr>
          <p:spPr bwMode="auto">
            <a:xfrm>
              <a:off x="3065"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93" name="Freeform 85"/>
            <p:cNvSpPr>
              <a:spLocks noEditPoints="1"/>
            </p:cNvSpPr>
            <p:nvPr/>
          </p:nvSpPr>
          <p:spPr bwMode="auto">
            <a:xfrm>
              <a:off x="3065"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94" name="Rectangle 86"/>
            <p:cNvSpPr>
              <a:spLocks noChangeArrowheads="1"/>
            </p:cNvSpPr>
            <p:nvPr/>
          </p:nvSpPr>
          <p:spPr bwMode="auto">
            <a:xfrm>
              <a:off x="3065" y="4269"/>
              <a:ext cx="20" cy="5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895" name="Rectangle 87"/>
            <p:cNvSpPr>
              <a:spLocks noChangeArrowheads="1"/>
            </p:cNvSpPr>
            <p:nvPr/>
          </p:nvSpPr>
          <p:spPr bwMode="auto">
            <a:xfrm>
              <a:off x="3510" y="23"/>
              <a:ext cx="20" cy="10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896" name="Freeform 88"/>
            <p:cNvSpPr>
              <a:spLocks noEditPoints="1"/>
            </p:cNvSpPr>
            <p:nvPr/>
          </p:nvSpPr>
          <p:spPr bwMode="auto">
            <a:xfrm>
              <a:off x="351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97" name="Freeform 89"/>
            <p:cNvSpPr>
              <a:spLocks noEditPoints="1"/>
            </p:cNvSpPr>
            <p:nvPr/>
          </p:nvSpPr>
          <p:spPr bwMode="auto">
            <a:xfrm>
              <a:off x="351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98" name="Freeform 90"/>
            <p:cNvSpPr>
              <a:spLocks noEditPoints="1"/>
            </p:cNvSpPr>
            <p:nvPr/>
          </p:nvSpPr>
          <p:spPr bwMode="auto">
            <a:xfrm>
              <a:off x="351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899" name="Freeform 91"/>
            <p:cNvSpPr>
              <a:spLocks noEditPoints="1"/>
            </p:cNvSpPr>
            <p:nvPr/>
          </p:nvSpPr>
          <p:spPr bwMode="auto">
            <a:xfrm>
              <a:off x="351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00" name="Freeform 92"/>
            <p:cNvSpPr>
              <a:spLocks noEditPoints="1"/>
            </p:cNvSpPr>
            <p:nvPr/>
          </p:nvSpPr>
          <p:spPr bwMode="auto">
            <a:xfrm>
              <a:off x="351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01" name="Freeform 93"/>
            <p:cNvSpPr>
              <a:spLocks noEditPoints="1"/>
            </p:cNvSpPr>
            <p:nvPr/>
          </p:nvSpPr>
          <p:spPr bwMode="auto">
            <a:xfrm>
              <a:off x="351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02" name="Freeform 94"/>
            <p:cNvSpPr>
              <a:spLocks noEditPoints="1"/>
            </p:cNvSpPr>
            <p:nvPr/>
          </p:nvSpPr>
          <p:spPr bwMode="auto">
            <a:xfrm>
              <a:off x="351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03" name="Freeform 95"/>
            <p:cNvSpPr>
              <a:spLocks noEditPoints="1"/>
            </p:cNvSpPr>
            <p:nvPr/>
          </p:nvSpPr>
          <p:spPr bwMode="auto">
            <a:xfrm>
              <a:off x="351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04" name="Freeform 96"/>
            <p:cNvSpPr>
              <a:spLocks noEditPoints="1"/>
            </p:cNvSpPr>
            <p:nvPr/>
          </p:nvSpPr>
          <p:spPr bwMode="auto">
            <a:xfrm>
              <a:off x="351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05" name="Freeform 97"/>
            <p:cNvSpPr>
              <a:spLocks noEditPoints="1"/>
            </p:cNvSpPr>
            <p:nvPr/>
          </p:nvSpPr>
          <p:spPr bwMode="auto">
            <a:xfrm>
              <a:off x="351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06" name="Rectangle 98"/>
            <p:cNvSpPr>
              <a:spLocks noChangeArrowheads="1"/>
            </p:cNvSpPr>
            <p:nvPr/>
          </p:nvSpPr>
          <p:spPr bwMode="auto">
            <a:xfrm>
              <a:off x="3510" y="4269"/>
              <a:ext cx="20" cy="5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907" name="Rectangle 99"/>
            <p:cNvSpPr>
              <a:spLocks noChangeArrowheads="1"/>
            </p:cNvSpPr>
            <p:nvPr/>
          </p:nvSpPr>
          <p:spPr bwMode="auto">
            <a:xfrm>
              <a:off x="3960" y="23"/>
              <a:ext cx="20" cy="10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908" name="Freeform 100"/>
            <p:cNvSpPr>
              <a:spLocks noEditPoints="1"/>
            </p:cNvSpPr>
            <p:nvPr/>
          </p:nvSpPr>
          <p:spPr bwMode="auto">
            <a:xfrm>
              <a:off x="396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09" name="Freeform 101"/>
            <p:cNvSpPr>
              <a:spLocks noEditPoints="1"/>
            </p:cNvSpPr>
            <p:nvPr/>
          </p:nvSpPr>
          <p:spPr bwMode="auto">
            <a:xfrm>
              <a:off x="396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10" name="Freeform 102"/>
            <p:cNvSpPr>
              <a:spLocks noEditPoints="1"/>
            </p:cNvSpPr>
            <p:nvPr/>
          </p:nvSpPr>
          <p:spPr bwMode="auto">
            <a:xfrm>
              <a:off x="396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11" name="Freeform 103"/>
            <p:cNvSpPr>
              <a:spLocks noEditPoints="1"/>
            </p:cNvSpPr>
            <p:nvPr/>
          </p:nvSpPr>
          <p:spPr bwMode="auto">
            <a:xfrm>
              <a:off x="396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12" name="Freeform 104"/>
            <p:cNvSpPr>
              <a:spLocks noEditPoints="1"/>
            </p:cNvSpPr>
            <p:nvPr/>
          </p:nvSpPr>
          <p:spPr bwMode="auto">
            <a:xfrm>
              <a:off x="396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13" name="Freeform 105"/>
            <p:cNvSpPr>
              <a:spLocks noEditPoints="1"/>
            </p:cNvSpPr>
            <p:nvPr/>
          </p:nvSpPr>
          <p:spPr bwMode="auto">
            <a:xfrm>
              <a:off x="396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14" name="Freeform 106"/>
            <p:cNvSpPr>
              <a:spLocks noEditPoints="1"/>
            </p:cNvSpPr>
            <p:nvPr/>
          </p:nvSpPr>
          <p:spPr bwMode="auto">
            <a:xfrm>
              <a:off x="396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15" name="Freeform 107"/>
            <p:cNvSpPr>
              <a:spLocks noEditPoints="1"/>
            </p:cNvSpPr>
            <p:nvPr/>
          </p:nvSpPr>
          <p:spPr bwMode="auto">
            <a:xfrm>
              <a:off x="396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16" name="Freeform 108"/>
            <p:cNvSpPr>
              <a:spLocks noEditPoints="1"/>
            </p:cNvSpPr>
            <p:nvPr/>
          </p:nvSpPr>
          <p:spPr bwMode="auto">
            <a:xfrm>
              <a:off x="396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17" name="Freeform 109"/>
            <p:cNvSpPr>
              <a:spLocks noEditPoints="1"/>
            </p:cNvSpPr>
            <p:nvPr/>
          </p:nvSpPr>
          <p:spPr bwMode="auto">
            <a:xfrm>
              <a:off x="396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18" name="Rectangle 110"/>
            <p:cNvSpPr>
              <a:spLocks noChangeArrowheads="1"/>
            </p:cNvSpPr>
            <p:nvPr/>
          </p:nvSpPr>
          <p:spPr bwMode="auto">
            <a:xfrm>
              <a:off x="3960" y="4269"/>
              <a:ext cx="20" cy="5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919" name="Rectangle 111"/>
            <p:cNvSpPr>
              <a:spLocks noChangeArrowheads="1"/>
            </p:cNvSpPr>
            <p:nvPr/>
          </p:nvSpPr>
          <p:spPr bwMode="auto">
            <a:xfrm>
              <a:off x="4405" y="23"/>
              <a:ext cx="20" cy="10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920" name="Freeform 112"/>
            <p:cNvSpPr>
              <a:spLocks noEditPoints="1"/>
            </p:cNvSpPr>
            <p:nvPr/>
          </p:nvSpPr>
          <p:spPr bwMode="auto">
            <a:xfrm>
              <a:off x="4405"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21" name="Freeform 113"/>
            <p:cNvSpPr>
              <a:spLocks noEditPoints="1"/>
            </p:cNvSpPr>
            <p:nvPr/>
          </p:nvSpPr>
          <p:spPr bwMode="auto">
            <a:xfrm>
              <a:off x="4405"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22" name="Freeform 114"/>
            <p:cNvSpPr>
              <a:spLocks noEditPoints="1"/>
            </p:cNvSpPr>
            <p:nvPr/>
          </p:nvSpPr>
          <p:spPr bwMode="auto">
            <a:xfrm>
              <a:off x="4405"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23" name="Freeform 115"/>
            <p:cNvSpPr>
              <a:spLocks noEditPoints="1"/>
            </p:cNvSpPr>
            <p:nvPr/>
          </p:nvSpPr>
          <p:spPr bwMode="auto">
            <a:xfrm>
              <a:off x="4405"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24" name="Freeform 116"/>
            <p:cNvSpPr>
              <a:spLocks noEditPoints="1"/>
            </p:cNvSpPr>
            <p:nvPr/>
          </p:nvSpPr>
          <p:spPr bwMode="auto">
            <a:xfrm>
              <a:off x="4405"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25" name="Freeform 117"/>
            <p:cNvSpPr>
              <a:spLocks noEditPoints="1"/>
            </p:cNvSpPr>
            <p:nvPr/>
          </p:nvSpPr>
          <p:spPr bwMode="auto">
            <a:xfrm>
              <a:off x="4405"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26" name="Freeform 118"/>
            <p:cNvSpPr>
              <a:spLocks noEditPoints="1"/>
            </p:cNvSpPr>
            <p:nvPr/>
          </p:nvSpPr>
          <p:spPr bwMode="auto">
            <a:xfrm>
              <a:off x="4405"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27" name="Freeform 119"/>
            <p:cNvSpPr>
              <a:spLocks noEditPoints="1"/>
            </p:cNvSpPr>
            <p:nvPr/>
          </p:nvSpPr>
          <p:spPr bwMode="auto">
            <a:xfrm>
              <a:off x="4405"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28" name="Freeform 120"/>
            <p:cNvSpPr>
              <a:spLocks noEditPoints="1"/>
            </p:cNvSpPr>
            <p:nvPr/>
          </p:nvSpPr>
          <p:spPr bwMode="auto">
            <a:xfrm>
              <a:off x="4405"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29" name="Freeform 121"/>
            <p:cNvSpPr>
              <a:spLocks noEditPoints="1"/>
            </p:cNvSpPr>
            <p:nvPr/>
          </p:nvSpPr>
          <p:spPr bwMode="auto">
            <a:xfrm>
              <a:off x="4405"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30" name="Rectangle 122"/>
            <p:cNvSpPr>
              <a:spLocks noChangeArrowheads="1"/>
            </p:cNvSpPr>
            <p:nvPr/>
          </p:nvSpPr>
          <p:spPr bwMode="auto">
            <a:xfrm>
              <a:off x="4405" y="4269"/>
              <a:ext cx="20" cy="5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931" name="Rectangle 123"/>
            <p:cNvSpPr>
              <a:spLocks noChangeArrowheads="1"/>
            </p:cNvSpPr>
            <p:nvPr/>
          </p:nvSpPr>
          <p:spPr bwMode="auto">
            <a:xfrm>
              <a:off x="4850" y="23"/>
              <a:ext cx="20" cy="10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932" name="Freeform 124"/>
            <p:cNvSpPr>
              <a:spLocks noEditPoints="1"/>
            </p:cNvSpPr>
            <p:nvPr/>
          </p:nvSpPr>
          <p:spPr bwMode="auto">
            <a:xfrm>
              <a:off x="485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33" name="Freeform 125"/>
            <p:cNvSpPr>
              <a:spLocks noEditPoints="1"/>
            </p:cNvSpPr>
            <p:nvPr/>
          </p:nvSpPr>
          <p:spPr bwMode="auto">
            <a:xfrm>
              <a:off x="485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34" name="Freeform 126"/>
            <p:cNvSpPr>
              <a:spLocks noEditPoints="1"/>
            </p:cNvSpPr>
            <p:nvPr/>
          </p:nvSpPr>
          <p:spPr bwMode="auto">
            <a:xfrm>
              <a:off x="485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35" name="Freeform 127"/>
            <p:cNvSpPr>
              <a:spLocks noEditPoints="1"/>
            </p:cNvSpPr>
            <p:nvPr/>
          </p:nvSpPr>
          <p:spPr bwMode="auto">
            <a:xfrm>
              <a:off x="485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36" name="Freeform 128"/>
            <p:cNvSpPr>
              <a:spLocks noEditPoints="1"/>
            </p:cNvSpPr>
            <p:nvPr/>
          </p:nvSpPr>
          <p:spPr bwMode="auto">
            <a:xfrm>
              <a:off x="485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37" name="Freeform 129"/>
            <p:cNvSpPr>
              <a:spLocks noEditPoints="1"/>
            </p:cNvSpPr>
            <p:nvPr/>
          </p:nvSpPr>
          <p:spPr bwMode="auto">
            <a:xfrm>
              <a:off x="485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38" name="Freeform 130"/>
            <p:cNvSpPr>
              <a:spLocks noEditPoints="1"/>
            </p:cNvSpPr>
            <p:nvPr/>
          </p:nvSpPr>
          <p:spPr bwMode="auto">
            <a:xfrm>
              <a:off x="485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39" name="Freeform 131"/>
            <p:cNvSpPr>
              <a:spLocks noEditPoints="1"/>
            </p:cNvSpPr>
            <p:nvPr/>
          </p:nvSpPr>
          <p:spPr bwMode="auto">
            <a:xfrm>
              <a:off x="485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40" name="Freeform 132"/>
            <p:cNvSpPr>
              <a:spLocks noEditPoints="1"/>
            </p:cNvSpPr>
            <p:nvPr/>
          </p:nvSpPr>
          <p:spPr bwMode="auto">
            <a:xfrm>
              <a:off x="485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41" name="Freeform 133"/>
            <p:cNvSpPr>
              <a:spLocks noEditPoints="1"/>
            </p:cNvSpPr>
            <p:nvPr/>
          </p:nvSpPr>
          <p:spPr bwMode="auto">
            <a:xfrm>
              <a:off x="485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42" name="Rectangle 134"/>
            <p:cNvSpPr>
              <a:spLocks noChangeArrowheads="1"/>
            </p:cNvSpPr>
            <p:nvPr/>
          </p:nvSpPr>
          <p:spPr bwMode="auto">
            <a:xfrm>
              <a:off x="4850" y="4269"/>
              <a:ext cx="20" cy="5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943" name="Rectangle 135"/>
            <p:cNvSpPr>
              <a:spLocks noChangeArrowheads="1"/>
            </p:cNvSpPr>
            <p:nvPr/>
          </p:nvSpPr>
          <p:spPr bwMode="auto">
            <a:xfrm>
              <a:off x="5300" y="23"/>
              <a:ext cx="20" cy="10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944" name="Freeform 136"/>
            <p:cNvSpPr>
              <a:spLocks noEditPoints="1"/>
            </p:cNvSpPr>
            <p:nvPr/>
          </p:nvSpPr>
          <p:spPr bwMode="auto">
            <a:xfrm>
              <a:off x="530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45" name="Freeform 137"/>
            <p:cNvSpPr>
              <a:spLocks noEditPoints="1"/>
            </p:cNvSpPr>
            <p:nvPr/>
          </p:nvSpPr>
          <p:spPr bwMode="auto">
            <a:xfrm>
              <a:off x="530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46" name="Freeform 138"/>
            <p:cNvSpPr>
              <a:spLocks noEditPoints="1"/>
            </p:cNvSpPr>
            <p:nvPr/>
          </p:nvSpPr>
          <p:spPr bwMode="auto">
            <a:xfrm>
              <a:off x="530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47" name="Freeform 139"/>
            <p:cNvSpPr>
              <a:spLocks noEditPoints="1"/>
            </p:cNvSpPr>
            <p:nvPr/>
          </p:nvSpPr>
          <p:spPr bwMode="auto">
            <a:xfrm>
              <a:off x="530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48" name="Freeform 140"/>
            <p:cNvSpPr>
              <a:spLocks noEditPoints="1"/>
            </p:cNvSpPr>
            <p:nvPr/>
          </p:nvSpPr>
          <p:spPr bwMode="auto">
            <a:xfrm>
              <a:off x="530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49" name="Freeform 141"/>
            <p:cNvSpPr>
              <a:spLocks noEditPoints="1"/>
            </p:cNvSpPr>
            <p:nvPr/>
          </p:nvSpPr>
          <p:spPr bwMode="auto">
            <a:xfrm>
              <a:off x="530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50" name="Freeform 142"/>
            <p:cNvSpPr>
              <a:spLocks noEditPoints="1"/>
            </p:cNvSpPr>
            <p:nvPr/>
          </p:nvSpPr>
          <p:spPr bwMode="auto">
            <a:xfrm>
              <a:off x="530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51" name="Freeform 143"/>
            <p:cNvSpPr>
              <a:spLocks noEditPoints="1"/>
            </p:cNvSpPr>
            <p:nvPr/>
          </p:nvSpPr>
          <p:spPr bwMode="auto">
            <a:xfrm>
              <a:off x="530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52" name="Freeform 144"/>
            <p:cNvSpPr>
              <a:spLocks noEditPoints="1"/>
            </p:cNvSpPr>
            <p:nvPr/>
          </p:nvSpPr>
          <p:spPr bwMode="auto">
            <a:xfrm>
              <a:off x="530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53" name="Freeform 145"/>
            <p:cNvSpPr>
              <a:spLocks noEditPoints="1"/>
            </p:cNvSpPr>
            <p:nvPr/>
          </p:nvSpPr>
          <p:spPr bwMode="auto">
            <a:xfrm>
              <a:off x="530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sp>
          <p:nvSpPr>
            <p:cNvPr id="375954" name="Rectangle 146"/>
            <p:cNvSpPr>
              <a:spLocks noChangeArrowheads="1"/>
            </p:cNvSpPr>
            <p:nvPr/>
          </p:nvSpPr>
          <p:spPr bwMode="auto">
            <a:xfrm>
              <a:off x="5300" y="4269"/>
              <a:ext cx="20" cy="51"/>
            </a:xfrm>
            <a:prstGeom prst="rect">
              <a:avLst/>
            </a:prstGeom>
            <a:solidFill>
              <a:schemeClr val="bg2">
                <a:alpha val="60001"/>
              </a:schemeClr>
            </a:solidFill>
            <a:ln w="0">
              <a:noFill/>
              <a:miter lim="800000"/>
              <a:headEnd/>
              <a:tailEnd/>
            </a:ln>
          </p:spPr>
          <p:txBody>
            <a:bodyPr/>
            <a:lstStyle/>
            <a:p>
              <a:pPr>
                <a:defRPr/>
              </a:pPr>
              <a:endParaRPr lang="zh-CN" altLang="en-US">
                <a:latin typeface="Arial" charset="0"/>
              </a:endParaRPr>
            </a:p>
          </p:txBody>
        </p:sp>
        <p:sp>
          <p:nvSpPr>
            <p:cNvPr id="375955" name="Freeform 147"/>
            <p:cNvSpPr>
              <a:spLocks/>
            </p:cNvSpPr>
            <p:nvPr/>
          </p:nvSpPr>
          <p:spPr bwMode="auto">
            <a:xfrm>
              <a:off x="349" y="3304"/>
              <a:ext cx="20" cy="10"/>
            </a:xfrm>
            <a:custGeom>
              <a:avLst/>
              <a:gdLst/>
              <a:ahLst/>
              <a:cxnLst>
                <a:cxn ang="0">
                  <a:pos x="0" y="1"/>
                </a:cxn>
                <a:cxn ang="0">
                  <a:pos x="0" y="1"/>
                </a:cxn>
              </a:cxnLst>
              <a:rect l="0" t="0" r="r" b="b"/>
              <a:pathLst>
                <a:path w="4" h="2">
                  <a:moveTo>
                    <a:pt x="0" y="1"/>
                  </a:moveTo>
                  <a:cubicBezTo>
                    <a:pt x="1" y="2"/>
                    <a:pt x="4" y="0"/>
                    <a:pt x="0" y="1"/>
                  </a:cubicBezTo>
                  <a:close/>
                </a:path>
              </a:pathLst>
            </a:custGeom>
            <a:solidFill>
              <a:schemeClr val="bg2">
                <a:alpha val="60001"/>
              </a:schemeClr>
            </a:solidFill>
            <a:ln w="0">
              <a:noFill/>
              <a:prstDash val="solid"/>
              <a:round/>
              <a:headEnd/>
              <a:tailEnd/>
            </a:ln>
          </p:spPr>
          <p:txBody>
            <a:bodyPr/>
            <a:lstStyle/>
            <a:p>
              <a:pPr>
                <a:defRPr/>
              </a:pPr>
              <a:endParaRPr lang="zh-CN" altLang="en-US">
                <a:latin typeface="Arial" charset="0"/>
              </a:endParaRPr>
            </a:p>
          </p:txBody>
        </p:sp>
      </p:grpSp>
      <p:sp>
        <p:nvSpPr>
          <p:cNvPr id="13315" name="Rectangle 248"/>
          <p:cNvSpPr>
            <a:spLocks noGrp="1" noRot="1" noChangeArrowheads="1"/>
          </p:cNvSpPr>
          <p:nvPr>
            <p:ph type="title"/>
          </p:nvPr>
        </p:nvSpPr>
        <p:spPr bwMode="auto">
          <a:xfrm>
            <a:off x="298450" y="228600"/>
            <a:ext cx="854075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376057" name="Rectangle 249"/>
          <p:cNvSpPr>
            <a:spLocks noGrp="1" noRot="1" noChangeArrowheads="1"/>
          </p:cNvSpPr>
          <p:nvPr>
            <p:ph type="body" idx="1"/>
          </p:nvPr>
        </p:nvSpPr>
        <p:spPr bwMode="auto">
          <a:xfrm>
            <a:off x="609600" y="1600200"/>
            <a:ext cx="8153400" cy="44989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376058" name="Rectangle 250"/>
          <p:cNvSpPr>
            <a:spLocks noGrp="1" noChangeArrowheads="1"/>
          </p:cNvSpPr>
          <p:nvPr>
            <p:ph type="dt" sz="half" idx="2"/>
          </p:nvPr>
        </p:nvSpPr>
        <p:spPr bwMode="auto">
          <a:xfrm>
            <a:off x="298450"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a:defRPr/>
            </a:pPr>
            <a:fld id="{C790F70D-48C6-4CAC-B8BC-D9FBDEC08BA5}" type="datetime1">
              <a:rPr lang="zh-CN" altLang="en-US"/>
              <a:pPr>
                <a:defRPr/>
              </a:pPr>
              <a:t>2017/3/5</a:t>
            </a:fld>
            <a:endParaRPr lang="en-US" altLang="zh-CN"/>
          </a:p>
        </p:txBody>
      </p:sp>
      <p:sp>
        <p:nvSpPr>
          <p:cNvPr id="376059" name="Rectangle 251"/>
          <p:cNvSpPr>
            <a:spLocks noGrp="1" noChangeArrowheads="1"/>
          </p:cNvSpPr>
          <p:nvPr>
            <p:ph type="ftr" sz="quarter" idx="3"/>
          </p:nvPr>
        </p:nvSpPr>
        <p:spPr bwMode="auto">
          <a:xfrm>
            <a:off x="3121025"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a:defRPr/>
            </a:pPr>
            <a:endParaRPr lang="en-US" altLang="zh-CN"/>
          </a:p>
        </p:txBody>
      </p:sp>
      <p:sp>
        <p:nvSpPr>
          <p:cNvPr id="376060" name="Rectangle 252"/>
          <p:cNvSpPr>
            <a:spLocks noGrp="1" noChangeArrowheads="1"/>
          </p:cNvSpPr>
          <p:nvPr>
            <p:ph type="sldNum" sz="quarter" idx="4"/>
          </p:nvPr>
        </p:nvSpPr>
        <p:spPr bwMode="auto">
          <a:xfrm>
            <a:off x="6550025"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charset="0"/>
              </a:defRPr>
            </a:lvl1pPr>
          </a:lstStyle>
          <a:p>
            <a:pPr>
              <a:defRPr/>
            </a:pPr>
            <a:fld id="{35660329-FF8E-4C29-8E39-11154D5F08C1}" type="slidenum">
              <a:rPr lang="en-US" altLang="zh-CN"/>
              <a:pPr>
                <a:defRPr/>
              </a:pPr>
              <a:t>‹#›</a:t>
            </a:fld>
            <a:endParaRPr lang="en-US" altLang="zh-CN"/>
          </a:p>
        </p:txBody>
      </p:sp>
      <p:sp>
        <p:nvSpPr>
          <p:cNvPr id="376061" name="Rectangle 253"/>
          <p:cNvSpPr>
            <a:spLocks noChangeArrowheads="1"/>
          </p:cNvSpPr>
          <p:nvPr userDrawn="1"/>
        </p:nvSpPr>
        <p:spPr bwMode="auto">
          <a:xfrm>
            <a:off x="0" y="-19050"/>
            <a:ext cx="3136900" cy="369888"/>
          </a:xfrm>
          <a:prstGeom prst="rect">
            <a:avLst/>
          </a:prstGeom>
          <a:noFill/>
          <a:ln w="9525">
            <a:noFill/>
            <a:miter lim="800000"/>
            <a:headEnd/>
            <a:tailEnd/>
          </a:ln>
          <a:effectLst/>
        </p:spPr>
        <p:txBody>
          <a:bodyPr wrap="none">
            <a:spAutoFit/>
          </a:bodyPr>
          <a:lstStyle/>
          <a:p>
            <a:pPr>
              <a:spcBef>
                <a:spcPct val="50000"/>
              </a:spcBef>
              <a:defRPr/>
            </a:pPr>
            <a:r>
              <a:rPr lang="en-US" altLang="zh-CN" b="1" dirty="0">
                <a:solidFill>
                  <a:srgbClr val="FF0000"/>
                </a:solidFill>
                <a:effectLst>
                  <a:outerShdw blurRad="38100" dist="38100" dir="2700000" algn="tl">
                    <a:srgbClr val="C0C0C0"/>
                  </a:outerShdw>
                </a:effectLst>
                <a:latin typeface="Times New Roman" pitchFamily="18" charset="0"/>
                <a:ea typeface="Roboto" pitchFamily="2" charset="0"/>
                <a:cs typeface="Times New Roman" pitchFamily="18" charset="0"/>
              </a:rPr>
              <a:t>Chapter 0</a:t>
            </a:r>
            <a:r>
              <a:rPr lang="zh-CN" altLang="en-US" b="1" dirty="0">
                <a:solidFill>
                  <a:srgbClr val="FF0000"/>
                </a:solidFill>
                <a:effectLst>
                  <a:outerShdw blurRad="38100" dist="38100" dir="2700000" algn="tl">
                    <a:srgbClr val="C0C0C0"/>
                  </a:outerShdw>
                </a:effectLst>
                <a:latin typeface="Times New Roman" pitchFamily="18" charset="0"/>
                <a:ea typeface="方正姚体" pitchFamily="2" charset="-122"/>
                <a:cs typeface="Times New Roman" pitchFamily="18" charset="0"/>
              </a:rPr>
              <a:t>  </a:t>
            </a:r>
            <a:r>
              <a:rPr lang="en-US" altLang="zh-CN" b="1" dirty="0">
                <a:solidFill>
                  <a:srgbClr val="FF0000"/>
                </a:solidFill>
                <a:effectLst>
                  <a:outerShdw blurRad="38100" dist="38100" dir="2700000" algn="tl">
                    <a:srgbClr val="C0C0C0"/>
                  </a:outerShdw>
                </a:effectLst>
                <a:latin typeface="Times New Roman" pitchFamily="18" charset="0"/>
                <a:ea typeface="Roboto" pitchFamily="2" charset="0"/>
                <a:cs typeface="Times New Roman" pitchFamily="18" charset="0"/>
              </a:rPr>
              <a:t>INTRODUCTION</a:t>
            </a:r>
            <a:endParaRPr lang="zh-CN" altLang="en-US" b="1" dirty="0">
              <a:solidFill>
                <a:srgbClr val="FF0000"/>
              </a:solidFill>
              <a:effectLst>
                <a:outerShdw blurRad="38100" dist="38100" dir="2700000" algn="tl">
                  <a:srgbClr val="C0C0C0"/>
                </a:outerShdw>
              </a:effectLst>
              <a:latin typeface="Times New Roman" pitchFamily="18" charset="0"/>
              <a:ea typeface="方正姚体" pitchFamily="2" charset="-122"/>
              <a:cs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804"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Lst>
  <p:transition>
    <p:circle/>
  </p:transition>
  <p:timing>
    <p:tnLst>
      <p:par>
        <p:cTn id="1" dur="indefinite" restart="never" nodeType="tmRoot"/>
      </p:par>
    </p:tnLst>
  </p:timing>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Font typeface="Wingdings" pitchFamily="2" charset="2"/>
        <a:buChar char="§"/>
        <a:defRPr sz="2400" b="1">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itchFamily="2" charset="2"/>
        <a:buChar char="Ø"/>
        <a:defRPr sz="2000" b="1">
          <a:solidFill>
            <a:schemeClr val="tx1"/>
          </a:solidFill>
          <a:effectLst>
            <a:outerShdw blurRad="38100" dist="38100" dir="2700000" algn="tl">
              <a:srgbClr val="C0C0C0"/>
            </a:outerShdw>
          </a:effectLst>
          <a:latin typeface="+mn-lt"/>
          <a:ea typeface="+mn-ea"/>
        </a:defRPr>
      </a:lvl2pPr>
      <a:lvl3pPr marL="1143000" indent="-228600" algn="l" rtl="0" eaLnBrk="0" fontAlgn="base" hangingPunct="0">
        <a:spcBef>
          <a:spcPct val="20000"/>
        </a:spcBef>
        <a:spcAft>
          <a:spcPct val="0"/>
        </a:spcAft>
        <a:buClr>
          <a:schemeClr val="hlink"/>
        </a:buClr>
        <a:buSzPct val="95000"/>
        <a:buFont typeface="Wingdings 2"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2.vml"/><Relationship Id="rId5" Type="http://schemas.openxmlformats.org/officeDocument/2006/relationships/oleObject" Target="../embeddings/oleObject6.bin"/><Relationship Id="rId4" Type="http://schemas.openxmlformats.org/officeDocument/2006/relationships/oleObject" Target="../embeddings/oleObject5.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3.v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oleObject" Target="../embeddings/oleObject9.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2.xml"/><Relationship Id="rId1" Type="http://schemas.openxmlformats.org/officeDocument/2006/relationships/vmlDrawing" Target="../drawings/vmlDrawing5.v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2.xml"/><Relationship Id="rId1" Type="http://schemas.openxmlformats.org/officeDocument/2006/relationships/vmlDrawing" Target="../drawings/vmlDrawing6.vml"/><Relationship Id="rId4" Type="http://schemas.openxmlformats.org/officeDocument/2006/relationships/oleObject" Target="../embeddings/oleObject12.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2.xml"/><Relationship Id="rId1" Type="http://schemas.openxmlformats.org/officeDocument/2006/relationships/vmlDrawing" Target="../drawings/vmlDrawing7.vml"/><Relationship Id="rId5" Type="http://schemas.openxmlformats.org/officeDocument/2006/relationships/oleObject" Target="../embeddings/oleObject15.bin"/><Relationship Id="rId4" Type="http://schemas.openxmlformats.org/officeDocument/2006/relationships/oleObject" Target="../embeddings/oleObject14.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2.xml"/><Relationship Id="rId1" Type="http://schemas.openxmlformats.org/officeDocument/2006/relationships/vmlDrawing" Target="../drawings/vmlDrawing8.vml"/><Relationship Id="rId4" Type="http://schemas.openxmlformats.org/officeDocument/2006/relationships/oleObject" Target="../embeddings/oleObject17.bin"/></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2.xml"/><Relationship Id="rId1" Type="http://schemas.openxmlformats.org/officeDocument/2006/relationships/vmlDrawing" Target="../drawings/vmlDrawing9.vml"/><Relationship Id="rId4" Type="http://schemas.openxmlformats.org/officeDocument/2006/relationships/oleObject" Target="../embeddings/oleObject19.bin"/></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12.xml"/><Relationship Id="rId1" Type="http://schemas.openxmlformats.org/officeDocument/2006/relationships/vmlDrawing" Target="../drawings/vmlDrawing10.vml"/><Relationship Id="rId5" Type="http://schemas.openxmlformats.org/officeDocument/2006/relationships/oleObject" Target="../embeddings/oleObject20.bin"/><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oleObject" Target="../embeddings/oleObject21.bin"/><Relationship Id="rId7" Type="http://schemas.openxmlformats.org/officeDocument/2006/relationships/oleObject" Target="../embeddings/oleObject25.bin"/><Relationship Id="rId2" Type="http://schemas.openxmlformats.org/officeDocument/2006/relationships/slideLayout" Target="../slideLayouts/slideLayout12.xml"/><Relationship Id="rId1" Type="http://schemas.openxmlformats.org/officeDocument/2006/relationships/vmlDrawing" Target="../drawings/vmlDrawing11.vml"/><Relationship Id="rId6" Type="http://schemas.openxmlformats.org/officeDocument/2006/relationships/oleObject" Target="../embeddings/oleObject24.bin"/><Relationship Id="rId5" Type="http://schemas.openxmlformats.org/officeDocument/2006/relationships/oleObject" Target="../embeddings/oleObject23.bin"/><Relationship Id="rId4" Type="http://schemas.openxmlformats.org/officeDocument/2006/relationships/oleObject" Target="../embeddings/oleObject22.bin"/></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12.xml"/><Relationship Id="rId1" Type="http://schemas.openxmlformats.org/officeDocument/2006/relationships/vmlDrawing" Target="../drawings/vmlDrawing12.v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rrowheads="1"/>
          </p:cNvSpPr>
          <p:nvPr>
            <p:ph type="ctrTitle"/>
          </p:nvPr>
        </p:nvSpPr>
        <p:spPr>
          <a:xfrm>
            <a:off x="2206625" y="2379663"/>
            <a:ext cx="4745038" cy="1046162"/>
          </a:xfrm>
        </p:spPr>
        <p:txBody>
          <a:bodyPr/>
          <a:lstStyle/>
          <a:p>
            <a:pPr algn="l" eaLnBrk="1" hangingPunct="1"/>
            <a:r>
              <a:rPr lang="zh-CN" altLang="en-US" sz="5400" b="1" smtClean="0">
                <a:solidFill>
                  <a:srgbClr val="FF0000"/>
                </a:solidFill>
                <a:latin typeface="华文新魏" pitchFamily="2" charset="-122"/>
                <a:ea typeface="华文新魏" pitchFamily="2" charset="-122"/>
              </a:rPr>
              <a:t>光电测试技术</a:t>
            </a:r>
          </a:p>
        </p:txBody>
      </p:sp>
      <p:sp>
        <p:nvSpPr>
          <p:cNvPr id="6" name="Rectangle 7"/>
          <p:cNvSpPr>
            <a:spLocks noRot="1" noChangeArrowheads="1"/>
          </p:cNvSpPr>
          <p:nvPr/>
        </p:nvSpPr>
        <p:spPr bwMode="auto">
          <a:xfrm>
            <a:off x="2320925" y="4205288"/>
            <a:ext cx="6400800" cy="2106612"/>
          </a:xfrm>
          <a:prstGeom prst="rect">
            <a:avLst/>
          </a:prstGeom>
          <a:noFill/>
          <a:ln w="9525">
            <a:noFill/>
            <a:miter lim="800000"/>
            <a:headEnd/>
            <a:tailEnd/>
          </a:ln>
          <a:effectLst/>
        </p:spPr>
        <p:txBody>
          <a:bodyPr/>
          <a:lstStyle/>
          <a:p>
            <a:pPr algn="ctr">
              <a:spcBef>
                <a:spcPct val="20000"/>
              </a:spcBef>
              <a:buClr>
                <a:schemeClr val="hlink"/>
              </a:buClr>
              <a:buFont typeface="Wingdings" pitchFamily="2" charset="2"/>
              <a:buNone/>
              <a:defRPr/>
            </a:pPr>
            <a:r>
              <a:rPr lang="zh-CN" altLang="en-US" sz="2800" b="1" dirty="0">
                <a:effectLst>
                  <a:outerShdw blurRad="38100" dist="38100" dir="2700000" algn="tl">
                    <a:srgbClr val="C0C0C0"/>
                  </a:outerShdw>
                </a:effectLst>
                <a:ea typeface="黑体" pitchFamily="2" charset="-122"/>
              </a:rPr>
              <a:t>范志刚     </a:t>
            </a:r>
          </a:p>
          <a:p>
            <a:pPr algn="ctr">
              <a:spcBef>
                <a:spcPct val="20000"/>
              </a:spcBef>
              <a:buClr>
                <a:schemeClr val="hlink"/>
              </a:buClr>
              <a:buFont typeface="Wingdings" pitchFamily="2" charset="2"/>
              <a:buNone/>
              <a:defRPr/>
            </a:pPr>
            <a:r>
              <a:rPr lang="zh-CN" altLang="en-US" sz="2800" b="1" dirty="0">
                <a:effectLst>
                  <a:outerShdw blurRad="38100" dist="38100" dir="2700000" algn="tl">
                    <a:srgbClr val="C0C0C0"/>
                  </a:outerShdw>
                </a:effectLst>
                <a:ea typeface="黑体" pitchFamily="2" charset="-122"/>
              </a:rPr>
              <a:t>航天学院 空间光学工程研究中心</a:t>
            </a:r>
          </a:p>
          <a:p>
            <a:pPr algn="ctr">
              <a:spcBef>
                <a:spcPct val="20000"/>
              </a:spcBef>
              <a:buClr>
                <a:schemeClr val="hlink"/>
              </a:buClr>
              <a:buFont typeface="Wingdings" pitchFamily="2" charset="2"/>
              <a:buNone/>
              <a:defRPr/>
            </a:pPr>
            <a:r>
              <a:rPr lang="zh-CN" altLang="en-US" sz="2800" b="1" dirty="0">
                <a:effectLst>
                  <a:outerShdw blurRad="38100" dist="38100" dir="2700000" algn="tl">
                    <a:srgbClr val="C0C0C0"/>
                  </a:outerShdw>
                </a:effectLst>
                <a:ea typeface="黑体" pitchFamily="2" charset="-122"/>
              </a:rPr>
              <a:t>哈尔滨工业大学</a:t>
            </a:r>
          </a:p>
        </p:txBody>
      </p:sp>
      <p:sp>
        <p:nvSpPr>
          <p:cNvPr id="5" name="Rectangle 2"/>
          <p:cNvSpPr txBox="1">
            <a:spLocks noRot="1" noChangeArrowheads="1"/>
          </p:cNvSpPr>
          <p:nvPr/>
        </p:nvSpPr>
        <p:spPr bwMode="auto">
          <a:xfrm>
            <a:off x="349250" y="595313"/>
            <a:ext cx="8794750" cy="1373187"/>
          </a:xfrm>
          <a:prstGeom prst="rect">
            <a:avLst/>
          </a:prstGeom>
          <a:noFill/>
          <a:ln w="9525">
            <a:noFill/>
            <a:miter lim="800000"/>
            <a:headEnd/>
            <a:tailEnd/>
          </a:ln>
        </p:spPr>
        <p:txBody>
          <a:bodyPr anchor="ctr"/>
          <a:lstStyle/>
          <a:p>
            <a:pPr>
              <a:defRPr/>
            </a:pPr>
            <a:r>
              <a:rPr lang="en-US" altLang="zh-CN" sz="4400" b="1" kern="0" dirty="0">
                <a:solidFill>
                  <a:srgbClr val="FF0000"/>
                </a:solidFill>
                <a:latin typeface="Britannic Bold" pitchFamily="34" charset="0"/>
                <a:ea typeface="华文新魏" pitchFamily="2" charset="-122"/>
                <a:cs typeface="+mj-cs"/>
              </a:rPr>
              <a:t>Electro-optical Test Technique</a:t>
            </a:r>
            <a:endParaRPr lang="zh-CN" altLang="en-US" sz="4400" b="1" kern="0" dirty="0">
              <a:solidFill>
                <a:srgbClr val="FF0000"/>
              </a:solidFill>
              <a:latin typeface="Britannic Bold" pitchFamily="34" charset="0"/>
              <a:ea typeface="华文新魏" pitchFamily="2" charset="-122"/>
              <a:cs typeface="+mj-cs"/>
            </a:endParaRPr>
          </a:p>
        </p:txBody>
      </p:sp>
    </p:spTree>
  </p:cSld>
  <p:clrMapOvr>
    <a:masterClrMapping/>
  </p:clrMapOvr>
  <p:transition>
    <p:circl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p:cNvSpPr>
            <a:spLocks noGrp="1" noRot="1" noChangeArrowheads="1"/>
          </p:cNvSpPr>
          <p:nvPr>
            <p:ph type="ctrTitle"/>
          </p:nvPr>
        </p:nvSpPr>
        <p:spPr>
          <a:xfrm>
            <a:off x="555625" y="358775"/>
            <a:ext cx="7772400" cy="1143000"/>
          </a:xfrm>
        </p:spPr>
        <p:txBody>
          <a:bodyPr/>
          <a:lstStyle/>
          <a:p>
            <a:pPr eaLnBrk="1" hangingPunct="1">
              <a:defRPr/>
            </a:pPr>
            <a:r>
              <a:rPr lang="zh-CN" altLang="en-US" b="1" dirty="0" smtClean="0">
                <a:solidFill>
                  <a:schemeClr val="tx1"/>
                </a:solidFill>
                <a:effectLst>
                  <a:outerShdw blurRad="38100" dist="38100" dir="2700000" algn="tl">
                    <a:srgbClr val="C0C0C0"/>
                  </a:outerShdw>
                </a:effectLst>
                <a:ea typeface="黑体" pitchFamily="2" charset="-122"/>
              </a:rPr>
              <a:t>本课体系</a:t>
            </a:r>
          </a:p>
        </p:txBody>
      </p:sp>
      <p:sp>
        <p:nvSpPr>
          <p:cNvPr id="407555" name="Rectangle 3"/>
          <p:cNvSpPr>
            <a:spLocks noGrp="1" noRot="1" noChangeArrowheads="1"/>
          </p:cNvSpPr>
          <p:nvPr>
            <p:ph type="subTitle" idx="1"/>
          </p:nvPr>
        </p:nvSpPr>
        <p:spPr>
          <a:xfrm>
            <a:off x="1908175" y="1487488"/>
            <a:ext cx="6400800" cy="4492625"/>
          </a:xfrm>
        </p:spPr>
        <p:txBody>
          <a:bodyPr/>
          <a:lstStyle/>
          <a:p>
            <a:pPr marL="536575" indent="-536575" algn="l" eaLnBrk="1" hangingPunct="1">
              <a:buFont typeface="Wingdings" pitchFamily="2" charset="2"/>
              <a:buChar char="Ø"/>
              <a:defRPr/>
            </a:pPr>
            <a:r>
              <a:rPr lang="zh-CN" altLang="en-US" sz="2800" dirty="0" smtClean="0">
                <a:latin typeface="黑体" pitchFamily="2" charset="-122"/>
                <a:ea typeface="黑体" pitchFamily="2" charset="-122"/>
              </a:rPr>
              <a:t>绪论           </a:t>
            </a:r>
            <a:endParaRPr lang="en-US" altLang="zh-CN" sz="2800" dirty="0" smtClean="0">
              <a:latin typeface="黑体" pitchFamily="2" charset="-122"/>
              <a:ea typeface="黑体" pitchFamily="2" charset="-122"/>
            </a:endParaRPr>
          </a:p>
          <a:p>
            <a:pPr marL="536575" indent="-536575" algn="l" eaLnBrk="1" hangingPunct="1">
              <a:buFont typeface="Wingdings" pitchFamily="2" charset="2"/>
              <a:buChar char="Ø"/>
              <a:defRPr/>
            </a:pPr>
            <a:r>
              <a:rPr lang="zh-CN" altLang="en-US" sz="2800" dirty="0" smtClean="0">
                <a:latin typeface="黑体" pitchFamily="2" charset="-122"/>
                <a:ea typeface="黑体" pitchFamily="2" charset="-122"/>
              </a:rPr>
              <a:t>光学系统性能测试技术</a:t>
            </a:r>
            <a:endParaRPr lang="en-US" altLang="zh-CN" sz="2800" dirty="0" smtClean="0">
              <a:latin typeface="黑体" pitchFamily="2" charset="-122"/>
              <a:ea typeface="黑体" pitchFamily="2" charset="-122"/>
            </a:endParaRPr>
          </a:p>
          <a:p>
            <a:pPr marL="536575" indent="-536575" algn="l" eaLnBrk="1" hangingPunct="1">
              <a:buFont typeface="Wingdings" pitchFamily="2" charset="2"/>
              <a:buChar char="Ø"/>
              <a:defRPr/>
            </a:pPr>
            <a:r>
              <a:rPr lang="zh-CN" altLang="en-US" sz="2800" dirty="0" smtClean="0">
                <a:latin typeface="黑体" pitchFamily="2" charset="-122"/>
                <a:ea typeface="黑体" pitchFamily="2" charset="-122"/>
              </a:rPr>
              <a:t>光学元件特性测试技术</a:t>
            </a:r>
            <a:endParaRPr lang="en-US" altLang="zh-CN" sz="2800" dirty="0" smtClean="0">
              <a:latin typeface="黑体" pitchFamily="2" charset="-122"/>
              <a:ea typeface="黑体" pitchFamily="2" charset="-122"/>
            </a:endParaRPr>
          </a:p>
          <a:p>
            <a:pPr marL="536575" indent="-536575" algn="l" eaLnBrk="1" hangingPunct="1">
              <a:buFont typeface="Wingdings" pitchFamily="2" charset="2"/>
              <a:buChar char="Ø"/>
              <a:defRPr/>
            </a:pPr>
            <a:r>
              <a:rPr lang="zh-CN" altLang="en-US" sz="2800" dirty="0" smtClean="0">
                <a:latin typeface="黑体" pitchFamily="2" charset="-122"/>
                <a:ea typeface="黑体" pitchFamily="2" charset="-122"/>
              </a:rPr>
              <a:t>色度测试技术</a:t>
            </a:r>
            <a:endParaRPr lang="en-US" altLang="zh-CN" sz="2800" dirty="0" smtClean="0">
              <a:latin typeface="黑体" pitchFamily="2" charset="-122"/>
              <a:ea typeface="黑体" pitchFamily="2" charset="-122"/>
            </a:endParaRPr>
          </a:p>
          <a:p>
            <a:pPr marL="536575" indent="-536575" algn="l" eaLnBrk="1" hangingPunct="1">
              <a:buFont typeface="Wingdings" pitchFamily="2" charset="2"/>
              <a:buChar char="Ø"/>
              <a:defRPr/>
            </a:pPr>
            <a:r>
              <a:rPr lang="zh-CN" altLang="en-US" sz="2800" dirty="0" smtClean="0">
                <a:latin typeface="黑体" pitchFamily="2" charset="-122"/>
                <a:ea typeface="黑体" pitchFamily="2" charset="-122"/>
              </a:rPr>
              <a:t>激光测试技术</a:t>
            </a:r>
            <a:endParaRPr lang="en-US" altLang="zh-CN" sz="2800" dirty="0" smtClean="0">
              <a:latin typeface="黑体" pitchFamily="2" charset="-122"/>
              <a:ea typeface="黑体" pitchFamily="2" charset="-122"/>
            </a:endParaRPr>
          </a:p>
          <a:p>
            <a:pPr marL="536575" indent="-536575" algn="l" eaLnBrk="1" hangingPunct="1">
              <a:buFont typeface="Wingdings" pitchFamily="2" charset="2"/>
              <a:buChar char="Ø"/>
              <a:defRPr/>
            </a:pPr>
            <a:r>
              <a:rPr lang="zh-CN" altLang="en-US" sz="2800" dirty="0" smtClean="0">
                <a:latin typeface="黑体" pitchFamily="2" charset="-122"/>
                <a:ea typeface="黑体" pitchFamily="2" charset="-122"/>
              </a:rPr>
              <a:t>激光干涉</a:t>
            </a:r>
            <a:r>
              <a:rPr lang="en-US" altLang="zh-CN" sz="2800" dirty="0" smtClean="0">
                <a:latin typeface="黑体" pitchFamily="2" charset="-122"/>
                <a:ea typeface="黑体" pitchFamily="2" charset="-122"/>
              </a:rPr>
              <a:t>/</a:t>
            </a:r>
            <a:r>
              <a:rPr lang="zh-CN" altLang="en-US" sz="2800" dirty="0" smtClean="0">
                <a:latin typeface="黑体" pitchFamily="2" charset="-122"/>
                <a:ea typeface="黑体" pitchFamily="2" charset="-122"/>
              </a:rPr>
              <a:t>衍射测试技术</a:t>
            </a:r>
            <a:endParaRPr lang="en-US" altLang="zh-CN" sz="2800" dirty="0" smtClean="0">
              <a:latin typeface="黑体" pitchFamily="2" charset="-122"/>
              <a:ea typeface="黑体" pitchFamily="2" charset="-122"/>
            </a:endParaRPr>
          </a:p>
          <a:p>
            <a:pPr marL="536575" indent="-536575" algn="l" eaLnBrk="1" hangingPunct="1">
              <a:buFont typeface="Wingdings" pitchFamily="2" charset="2"/>
              <a:buChar char="Ø"/>
              <a:defRPr/>
            </a:pPr>
            <a:r>
              <a:rPr lang="zh-CN" altLang="en-US" sz="2800" dirty="0" smtClean="0">
                <a:latin typeface="黑体" pitchFamily="2" charset="-122"/>
                <a:ea typeface="黑体" pitchFamily="2" charset="-122"/>
              </a:rPr>
              <a:t>其他典型光电测试技术</a:t>
            </a:r>
            <a:endParaRPr lang="en-US" altLang="zh-CN" sz="2800" dirty="0" smtClean="0">
              <a:latin typeface="黑体" pitchFamily="2" charset="-122"/>
              <a:ea typeface="黑体" pitchFamily="2" charset="-122"/>
            </a:endParaRPr>
          </a:p>
          <a:p>
            <a:pPr marL="536575" indent="-536575" algn="l" eaLnBrk="1" hangingPunct="1">
              <a:buFont typeface="Wingdings" pitchFamily="2" charset="2"/>
              <a:buChar char="Ø"/>
              <a:defRPr/>
            </a:pPr>
            <a:endParaRPr lang="en-US" altLang="zh-CN" sz="2800" dirty="0" smtClean="0">
              <a:latin typeface="黑体" pitchFamily="2" charset="-122"/>
              <a:ea typeface="黑体" pitchFamily="2" charset="-122"/>
            </a:endParaRPr>
          </a:p>
          <a:p>
            <a:pPr marL="536575" indent="-536575" algn="l" eaLnBrk="1" hangingPunct="1">
              <a:buFont typeface="Wingdings" pitchFamily="2" charset="2"/>
              <a:buChar char="Ø"/>
              <a:defRPr/>
            </a:pPr>
            <a:r>
              <a:rPr lang="zh-CN" altLang="en-US" sz="2800" dirty="0" smtClean="0">
                <a:latin typeface="黑体" pitchFamily="2" charset="-122"/>
                <a:ea typeface="黑体" pitchFamily="2" charset="-122"/>
              </a:rPr>
              <a:t>实验 </a:t>
            </a:r>
            <a:r>
              <a:rPr lang="en-US" altLang="zh-CN" sz="2800" dirty="0" smtClean="0">
                <a:latin typeface="黑体" pitchFamily="2" charset="-122"/>
                <a:ea typeface="黑体" pitchFamily="2" charset="-122"/>
              </a:rPr>
              <a:t>10</a:t>
            </a:r>
            <a:r>
              <a:rPr lang="zh-CN" altLang="en-US" sz="2800" dirty="0" smtClean="0">
                <a:latin typeface="黑体" pitchFamily="2" charset="-122"/>
                <a:ea typeface="黑体" pitchFamily="2" charset="-122"/>
              </a:rPr>
              <a:t>学时</a:t>
            </a:r>
          </a:p>
        </p:txBody>
      </p:sp>
      <p:sp>
        <p:nvSpPr>
          <p:cNvPr id="16388" name="日期占位符 3"/>
          <p:cNvSpPr>
            <a:spLocks noGrp="1"/>
          </p:cNvSpPr>
          <p:nvPr>
            <p:ph type="dt" sz="quarter" idx="10"/>
          </p:nvPr>
        </p:nvSpPr>
        <p:spPr>
          <a:noFill/>
        </p:spPr>
        <p:txBody>
          <a:bodyPr/>
          <a:lstStyle/>
          <a:p>
            <a:fld id="{62DABC50-C2D8-4E3E-9508-6722179C70A0}" type="datetime1">
              <a:rPr lang="zh-CN" altLang="en-US" smtClean="0">
                <a:latin typeface="Arial" pitchFamily="34" charset="0"/>
              </a:rPr>
              <a:pPr/>
              <a:t>2017/3/5</a:t>
            </a:fld>
            <a:endParaRPr lang="en-US" altLang="zh-CN" smtClean="0">
              <a:latin typeface="Arial" pitchFamily="34" charset="0"/>
            </a:endParaRPr>
          </a:p>
        </p:txBody>
      </p:sp>
      <p:sp>
        <p:nvSpPr>
          <p:cNvPr id="16389" name="灯片编号占位符 5"/>
          <p:cNvSpPr>
            <a:spLocks noGrp="1"/>
          </p:cNvSpPr>
          <p:nvPr>
            <p:ph type="sldNum" sz="quarter" idx="12"/>
          </p:nvPr>
        </p:nvSpPr>
        <p:spPr>
          <a:noFill/>
        </p:spPr>
        <p:txBody>
          <a:bodyPr/>
          <a:lstStyle/>
          <a:p>
            <a:fld id="{CE61C94D-47BC-4FE5-9083-6BAF84A33D2E}" type="slidenum">
              <a:rPr lang="en-US" altLang="zh-CN" smtClean="0">
                <a:latin typeface="Arial" pitchFamily="34" charset="0"/>
              </a:rPr>
              <a:pPr/>
              <a:t>2</a:t>
            </a:fld>
            <a:endParaRPr lang="en-US" altLang="zh-CN" smtClean="0">
              <a:latin typeface="Arial" pitchFamily="34" charset="0"/>
            </a:endParaRPr>
          </a:p>
        </p:txBody>
      </p:sp>
    </p:spTree>
  </p:cSld>
  <p:clrMapOvr>
    <a:masterClrMapping/>
  </p:clrMapOvr>
  <p:transition>
    <p:circl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Rot="1" noChangeArrowheads="1"/>
          </p:cNvSpPr>
          <p:nvPr>
            <p:ph type="ctrTitle"/>
          </p:nvPr>
        </p:nvSpPr>
        <p:spPr>
          <a:xfrm>
            <a:off x="773113" y="330200"/>
            <a:ext cx="7772400" cy="1143000"/>
          </a:xfrm>
        </p:spPr>
        <p:txBody>
          <a:bodyPr/>
          <a:lstStyle/>
          <a:p>
            <a:pPr eaLnBrk="1" hangingPunct="1">
              <a:defRPr/>
            </a:pPr>
            <a:r>
              <a:rPr lang="zh-CN" altLang="en-US" sz="4800" b="1" dirty="0" smtClean="0">
                <a:solidFill>
                  <a:schemeClr val="tx1"/>
                </a:solidFill>
                <a:effectLst>
                  <a:outerShdw blurRad="38100" dist="38100" dir="2700000" algn="tl">
                    <a:srgbClr val="C0C0C0"/>
                  </a:outerShdw>
                </a:effectLst>
                <a:ea typeface="黑体" pitchFamily="2" charset="-122"/>
              </a:rPr>
              <a:t>参考书目</a:t>
            </a:r>
          </a:p>
        </p:txBody>
      </p:sp>
      <p:sp>
        <p:nvSpPr>
          <p:cNvPr id="408579" name="Rectangle 3"/>
          <p:cNvSpPr>
            <a:spLocks noGrp="1" noRot="1" noChangeArrowheads="1"/>
          </p:cNvSpPr>
          <p:nvPr>
            <p:ph type="subTitle" idx="1"/>
          </p:nvPr>
        </p:nvSpPr>
        <p:spPr>
          <a:xfrm>
            <a:off x="804863" y="1531938"/>
            <a:ext cx="7961312" cy="4403725"/>
          </a:xfrm>
        </p:spPr>
        <p:txBody>
          <a:bodyPr/>
          <a:lstStyle/>
          <a:p>
            <a:pPr marL="449263" indent="-449263" algn="l" eaLnBrk="1" hangingPunct="1">
              <a:lnSpc>
                <a:spcPct val="120000"/>
              </a:lnSpc>
              <a:buFont typeface="Wingdings" pitchFamily="2" charset="2"/>
              <a:buChar char="Ø"/>
              <a:defRPr/>
            </a:pPr>
            <a:r>
              <a:rPr lang="zh-CN" altLang="en-US" dirty="0" smtClean="0">
                <a:solidFill>
                  <a:srgbClr val="FF0000"/>
                </a:solidFill>
                <a:latin typeface="黑体" pitchFamily="2" charset="-122"/>
                <a:ea typeface="黑体" pitchFamily="2" charset="-122"/>
              </a:rPr>
              <a:t>苏大图</a:t>
            </a:r>
            <a:r>
              <a:rPr lang="zh-CN" altLang="en-US" dirty="0" smtClean="0">
                <a:latin typeface="黑体" pitchFamily="2" charset="-122"/>
                <a:ea typeface="黑体" pitchFamily="2" charset="-122"/>
              </a:rPr>
              <a:t>，光学测试技术，北京理工大学出版社，</a:t>
            </a:r>
            <a:r>
              <a:rPr lang="en-US" altLang="zh-CN" dirty="0" smtClean="0">
                <a:latin typeface="黑体" pitchFamily="2" charset="-122"/>
                <a:ea typeface="黑体" pitchFamily="2" charset="-122"/>
              </a:rPr>
              <a:t>1996</a:t>
            </a:r>
          </a:p>
          <a:p>
            <a:pPr marL="449263" indent="-449263" algn="l" eaLnBrk="1" hangingPunct="1">
              <a:lnSpc>
                <a:spcPct val="120000"/>
              </a:lnSpc>
              <a:buFont typeface="Wingdings" pitchFamily="2" charset="2"/>
              <a:buChar char="Ø"/>
              <a:defRPr/>
            </a:pPr>
            <a:r>
              <a:rPr lang="zh-CN" altLang="en-US" dirty="0" smtClean="0">
                <a:solidFill>
                  <a:srgbClr val="FF0000"/>
                </a:solidFill>
                <a:latin typeface="黑体" pitchFamily="2" charset="-122"/>
                <a:ea typeface="黑体" pitchFamily="2" charset="-122"/>
              </a:rPr>
              <a:t>杨国光</a:t>
            </a:r>
            <a:r>
              <a:rPr lang="zh-CN" altLang="en-US" dirty="0" smtClean="0">
                <a:latin typeface="黑体" pitchFamily="2" charset="-122"/>
                <a:ea typeface="黑体" pitchFamily="2" charset="-122"/>
              </a:rPr>
              <a:t>，近代光学测试技术，浙江大学出版社，</a:t>
            </a:r>
            <a:r>
              <a:rPr lang="en-US" altLang="zh-CN" dirty="0" smtClean="0">
                <a:latin typeface="黑体" pitchFamily="2" charset="-122"/>
                <a:ea typeface="黑体" pitchFamily="2" charset="-122"/>
              </a:rPr>
              <a:t>1997</a:t>
            </a:r>
          </a:p>
          <a:p>
            <a:pPr marL="449263" indent="-449263" algn="l" eaLnBrk="1" hangingPunct="1">
              <a:lnSpc>
                <a:spcPct val="120000"/>
              </a:lnSpc>
              <a:buFont typeface="Wingdings" pitchFamily="2" charset="2"/>
              <a:buChar char="Ø"/>
              <a:defRPr/>
            </a:pPr>
            <a:r>
              <a:rPr lang="zh-CN" altLang="en-US" dirty="0" smtClean="0">
                <a:solidFill>
                  <a:srgbClr val="FF0000"/>
                </a:solidFill>
                <a:latin typeface="黑体" pitchFamily="2" charset="-122"/>
                <a:ea typeface="黑体" pitchFamily="2" charset="-122"/>
              </a:rPr>
              <a:t>张琢，范志刚</a:t>
            </a:r>
            <a:r>
              <a:rPr lang="zh-CN" altLang="en-US" dirty="0" smtClean="0">
                <a:latin typeface="黑体" pitchFamily="2" charset="-122"/>
                <a:ea typeface="黑体" pitchFamily="2" charset="-122"/>
              </a:rPr>
              <a:t>，激光干涉测试技术及应用，机械工业出版社，</a:t>
            </a:r>
            <a:r>
              <a:rPr lang="en-US" altLang="zh-CN" dirty="0" smtClean="0">
                <a:latin typeface="黑体" pitchFamily="2" charset="-122"/>
                <a:ea typeface="黑体" pitchFamily="2" charset="-122"/>
              </a:rPr>
              <a:t>1998</a:t>
            </a:r>
          </a:p>
          <a:p>
            <a:pPr marL="449263" indent="-449263" algn="l" eaLnBrk="1" hangingPunct="1">
              <a:lnSpc>
                <a:spcPct val="120000"/>
              </a:lnSpc>
              <a:buFont typeface="Wingdings" pitchFamily="2" charset="2"/>
              <a:buChar char="Ø"/>
              <a:defRPr/>
            </a:pPr>
            <a:r>
              <a:rPr lang="zh-CN" altLang="en-US" dirty="0" smtClean="0">
                <a:solidFill>
                  <a:srgbClr val="FF0000"/>
                </a:solidFill>
                <a:latin typeface="黑体" pitchFamily="2" charset="-122"/>
                <a:ea typeface="黑体" pitchFamily="2" charset="-122"/>
              </a:rPr>
              <a:t>孙长库，叶声华</a:t>
            </a:r>
            <a:r>
              <a:rPr lang="zh-CN" altLang="en-US" dirty="0" smtClean="0">
                <a:latin typeface="黑体" pitchFamily="2" charset="-122"/>
                <a:ea typeface="黑体" pitchFamily="2" charset="-122"/>
              </a:rPr>
              <a:t>，激光测量技术，天津大学出版社，</a:t>
            </a:r>
            <a:r>
              <a:rPr lang="en-US" altLang="zh-CN" dirty="0" smtClean="0">
                <a:latin typeface="黑体" pitchFamily="2" charset="-122"/>
                <a:ea typeface="黑体" pitchFamily="2" charset="-122"/>
              </a:rPr>
              <a:t>2001</a:t>
            </a:r>
          </a:p>
          <a:p>
            <a:pPr marL="449263" indent="-449263" algn="l" eaLnBrk="1" hangingPunct="1">
              <a:lnSpc>
                <a:spcPct val="120000"/>
              </a:lnSpc>
              <a:buFont typeface="Wingdings" pitchFamily="2" charset="2"/>
              <a:buChar char="Ø"/>
              <a:defRPr/>
            </a:pPr>
            <a:r>
              <a:rPr lang="zh-CN" altLang="en-US" dirty="0" smtClean="0">
                <a:solidFill>
                  <a:srgbClr val="FF0000"/>
                </a:solidFill>
                <a:latin typeface="黑体" pitchFamily="2" charset="-122"/>
                <a:ea typeface="黑体" pitchFamily="2" charset="-122"/>
              </a:rPr>
              <a:t>殷纯永</a:t>
            </a:r>
            <a:r>
              <a:rPr lang="zh-CN" altLang="en-US" dirty="0" smtClean="0">
                <a:latin typeface="黑体" pitchFamily="2" charset="-122"/>
                <a:ea typeface="黑体" pitchFamily="2" charset="-122"/>
              </a:rPr>
              <a:t>，现代干涉测量技术，天津大学出版社，</a:t>
            </a:r>
            <a:r>
              <a:rPr lang="en-US" altLang="zh-CN" dirty="0" smtClean="0">
                <a:latin typeface="黑体" pitchFamily="2" charset="-122"/>
                <a:ea typeface="黑体" pitchFamily="2" charset="-122"/>
              </a:rPr>
              <a:t>1999</a:t>
            </a:r>
          </a:p>
          <a:p>
            <a:pPr marL="449263" indent="-449263" algn="l" eaLnBrk="1" hangingPunct="1">
              <a:lnSpc>
                <a:spcPct val="120000"/>
              </a:lnSpc>
              <a:buFont typeface="Wingdings" pitchFamily="2" charset="2"/>
              <a:buChar char="Ø"/>
              <a:defRPr/>
            </a:pPr>
            <a:r>
              <a:rPr lang="zh-CN" altLang="en-US" dirty="0" smtClean="0">
                <a:solidFill>
                  <a:srgbClr val="FF0000"/>
                </a:solidFill>
                <a:latin typeface="黑体" pitchFamily="2" charset="-122"/>
                <a:ea typeface="黑体" pitchFamily="2" charset="-122"/>
              </a:rPr>
              <a:t>汤顺青</a:t>
            </a:r>
            <a:r>
              <a:rPr lang="zh-CN" altLang="en-US" dirty="0" smtClean="0">
                <a:latin typeface="黑体" pitchFamily="2" charset="-122"/>
                <a:ea typeface="黑体" pitchFamily="2" charset="-122"/>
              </a:rPr>
              <a:t>，色度学，北京理工大学出版社，</a:t>
            </a:r>
            <a:r>
              <a:rPr lang="en-US" altLang="zh-CN" dirty="0" smtClean="0">
                <a:latin typeface="黑体" pitchFamily="2" charset="-122"/>
                <a:ea typeface="黑体" pitchFamily="2" charset="-122"/>
              </a:rPr>
              <a:t>1991</a:t>
            </a:r>
          </a:p>
          <a:p>
            <a:pPr algn="l" eaLnBrk="1" hangingPunct="1">
              <a:lnSpc>
                <a:spcPct val="120000"/>
              </a:lnSpc>
              <a:defRPr/>
            </a:pPr>
            <a:endParaRPr lang="en-US" altLang="zh-CN" dirty="0" smtClean="0">
              <a:latin typeface="黑体" pitchFamily="2" charset="-122"/>
              <a:ea typeface="黑体" pitchFamily="2" charset="-122"/>
            </a:endParaRPr>
          </a:p>
          <a:p>
            <a:pPr algn="l" eaLnBrk="1" hangingPunct="1">
              <a:lnSpc>
                <a:spcPct val="120000"/>
              </a:lnSpc>
              <a:defRPr/>
            </a:pPr>
            <a:endParaRPr lang="en-US" altLang="zh-CN" dirty="0" smtClean="0">
              <a:latin typeface="黑体" pitchFamily="2" charset="-122"/>
              <a:ea typeface="黑体" pitchFamily="2" charset="-122"/>
            </a:endParaRPr>
          </a:p>
        </p:txBody>
      </p:sp>
      <p:sp>
        <p:nvSpPr>
          <p:cNvPr id="17412" name="日期占位符 3"/>
          <p:cNvSpPr>
            <a:spLocks noGrp="1"/>
          </p:cNvSpPr>
          <p:nvPr>
            <p:ph type="dt" sz="quarter" idx="10"/>
          </p:nvPr>
        </p:nvSpPr>
        <p:spPr>
          <a:noFill/>
        </p:spPr>
        <p:txBody>
          <a:bodyPr/>
          <a:lstStyle/>
          <a:p>
            <a:fld id="{271D1DB7-3019-408E-BF59-50CC14D41569}" type="datetime1">
              <a:rPr lang="zh-CN" altLang="en-US" smtClean="0">
                <a:latin typeface="Arial" pitchFamily="34" charset="0"/>
              </a:rPr>
              <a:pPr/>
              <a:t>2017/3/5</a:t>
            </a:fld>
            <a:endParaRPr lang="en-US" altLang="zh-CN" smtClean="0">
              <a:latin typeface="Arial" pitchFamily="34" charset="0"/>
            </a:endParaRPr>
          </a:p>
        </p:txBody>
      </p:sp>
      <p:sp>
        <p:nvSpPr>
          <p:cNvPr id="17413" name="灯片编号占位符 5"/>
          <p:cNvSpPr>
            <a:spLocks noGrp="1"/>
          </p:cNvSpPr>
          <p:nvPr>
            <p:ph type="sldNum" sz="quarter" idx="12"/>
          </p:nvPr>
        </p:nvSpPr>
        <p:spPr>
          <a:noFill/>
        </p:spPr>
        <p:txBody>
          <a:bodyPr/>
          <a:lstStyle/>
          <a:p>
            <a:fld id="{84CD7D64-0EC5-4F32-8954-4F5CE2D517BF}" type="slidenum">
              <a:rPr lang="en-US" altLang="zh-CN" smtClean="0">
                <a:latin typeface="Arial" pitchFamily="34" charset="0"/>
              </a:rPr>
              <a:pPr/>
              <a:t>3</a:t>
            </a:fld>
            <a:endParaRPr lang="en-US" altLang="zh-CN" smtClean="0">
              <a:latin typeface="Arial" pitchFamily="34" charset="0"/>
            </a:endParaRPr>
          </a:p>
        </p:txBody>
      </p:sp>
    </p:spTree>
  </p:cSld>
  <p:clrMapOvr>
    <a:masterClrMapping/>
  </p:clrMapOvr>
  <p:transition>
    <p:circl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Rot="1" noChangeArrowheads="1"/>
          </p:cNvSpPr>
          <p:nvPr>
            <p:ph type="ctrTitle"/>
          </p:nvPr>
        </p:nvSpPr>
        <p:spPr>
          <a:xfrm>
            <a:off x="728663" y="606425"/>
            <a:ext cx="7772400" cy="1143000"/>
          </a:xfrm>
        </p:spPr>
        <p:txBody>
          <a:bodyPr/>
          <a:lstStyle/>
          <a:p>
            <a:pPr eaLnBrk="1" hangingPunct="1">
              <a:defRPr/>
            </a:pPr>
            <a:r>
              <a:rPr lang="zh-CN" altLang="en-US" sz="4800" b="1" dirty="0" smtClean="0">
                <a:solidFill>
                  <a:schemeClr val="tx1"/>
                </a:solidFill>
                <a:effectLst>
                  <a:outerShdw blurRad="38100" dist="38100" dir="2700000" algn="tl">
                    <a:srgbClr val="C0C0C0"/>
                  </a:outerShdw>
                </a:effectLst>
                <a:ea typeface="黑体" pitchFamily="2" charset="-122"/>
              </a:rPr>
              <a:t>考核方式</a:t>
            </a:r>
            <a:endParaRPr lang="zh-CN" altLang="en-US" b="1" dirty="0" smtClean="0">
              <a:solidFill>
                <a:schemeClr val="tx1"/>
              </a:solidFill>
              <a:effectLst>
                <a:outerShdw blurRad="38100" dist="38100" dir="2700000" algn="tl">
                  <a:srgbClr val="C0C0C0"/>
                </a:outerShdw>
              </a:effectLst>
              <a:ea typeface="黑体" pitchFamily="2" charset="-122"/>
            </a:endParaRPr>
          </a:p>
        </p:txBody>
      </p:sp>
      <p:sp>
        <p:nvSpPr>
          <p:cNvPr id="434179" name="Rectangle 3"/>
          <p:cNvSpPr>
            <a:spLocks noGrp="1" noRot="1" noChangeArrowheads="1"/>
          </p:cNvSpPr>
          <p:nvPr>
            <p:ph type="subTitle" idx="1"/>
          </p:nvPr>
        </p:nvSpPr>
        <p:spPr>
          <a:xfrm>
            <a:off x="1270000" y="1922463"/>
            <a:ext cx="6669088" cy="2852737"/>
          </a:xfrm>
        </p:spPr>
        <p:txBody>
          <a:bodyPr/>
          <a:lstStyle/>
          <a:p>
            <a:pPr algn="l" eaLnBrk="1" hangingPunct="1">
              <a:defRPr/>
            </a:pPr>
            <a:endParaRPr lang="en-US" altLang="zh-CN" sz="2800" dirty="0" smtClean="0">
              <a:latin typeface="Times New Roman" pitchFamily="18" charset="0"/>
              <a:ea typeface="黑体" pitchFamily="2" charset="-122"/>
            </a:endParaRPr>
          </a:p>
          <a:p>
            <a:pPr algn="l" eaLnBrk="1" hangingPunct="1">
              <a:defRPr/>
            </a:pPr>
            <a:r>
              <a:rPr lang="zh-CN" altLang="en-US" sz="2800" dirty="0" smtClean="0">
                <a:latin typeface="Times New Roman" pitchFamily="18" charset="0"/>
                <a:ea typeface="黑体" pitchFamily="2" charset="-122"/>
              </a:rPr>
              <a:t>平时表现*（作业、大作业）：</a:t>
            </a:r>
            <a:r>
              <a:rPr lang="en-US" altLang="zh-CN" sz="2800" dirty="0" smtClean="0">
                <a:latin typeface="Times New Roman" pitchFamily="18" charset="0"/>
                <a:ea typeface="黑体" pitchFamily="2" charset="-122"/>
              </a:rPr>
              <a:t>20</a:t>
            </a:r>
            <a:r>
              <a:rPr lang="zh-CN" altLang="en-US" sz="2800" dirty="0" smtClean="0">
                <a:latin typeface="Times New Roman" pitchFamily="18" charset="0"/>
                <a:ea typeface="黑体" pitchFamily="2" charset="-122"/>
              </a:rPr>
              <a:t>％</a:t>
            </a:r>
          </a:p>
          <a:p>
            <a:pPr algn="l" eaLnBrk="1" hangingPunct="1">
              <a:defRPr/>
            </a:pPr>
            <a:r>
              <a:rPr lang="zh-CN" altLang="en-US" sz="2800" dirty="0" smtClean="0">
                <a:latin typeface="Times New Roman" pitchFamily="18" charset="0"/>
                <a:ea typeface="黑体" pitchFamily="2" charset="-122"/>
              </a:rPr>
              <a:t>实验：</a:t>
            </a:r>
            <a:r>
              <a:rPr lang="en-US" altLang="zh-CN" sz="2800" dirty="0" smtClean="0">
                <a:latin typeface="Times New Roman" pitchFamily="18" charset="0"/>
                <a:ea typeface="黑体" pitchFamily="2" charset="-122"/>
              </a:rPr>
              <a:t>20</a:t>
            </a:r>
            <a:r>
              <a:rPr lang="zh-CN" altLang="en-US" sz="2800" dirty="0" smtClean="0">
                <a:latin typeface="Times New Roman" pitchFamily="18" charset="0"/>
                <a:ea typeface="黑体" pitchFamily="2" charset="-122"/>
              </a:rPr>
              <a:t>％</a:t>
            </a:r>
          </a:p>
          <a:p>
            <a:pPr algn="l" eaLnBrk="1" hangingPunct="1">
              <a:defRPr/>
            </a:pPr>
            <a:r>
              <a:rPr lang="zh-CN" altLang="en-US" sz="2800" dirty="0" smtClean="0">
                <a:latin typeface="Times New Roman" pitchFamily="18" charset="0"/>
                <a:ea typeface="黑体" pitchFamily="2" charset="-122"/>
              </a:rPr>
              <a:t>期末考试：</a:t>
            </a:r>
            <a:r>
              <a:rPr lang="en-US" altLang="zh-CN" sz="2800" dirty="0" smtClean="0">
                <a:latin typeface="Times New Roman" pitchFamily="18" charset="0"/>
                <a:ea typeface="黑体" pitchFamily="2" charset="-122"/>
              </a:rPr>
              <a:t>60</a:t>
            </a:r>
            <a:r>
              <a:rPr lang="zh-CN" altLang="en-US" sz="2800" dirty="0" smtClean="0">
                <a:latin typeface="Times New Roman" pitchFamily="18" charset="0"/>
                <a:ea typeface="黑体" pitchFamily="2" charset="-122"/>
              </a:rPr>
              <a:t>％</a:t>
            </a:r>
          </a:p>
          <a:p>
            <a:pPr algn="l" eaLnBrk="1" hangingPunct="1">
              <a:defRPr/>
            </a:pPr>
            <a:endParaRPr lang="en-US" altLang="zh-CN" sz="2800" dirty="0" smtClean="0">
              <a:latin typeface="Times New Roman" pitchFamily="18" charset="0"/>
              <a:ea typeface="黑体" pitchFamily="2" charset="-122"/>
            </a:endParaRPr>
          </a:p>
        </p:txBody>
      </p:sp>
      <p:sp>
        <p:nvSpPr>
          <p:cNvPr id="18436" name="日期占位符 3"/>
          <p:cNvSpPr>
            <a:spLocks noGrp="1"/>
          </p:cNvSpPr>
          <p:nvPr>
            <p:ph type="dt" sz="quarter" idx="10"/>
          </p:nvPr>
        </p:nvSpPr>
        <p:spPr>
          <a:noFill/>
        </p:spPr>
        <p:txBody>
          <a:bodyPr/>
          <a:lstStyle/>
          <a:p>
            <a:fld id="{0F627C2B-3DDB-44A9-816A-E2BF6FEB911B}" type="datetime1">
              <a:rPr lang="zh-CN" altLang="en-US" smtClean="0">
                <a:latin typeface="Arial" pitchFamily="34" charset="0"/>
              </a:rPr>
              <a:pPr/>
              <a:t>2017/3/5</a:t>
            </a:fld>
            <a:endParaRPr lang="en-US" altLang="zh-CN" smtClean="0">
              <a:latin typeface="Arial" pitchFamily="34" charset="0"/>
            </a:endParaRPr>
          </a:p>
        </p:txBody>
      </p:sp>
      <p:sp>
        <p:nvSpPr>
          <p:cNvPr id="18437" name="灯片编号占位符 5"/>
          <p:cNvSpPr>
            <a:spLocks noGrp="1"/>
          </p:cNvSpPr>
          <p:nvPr>
            <p:ph type="sldNum" sz="quarter" idx="12"/>
          </p:nvPr>
        </p:nvSpPr>
        <p:spPr>
          <a:noFill/>
        </p:spPr>
        <p:txBody>
          <a:bodyPr/>
          <a:lstStyle/>
          <a:p>
            <a:fld id="{F60F9893-CE31-4167-B4DB-1C56624DF2A7}" type="slidenum">
              <a:rPr lang="en-US" altLang="zh-CN" smtClean="0">
                <a:latin typeface="Arial" pitchFamily="34" charset="0"/>
              </a:rPr>
              <a:pPr/>
              <a:t>4</a:t>
            </a:fld>
            <a:endParaRPr lang="en-US" altLang="zh-CN" smtClean="0">
              <a:latin typeface="Arial" pitchFamily="34" charset="0"/>
            </a:endParaRPr>
          </a:p>
        </p:txBody>
      </p:sp>
    </p:spTree>
  </p:cSld>
  <p:clrMapOvr>
    <a:masterClrMapping/>
  </p:clrMapOvr>
  <p:transition>
    <p:circl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5"/>
          <p:cNvSpPr txBox="1">
            <a:spLocks noChangeArrowheads="1"/>
          </p:cNvSpPr>
          <p:nvPr/>
        </p:nvSpPr>
        <p:spPr bwMode="auto">
          <a:xfrm>
            <a:off x="561975" y="2108200"/>
            <a:ext cx="8350250" cy="1784350"/>
          </a:xfrm>
          <a:prstGeom prst="rect">
            <a:avLst/>
          </a:prstGeom>
          <a:noFill/>
          <a:ln w="9525">
            <a:noFill/>
            <a:miter lim="800000"/>
            <a:headEnd/>
            <a:tailEnd/>
          </a:ln>
          <a:effectLst/>
        </p:spPr>
        <p:txBody>
          <a:bodyPr>
            <a:spAutoFit/>
          </a:bodyPr>
          <a:lstStyle/>
          <a:p>
            <a:pPr>
              <a:spcBef>
                <a:spcPct val="50000"/>
              </a:spcBef>
              <a:defRPr/>
            </a:pPr>
            <a:r>
              <a:rPr lang="en-US" altLang="zh-CN" sz="4400" b="1" dirty="0">
                <a:solidFill>
                  <a:srgbClr val="FF0000"/>
                </a:solidFill>
                <a:effectLst>
                  <a:outerShdw blurRad="38100" dist="38100" dir="2700000" algn="tl">
                    <a:srgbClr val="000000"/>
                  </a:outerShdw>
                </a:effectLst>
                <a:latin typeface="Arial Black" pitchFamily="34" charset="0"/>
              </a:rPr>
              <a:t>Chapter 0   </a:t>
            </a:r>
          </a:p>
          <a:p>
            <a:pPr>
              <a:spcBef>
                <a:spcPct val="50000"/>
              </a:spcBef>
              <a:defRPr/>
            </a:pPr>
            <a:r>
              <a:rPr lang="en-US" altLang="zh-CN" sz="4400" b="1" dirty="0">
                <a:solidFill>
                  <a:srgbClr val="FF0000"/>
                </a:solidFill>
                <a:effectLst>
                  <a:outerShdw blurRad="38100" dist="38100" dir="2700000" algn="tl">
                    <a:srgbClr val="000000"/>
                  </a:outerShdw>
                </a:effectLst>
                <a:latin typeface="Arial Black" pitchFamily="34" charset="0"/>
              </a:rPr>
              <a:t>          INTRODUCTION</a:t>
            </a:r>
            <a:endParaRPr lang="zh-CN" altLang="en-US" sz="4400" b="1" dirty="0">
              <a:solidFill>
                <a:srgbClr val="FF0000"/>
              </a:solidFill>
              <a:effectLst>
                <a:outerShdw blurRad="38100" dist="38100" dir="2700000" algn="tl">
                  <a:srgbClr val="000000"/>
                </a:outerShdw>
              </a:effectLst>
              <a:latin typeface="Arial Black" pitchFamily="34" charset="0"/>
            </a:endParaRPr>
          </a:p>
        </p:txBody>
      </p:sp>
    </p:spTree>
  </p:cSld>
  <p:clrMapOvr>
    <a:masterClrMapping/>
  </p:clrMapOvr>
  <p:transition>
    <p:circl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idx="4294967295"/>
          </p:nvPr>
        </p:nvSpPr>
        <p:spPr>
          <a:xfrm>
            <a:off x="571500" y="684213"/>
            <a:ext cx="8358188" cy="706437"/>
          </a:xfrm>
        </p:spPr>
        <p:txBody>
          <a:bodyPr/>
          <a:lstStyle/>
          <a:p>
            <a:pPr algn="l"/>
            <a:r>
              <a:rPr lang="zh-CN" altLang="en-US" sz="2000" smtClean="0">
                <a:solidFill>
                  <a:schemeClr val="tx1"/>
                </a:solidFill>
                <a:latin typeface="微软雅黑" pitchFamily="34" charset="-122"/>
                <a:ea typeface="微软雅黑" pitchFamily="34" charset="-122"/>
              </a:rPr>
              <a:t>▍ 本章主要内容</a:t>
            </a:r>
          </a:p>
        </p:txBody>
      </p:sp>
      <p:grpSp>
        <p:nvGrpSpPr>
          <p:cNvPr id="20483" name="组合 96"/>
          <p:cNvGrpSpPr>
            <a:grpSpLocks/>
          </p:cNvGrpSpPr>
          <p:nvPr/>
        </p:nvGrpSpPr>
        <p:grpSpPr bwMode="auto">
          <a:xfrm>
            <a:off x="804863" y="1990725"/>
            <a:ext cx="7715250" cy="666750"/>
            <a:chOff x="785786" y="1285866"/>
            <a:chExt cx="7715304" cy="571504"/>
          </a:xfrm>
        </p:grpSpPr>
        <p:sp>
          <p:nvSpPr>
            <p:cNvPr id="84" name="燕尾形 83"/>
            <p:cNvSpPr/>
            <p:nvPr/>
          </p:nvSpPr>
          <p:spPr>
            <a:xfrm>
              <a:off x="785786" y="1285866"/>
              <a:ext cx="7715304" cy="571504"/>
            </a:xfrm>
            <a:prstGeom prst="chevron">
              <a:avLst>
                <a:gd name="adj" fmla="val 0"/>
              </a:avLst>
            </a:prstGeom>
            <a:ln/>
          </p:spPr>
          <p:style>
            <a:lnRef idx="0">
              <a:schemeClr val="accent2"/>
            </a:lnRef>
            <a:fillRef idx="3">
              <a:schemeClr val="accent2"/>
            </a:fillRef>
            <a:effectRef idx="3">
              <a:schemeClr val="accent2"/>
            </a:effectRef>
            <a:fontRef idx="minor">
              <a:schemeClr val="lt1"/>
            </a:fontRef>
          </p:style>
          <p:txBody>
            <a:bodyPr anchor="ctr"/>
            <a:lstStyle/>
            <a:p>
              <a:pPr>
                <a:defRPr/>
              </a:pPr>
              <a:endParaRPr lang="zh-CN" altLang="en-US" sz="2000">
                <a:solidFill>
                  <a:schemeClr val="tx1"/>
                </a:solidFill>
              </a:endParaRPr>
            </a:p>
          </p:txBody>
        </p:sp>
        <p:sp>
          <p:nvSpPr>
            <p:cNvPr id="81" name="TextBox 24"/>
            <p:cNvSpPr txBox="1">
              <a:spLocks noChangeArrowheads="1"/>
            </p:cNvSpPr>
            <p:nvPr/>
          </p:nvSpPr>
          <p:spPr bwMode="auto">
            <a:xfrm>
              <a:off x="1071538" y="1399464"/>
              <a:ext cx="6981356" cy="342951"/>
            </a:xfrm>
            <a:prstGeom prst="rect">
              <a:avLst/>
            </a:prstGeom>
            <a:noFill/>
            <a:ln>
              <a:noFill/>
              <a:headEnd/>
              <a:tailEnd/>
            </a:ln>
          </p:spPr>
          <p:style>
            <a:lnRef idx="0">
              <a:schemeClr val="accent2"/>
            </a:lnRef>
            <a:fillRef idx="3">
              <a:schemeClr val="accent2"/>
            </a:fillRef>
            <a:effectRef idx="3">
              <a:schemeClr val="accent2"/>
            </a:effectRef>
            <a:fontRef idx="minor">
              <a:schemeClr val="lt1"/>
            </a:fontRef>
          </p:style>
          <p:txBody>
            <a:bodyPr>
              <a:spAutoFit/>
            </a:bodyPr>
            <a:lstStyle/>
            <a:p>
              <a:pPr>
                <a:buFont typeface="Wingdings" pitchFamily="2" charset="2"/>
                <a:buChar char="Ø"/>
                <a:defRPr/>
              </a:pPr>
              <a:r>
                <a:rPr lang="zh-CN" altLang="en-US" sz="200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 </a:t>
              </a:r>
              <a:r>
                <a:rPr lang="zh-CN" altLang="en-US" sz="200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光电测试技术概述</a:t>
              </a:r>
              <a:endParaRPr lang="zh-CN" altLang="en-US" sz="200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endParaRPr>
            </a:p>
          </p:txBody>
        </p:sp>
      </p:grpSp>
      <p:grpSp>
        <p:nvGrpSpPr>
          <p:cNvPr id="20484" name="组合 96"/>
          <p:cNvGrpSpPr>
            <a:grpSpLocks/>
          </p:cNvGrpSpPr>
          <p:nvPr/>
        </p:nvGrpSpPr>
        <p:grpSpPr bwMode="auto">
          <a:xfrm>
            <a:off x="804863" y="2968625"/>
            <a:ext cx="7715250" cy="666750"/>
            <a:chOff x="785786" y="1285866"/>
            <a:chExt cx="7715304" cy="571504"/>
          </a:xfrm>
        </p:grpSpPr>
        <p:sp>
          <p:nvSpPr>
            <p:cNvPr id="23" name="燕尾形 22"/>
            <p:cNvSpPr/>
            <p:nvPr/>
          </p:nvSpPr>
          <p:spPr>
            <a:xfrm>
              <a:off x="785786" y="1285866"/>
              <a:ext cx="7715304" cy="571504"/>
            </a:xfrm>
            <a:prstGeom prst="chevron">
              <a:avLst>
                <a:gd name="adj" fmla="val 0"/>
              </a:avLst>
            </a:prstGeom>
            <a:ln/>
          </p:spPr>
          <p:style>
            <a:lnRef idx="0">
              <a:schemeClr val="accent2"/>
            </a:lnRef>
            <a:fillRef idx="3">
              <a:schemeClr val="accent2"/>
            </a:fillRef>
            <a:effectRef idx="3">
              <a:schemeClr val="accent2"/>
            </a:effectRef>
            <a:fontRef idx="minor">
              <a:schemeClr val="lt1"/>
            </a:fontRef>
          </p:style>
          <p:txBody>
            <a:bodyPr anchor="ctr"/>
            <a:lstStyle/>
            <a:p>
              <a:pPr>
                <a:defRPr/>
              </a:pPr>
              <a:endParaRPr lang="zh-CN" altLang="en-US" sz="2000">
                <a:solidFill>
                  <a:schemeClr val="tx1"/>
                </a:solidFill>
              </a:endParaRPr>
            </a:p>
          </p:txBody>
        </p:sp>
        <p:sp>
          <p:nvSpPr>
            <p:cNvPr id="24" name="TextBox 24"/>
            <p:cNvSpPr txBox="1">
              <a:spLocks noChangeArrowheads="1"/>
            </p:cNvSpPr>
            <p:nvPr/>
          </p:nvSpPr>
          <p:spPr bwMode="auto">
            <a:xfrm>
              <a:off x="1071538" y="1399464"/>
              <a:ext cx="6981356" cy="342951"/>
            </a:xfrm>
            <a:prstGeom prst="rect">
              <a:avLst/>
            </a:prstGeom>
            <a:noFill/>
            <a:ln>
              <a:noFill/>
              <a:headEnd/>
              <a:tailEnd/>
            </a:ln>
          </p:spPr>
          <p:style>
            <a:lnRef idx="0">
              <a:schemeClr val="accent2"/>
            </a:lnRef>
            <a:fillRef idx="3">
              <a:schemeClr val="accent2"/>
            </a:fillRef>
            <a:effectRef idx="3">
              <a:schemeClr val="accent2"/>
            </a:effectRef>
            <a:fontRef idx="minor">
              <a:schemeClr val="lt1"/>
            </a:fontRef>
          </p:style>
          <p:txBody>
            <a:bodyPr>
              <a:spAutoFit/>
            </a:bodyPr>
            <a:lstStyle/>
            <a:p>
              <a:pPr>
                <a:buFont typeface="Wingdings" pitchFamily="2" charset="2"/>
                <a:buChar char="Ø"/>
                <a:defRPr/>
              </a:pPr>
              <a:r>
                <a:rPr lang="zh-CN" altLang="en-US" sz="200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 </a:t>
              </a:r>
              <a:r>
                <a:rPr lang="zh-CN" altLang="en-US" sz="200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测试数据的处理</a:t>
              </a:r>
              <a:endParaRPr lang="zh-CN" altLang="en-US" sz="200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endParaRPr>
            </a:p>
          </p:txBody>
        </p:sp>
      </p:grpSp>
    </p:spTree>
  </p:cSld>
  <p:clrMapOvr>
    <a:masterClrMapping/>
  </p:clrMapOvr>
  <p:transition spd="slow" advTm="30076"/>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日期占位符 3"/>
          <p:cNvSpPr>
            <a:spLocks noGrp="1"/>
          </p:cNvSpPr>
          <p:nvPr>
            <p:ph type="dt" sz="quarter" idx="10"/>
          </p:nvPr>
        </p:nvSpPr>
        <p:spPr>
          <a:noFill/>
        </p:spPr>
        <p:txBody>
          <a:bodyPr/>
          <a:lstStyle/>
          <a:p>
            <a:fld id="{B464BC2B-EBFC-4D65-B57F-1F656D97C6AF}" type="datetime1">
              <a:rPr lang="zh-CN" altLang="en-US" smtClean="0">
                <a:latin typeface="Arial" pitchFamily="34" charset="0"/>
              </a:rPr>
              <a:pPr/>
              <a:t>2017/3/5</a:t>
            </a:fld>
            <a:endParaRPr lang="en-US" altLang="zh-CN" smtClean="0">
              <a:latin typeface="Arial" pitchFamily="34" charset="0"/>
            </a:endParaRPr>
          </a:p>
        </p:txBody>
      </p:sp>
      <p:sp>
        <p:nvSpPr>
          <p:cNvPr id="21507" name="灯片编号占位符 5"/>
          <p:cNvSpPr>
            <a:spLocks noGrp="1"/>
          </p:cNvSpPr>
          <p:nvPr>
            <p:ph type="sldNum" sz="quarter" idx="12"/>
          </p:nvPr>
        </p:nvSpPr>
        <p:spPr>
          <a:noFill/>
        </p:spPr>
        <p:txBody>
          <a:bodyPr/>
          <a:lstStyle/>
          <a:p>
            <a:fld id="{FC574801-39D5-426B-8B18-EA4A4AB49BE6}" type="slidenum">
              <a:rPr lang="en-US" altLang="zh-CN" smtClean="0">
                <a:latin typeface="Arial" pitchFamily="34" charset="0"/>
              </a:rPr>
              <a:pPr/>
              <a:t>7</a:t>
            </a:fld>
            <a:endParaRPr lang="en-US" altLang="zh-CN" smtClean="0">
              <a:latin typeface="Arial" pitchFamily="34" charset="0"/>
            </a:endParaRPr>
          </a:p>
        </p:txBody>
      </p:sp>
      <p:sp>
        <p:nvSpPr>
          <p:cNvPr id="409602"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§0.1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光电测试技术概述</a:t>
            </a:r>
          </a:p>
        </p:txBody>
      </p:sp>
      <p:sp>
        <p:nvSpPr>
          <p:cNvPr id="409603" name="Rectangle 3"/>
          <p:cNvSpPr>
            <a:spLocks noGrp="1" noRot="1" noChangeArrowheads="1"/>
          </p:cNvSpPr>
          <p:nvPr>
            <p:ph type="body" idx="1"/>
          </p:nvPr>
        </p:nvSpPr>
        <p:spPr>
          <a:xfrm>
            <a:off x="468313" y="1563688"/>
            <a:ext cx="6199187" cy="4530725"/>
          </a:xfrm>
        </p:spPr>
        <p:txBody>
          <a:bodyPr/>
          <a:lstStyle/>
          <a:p>
            <a:pPr eaLnBrk="1" hangingPunct="1">
              <a:lnSpc>
                <a:spcPct val="120000"/>
              </a:lnSpc>
              <a:defRPr/>
            </a:pPr>
            <a:r>
              <a:rPr lang="zh-CN" altLang="en-US" sz="2000" dirty="0" smtClean="0">
                <a:solidFill>
                  <a:srgbClr val="FF0000"/>
                </a:solidFill>
                <a:ea typeface="黑体" pitchFamily="2" charset="-122"/>
              </a:rPr>
              <a:t>光电测试技术的发展</a:t>
            </a:r>
          </a:p>
          <a:p>
            <a:pPr eaLnBrk="1" hangingPunct="1">
              <a:lnSpc>
                <a:spcPct val="120000"/>
              </a:lnSpc>
              <a:defRPr/>
            </a:pPr>
            <a:r>
              <a:rPr lang="zh-CN" altLang="en-US" sz="2000" dirty="0" smtClean="0">
                <a:ea typeface="黑体" pitchFamily="2" charset="-122"/>
              </a:rPr>
              <a:t>人类利用自然界存在的光线进行计量与测试最早用于天文和地理领域</a:t>
            </a:r>
            <a:r>
              <a:rPr lang="en-US" altLang="zh-CN" sz="2000" dirty="0" smtClean="0">
                <a:ea typeface="黑体" pitchFamily="2" charset="-122"/>
              </a:rPr>
              <a:t>——</a:t>
            </a:r>
            <a:r>
              <a:rPr lang="zh-CN" altLang="en-US" sz="2000" dirty="0" smtClean="0">
                <a:solidFill>
                  <a:srgbClr val="FF0000"/>
                </a:solidFill>
                <a:ea typeface="黑体" pitchFamily="2" charset="-122"/>
              </a:rPr>
              <a:t>光学科学出现前</a:t>
            </a:r>
            <a:r>
              <a:rPr lang="zh-CN" altLang="en-US" sz="2000" dirty="0" smtClean="0">
                <a:ea typeface="黑体" pitchFamily="2" charset="-122"/>
              </a:rPr>
              <a:t>；</a:t>
            </a:r>
          </a:p>
          <a:p>
            <a:pPr eaLnBrk="1" hangingPunct="1">
              <a:lnSpc>
                <a:spcPct val="120000"/>
              </a:lnSpc>
              <a:defRPr/>
            </a:pPr>
            <a:r>
              <a:rPr lang="zh-CN" altLang="en-US" sz="2000" dirty="0" smtClean="0">
                <a:ea typeface="黑体" pitchFamily="2" charset="-122"/>
              </a:rPr>
              <a:t>自从望远镜和显微镜出现以后，光学与精密机械结合，使许多传统的光学计量和测试仪器广泛应用于各级计量部门和大地测量部门</a:t>
            </a:r>
            <a:r>
              <a:rPr lang="en-US" altLang="zh-CN" sz="2000" dirty="0" smtClean="0">
                <a:ea typeface="黑体" pitchFamily="2" charset="-122"/>
              </a:rPr>
              <a:t>——</a:t>
            </a:r>
            <a:r>
              <a:rPr lang="zh-CN" altLang="en-US" sz="2000" dirty="0" smtClean="0">
                <a:solidFill>
                  <a:srgbClr val="FF0000"/>
                </a:solidFill>
                <a:ea typeface="黑体" pitchFamily="2" charset="-122"/>
              </a:rPr>
              <a:t>经典光学</a:t>
            </a:r>
            <a:r>
              <a:rPr lang="zh-CN" altLang="en-US" sz="2000" dirty="0" smtClean="0">
                <a:ea typeface="黑体" pitchFamily="2" charset="-122"/>
              </a:rPr>
              <a:t>；</a:t>
            </a:r>
          </a:p>
          <a:p>
            <a:pPr eaLnBrk="1" hangingPunct="1">
              <a:lnSpc>
                <a:spcPct val="120000"/>
              </a:lnSpc>
              <a:defRPr/>
            </a:pPr>
            <a:r>
              <a:rPr lang="zh-CN" altLang="en-US" sz="2000" dirty="0" smtClean="0">
                <a:ea typeface="黑体" pitchFamily="2" charset="-122"/>
              </a:rPr>
              <a:t>随着激光器的出现和傅里叶光学的形成，特别是激光技术、微电子技术和计算机技术的快速发展与结合，出现了光机电算一体化的光电测试技术</a:t>
            </a:r>
            <a:r>
              <a:rPr lang="en-US" altLang="zh-CN" sz="2000" dirty="0" smtClean="0">
                <a:ea typeface="黑体" pitchFamily="2" charset="-122"/>
              </a:rPr>
              <a:t>——</a:t>
            </a:r>
            <a:r>
              <a:rPr lang="zh-CN" altLang="en-US" sz="2000" dirty="0" smtClean="0">
                <a:solidFill>
                  <a:srgbClr val="FF0000"/>
                </a:solidFill>
                <a:ea typeface="黑体" pitchFamily="2" charset="-122"/>
              </a:rPr>
              <a:t>现代光学</a:t>
            </a:r>
            <a:r>
              <a:rPr lang="zh-CN" altLang="en-US" sz="2000" dirty="0" smtClean="0">
                <a:ea typeface="黑体" pitchFamily="2" charset="-122"/>
              </a:rPr>
              <a:t>。</a:t>
            </a:r>
          </a:p>
        </p:txBody>
      </p:sp>
      <p:pic>
        <p:nvPicPr>
          <p:cNvPr id="21510" name="Picture 3" descr="WL007024"/>
          <p:cNvPicPr>
            <a:picLocks noChangeAspect="1" noChangeArrowheads="1"/>
          </p:cNvPicPr>
          <p:nvPr/>
        </p:nvPicPr>
        <p:blipFill>
          <a:blip r:embed="rId2"/>
          <a:srcRect/>
          <a:stretch>
            <a:fillRect/>
          </a:stretch>
        </p:blipFill>
        <p:spPr bwMode="auto">
          <a:xfrm>
            <a:off x="6910388" y="1787525"/>
            <a:ext cx="1909762" cy="1984375"/>
          </a:xfrm>
          <a:prstGeom prst="rect">
            <a:avLst/>
          </a:prstGeom>
          <a:noFill/>
          <a:ln w="9525">
            <a:noFill/>
            <a:miter lim="800000"/>
            <a:headEnd/>
            <a:tailEnd/>
          </a:ln>
        </p:spPr>
      </p:pic>
      <p:sp>
        <p:nvSpPr>
          <p:cNvPr id="7" name="矩形 6"/>
          <p:cNvSpPr/>
          <p:nvPr/>
        </p:nvSpPr>
        <p:spPr>
          <a:xfrm>
            <a:off x="6816725" y="3835400"/>
            <a:ext cx="2255838" cy="338138"/>
          </a:xfrm>
          <a:prstGeom prst="rect">
            <a:avLst/>
          </a:prstGeom>
        </p:spPr>
        <p:txBody>
          <a:bodyPr wrap="none">
            <a:spAutoFit/>
          </a:bodyPr>
          <a:lstStyle/>
          <a:p>
            <a:pPr>
              <a:defRPr/>
            </a:pPr>
            <a:r>
              <a:rPr lang="zh-CN" altLang="en-US" sz="1600" b="1" dirty="0">
                <a:solidFill>
                  <a:srgbClr val="000000"/>
                </a:solidFill>
                <a:effectLst>
                  <a:outerShdw blurRad="38100" dist="38100" dir="2700000" algn="tl">
                    <a:srgbClr val="000000">
                      <a:alpha val="43137"/>
                    </a:srgbClr>
                  </a:outerShdw>
                </a:effectLst>
                <a:latin typeface="黑体" pitchFamily="2" charset="-122"/>
                <a:ea typeface="黑体" pitchFamily="2" charset="-122"/>
                <a:cs typeface="Heiti SC Light" charset="0"/>
              </a:rPr>
              <a:t>伽利略望远镜（</a:t>
            </a:r>
            <a:r>
              <a:rPr lang="en-US" altLang="zh-CN" sz="1600" b="1" dirty="0">
                <a:solidFill>
                  <a:srgbClr val="000000"/>
                </a:solidFill>
                <a:effectLst>
                  <a:outerShdw blurRad="38100" dist="38100" dir="2700000" algn="tl">
                    <a:srgbClr val="000000">
                      <a:alpha val="43137"/>
                    </a:srgbClr>
                  </a:outerShdw>
                </a:effectLst>
                <a:latin typeface="黑体" pitchFamily="2" charset="-122"/>
                <a:ea typeface="黑体" pitchFamily="2" charset="-122"/>
                <a:cs typeface="Heiti SC Light" charset="0"/>
              </a:rPr>
              <a:t>1609</a:t>
            </a:r>
            <a:r>
              <a:rPr lang="zh-CN" altLang="en-US" sz="1600" b="1" dirty="0">
                <a:solidFill>
                  <a:srgbClr val="000000"/>
                </a:solidFill>
                <a:effectLst>
                  <a:outerShdw blurRad="38100" dist="38100" dir="2700000" algn="tl">
                    <a:srgbClr val="000000">
                      <a:alpha val="43137"/>
                    </a:srgbClr>
                  </a:outerShdw>
                </a:effectLst>
                <a:latin typeface="黑体" pitchFamily="2" charset="-122"/>
                <a:ea typeface="黑体" pitchFamily="2" charset="-122"/>
                <a:cs typeface="Heiti SC Light" charset="0"/>
              </a:rPr>
              <a:t>）</a:t>
            </a:r>
            <a:endParaRPr lang="zh-CN" altLang="en-US" sz="1600" dirty="0">
              <a:latin typeface="Arial" charset="0"/>
            </a:endParaRPr>
          </a:p>
        </p:txBody>
      </p:sp>
      <p:pic>
        <p:nvPicPr>
          <p:cNvPr id="21512" name="Picture 2" descr="http://www.takungpao.com/sy/attachement/jpg/site2/2012-10-22/256885739810212453.jpg"/>
          <p:cNvPicPr>
            <a:picLocks noChangeAspect="1" noChangeArrowheads="1"/>
          </p:cNvPicPr>
          <p:nvPr/>
        </p:nvPicPr>
        <p:blipFill>
          <a:blip r:embed="rId3"/>
          <a:srcRect/>
          <a:stretch>
            <a:fillRect/>
          </a:stretch>
        </p:blipFill>
        <p:spPr bwMode="auto">
          <a:xfrm>
            <a:off x="6723063" y="4248150"/>
            <a:ext cx="2373312" cy="1747838"/>
          </a:xfrm>
          <a:prstGeom prst="rect">
            <a:avLst/>
          </a:prstGeom>
          <a:noFill/>
          <a:ln w="9525">
            <a:noFill/>
            <a:miter lim="800000"/>
            <a:headEnd/>
            <a:tailEnd/>
          </a:ln>
        </p:spPr>
      </p:pic>
      <p:sp>
        <p:nvSpPr>
          <p:cNvPr id="9" name="Rectangle 1"/>
          <p:cNvSpPr>
            <a:spLocks noChangeArrowheads="1"/>
          </p:cNvSpPr>
          <p:nvPr/>
        </p:nvSpPr>
        <p:spPr bwMode="auto">
          <a:xfrm>
            <a:off x="3848100" y="6089650"/>
            <a:ext cx="5267325" cy="584200"/>
          </a:xfrm>
          <a:prstGeom prst="rect">
            <a:avLst/>
          </a:prstGeom>
          <a:solidFill>
            <a:schemeClr val="bg1">
              <a:lumMod val="95000"/>
            </a:schemeClr>
          </a:solidFill>
          <a:ln w="9525">
            <a:noFill/>
            <a:miter lim="800000"/>
            <a:headEnd/>
            <a:tailEnd/>
          </a:ln>
          <a:effectLst/>
        </p:spPr>
        <p:txBody>
          <a:bodyPr anchor="ctr">
            <a:spAutoFit/>
          </a:bodyPr>
          <a:lstStyle/>
          <a:p>
            <a:pPr algn="ctr">
              <a:defRPr/>
            </a:pPr>
            <a:r>
              <a:rPr lang="zh-CN" altLang="en-US" sz="1600" b="1" dirty="0">
                <a:effectLst>
                  <a:outerShdw blurRad="38100" dist="38100" dir="2700000" algn="tl">
                    <a:srgbClr val="000000">
                      <a:alpha val="43137"/>
                    </a:srgbClr>
                  </a:outerShdw>
                </a:effectLst>
                <a:latin typeface="黑体" pitchFamily="2" charset="-122"/>
                <a:ea typeface="黑体" pitchFamily="2" charset="-122"/>
              </a:rPr>
              <a:t>中山大学在硅基光波导芯片上首次集成了“漩涡光束”发射器件阵列。发表于</a:t>
            </a:r>
            <a:r>
              <a:rPr lang="en-US" altLang="zh-CN" sz="1600" b="1" dirty="0">
                <a:effectLst>
                  <a:outerShdw blurRad="38100" dist="38100" dir="2700000" algn="tl">
                    <a:srgbClr val="000000">
                      <a:alpha val="43137"/>
                    </a:srgbClr>
                  </a:outerShdw>
                </a:effectLst>
                <a:latin typeface="黑体" pitchFamily="2" charset="-122"/>
                <a:ea typeface="黑体" pitchFamily="2" charset="-122"/>
              </a:rPr>
              <a:t>2012</a:t>
            </a:r>
            <a:r>
              <a:rPr lang="zh-CN" altLang="en-US" sz="1600" b="1" dirty="0">
                <a:effectLst>
                  <a:outerShdw blurRad="38100" dist="38100" dir="2700000" algn="tl">
                    <a:srgbClr val="000000">
                      <a:alpha val="43137"/>
                    </a:srgbClr>
                  </a:outerShdw>
                </a:effectLst>
                <a:latin typeface="黑体" pitchFamily="2" charset="-122"/>
                <a:ea typeface="黑体" pitchFamily="2" charset="-122"/>
              </a:rPr>
              <a:t>年</a:t>
            </a:r>
            <a:r>
              <a:rPr lang="en-US" altLang="zh-CN" sz="1600" b="1" dirty="0">
                <a:effectLst>
                  <a:outerShdw blurRad="38100" dist="38100" dir="2700000" algn="tl">
                    <a:srgbClr val="000000">
                      <a:alpha val="43137"/>
                    </a:srgbClr>
                  </a:outerShdw>
                </a:effectLst>
                <a:latin typeface="黑体" pitchFamily="2" charset="-122"/>
                <a:ea typeface="黑体" pitchFamily="2" charset="-122"/>
              </a:rPr>
              <a:t>10</a:t>
            </a:r>
            <a:r>
              <a:rPr lang="zh-CN" altLang="en-US" sz="1600" b="1" dirty="0">
                <a:effectLst>
                  <a:outerShdw blurRad="38100" dist="38100" dir="2700000" algn="tl">
                    <a:srgbClr val="000000">
                      <a:alpha val="43137"/>
                    </a:srgbClr>
                  </a:outerShdw>
                </a:effectLst>
                <a:latin typeface="黑体" pitchFamily="2" charset="-122"/>
                <a:ea typeface="黑体" pitchFamily="2" charset="-122"/>
              </a:rPr>
              <a:t>月</a:t>
            </a:r>
            <a:r>
              <a:rPr lang="en-US" altLang="zh-CN" sz="1600" b="1" dirty="0">
                <a:effectLst>
                  <a:outerShdw blurRad="38100" dist="38100" dir="2700000" algn="tl">
                    <a:srgbClr val="000000">
                      <a:alpha val="43137"/>
                    </a:srgbClr>
                  </a:outerShdw>
                </a:effectLst>
                <a:latin typeface="黑体" pitchFamily="2" charset="-122"/>
                <a:ea typeface="黑体" pitchFamily="2" charset="-122"/>
              </a:rPr>
              <a:t>19</a:t>
            </a:r>
            <a:r>
              <a:rPr lang="zh-CN" altLang="en-US" sz="1600" b="1" dirty="0">
                <a:effectLst>
                  <a:outerShdw blurRad="38100" dist="38100" dir="2700000" algn="tl">
                    <a:srgbClr val="000000">
                      <a:alpha val="43137"/>
                    </a:srgbClr>
                  </a:outerShdw>
                </a:effectLst>
                <a:latin typeface="黑体" pitchFamily="2" charset="-122"/>
                <a:ea typeface="黑体" pitchFamily="2" charset="-122"/>
              </a:rPr>
              <a:t>日出版的</a:t>
            </a:r>
            <a:r>
              <a:rPr lang="en-US" altLang="zh-CN" sz="1600" b="1" dirty="0">
                <a:effectLst>
                  <a:outerShdw blurRad="38100" dist="38100" dir="2700000" algn="tl">
                    <a:srgbClr val="000000">
                      <a:alpha val="43137"/>
                    </a:srgbClr>
                  </a:outerShdw>
                </a:effectLst>
                <a:latin typeface="黑体" pitchFamily="2" charset="-122"/>
                <a:ea typeface="黑体" pitchFamily="2" charset="-122"/>
              </a:rPr>
              <a:t>《Science》</a:t>
            </a:r>
            <a:endParaRPr lang="zh-CN" sz="1600" b="1" dirty="0">
              <a:solidFill>
                <a:srgbClr val="000000"/>
              </a:solidFill>
              <a:effectLst>
                <a:outerShdw blurRad="38100" dist="38100" dir="2700000" algn="tl">
                  <a:srgbClr val="000000">
                    <a:alpha val="43137"/>
                  </a:srgbClr>
                </a:outerShdw>
              </a:effectLst>
              <a:latin typeface="黑体" pitchFamily="2" charset="-122"/>
              <a:ea typeface="黑体" pitchFamily="2" charset="-122"/>
            </a:endParaRPr>
          </a:p>
        </p:txBody>
      </p:sp>
    </p:spTree>
  </p:cSld>
  <p:clrMapOvr>
    <a:masterClrMapping/>
  </p:clrMapOvr>
  <p:transition>
    <p:circl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日期占位符 3"/>
          <p:cNvSpPr>
            <a:spLocks noGrp="1"/>
          </p:cNvSpPr>
          <p:nvPr>
            <p:ph type="dt" sz="quarter" idx="10"/>
          </p:nvPr>
        </p:nvSpPr>
        <p:spPr>
          <a:noFill/>
        </p:spPr>
        <p:txBody>
          <a:bodyPr/>
          <a:lstStyle/>
          <a:p>
            <a:fld id="{92115426-0C8A-4E5A-B323-12C6373B4935}" type="datetime1">
              <a:rPr lang="zh-CN" altLang="en-US" smtClean="0">
                <a:latin typeface="Arial" pitchFamily="34" charset="0"/>
              </a:rPr>
              <a:pPr/>
              <a:t>2017/3/5</a:t>
            </a:fld>
            <a:endParaRPr lang="en-US" altLang="zh-CN" smtClean="0">
              <a:latin typeface="Arial" pitchFamily="34" charset="0"/>
            </a:endParaRPr>
          </a:p>
        </p:txBody>
      </p:sp>
      <p:sp>
        <p:nvSpPr>
          <p:cNvPr id="22531" name="灯片编号占位符 5"/>
          <p:cNvSpPr>
            <a:spLocks noGrp="1"/>
          </p:cNvSpPr>
          <p:nvPr>
            <p:ph type="sldNum" sz="quarter" idx="12"/>
          </p:nvPr>
        </p:nvSpPr>
        <p:spPr>
          <a:noFill/>
        </p:spPr>
        <p:txBody>
          <a:bodyPr/>
          <a:lstStyle/>
          <a:p>
            <a:fld id="{9536424A-C5C9-42A4-B5B7-4AC095FDF760}" type="slidenum">
              <a:rPr lang="en-US" altLang="zh-CN" smtClean="0">
                <a:latin typeface="Arial" pitchFamily="34" charset="0"/>
              </a:rPr>
              <a:pPr/>
              <a:t>8</a:t>
            </a:fld>
            <a:endParaRPr lang="en-US" altLang="zh-CN" smtClean="0">
              <a:latin typeface="Arial" pitchFamily="34" charset="0"/>
            </a:endParaRPr>
          </a:p>
        </p:txBody>
      </p:sp>
      <p:sp>
        <p:nvSpPr>
          <p:cNvPr id="409602"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§0.1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光电测试技术概述</a:t>
            </a:r>
          </a:p>
        </p:txBody>
      </p:sp>
      <p:sp>
        <p:nvSpPr>
          <p:cNvPr id="409603" name="Rectangle 3"/>
          <p:cNvSpPr>
            <a:spLocks noGrp="1" noRot="1" noChangeArrowheads="1"/>
          </p:cNvSpPr>
          <p:nvPr>
            <p:ph type="body" idx="1"/>
          </p:nvPr>
        </p:nvSpPr>
        <p:spPr>
          <a:xfrm>
            <a:off x="468313" y="1668463"/>
            <a:ext cx="8229600" cy="4530725"/>
          </a:xfrm>
        </p:spPr>
        <p:txBody>
          <a:bodyPr/>
          <a:lstStyle/>
          <a:p>
            <a:pPr eaLnBrk="1" hangingPunct="1">
              <a:lnSpc>
                <a:spcPct val="120000"/>
              </a:lnSpc>
              <a:defRPr/>
            </a:pPr>
            <a:r>
              <a:rPr lang="zh-CN" altLang="en-US" dirty="0" smtClean="0">
                <a:solidFill>
                  <a:srgbClr val="FF0000"/>
                </a:solidFill>
                <a:ea typeface="黑体" pitchFamily="2" charset="-122"/>
              </a:rPr>
              <a:t>光电测试系统的组成</a:t>
            </a:r>
          </a:p>
          <a:p>
            <a:pPr eaLnBrk="1" hangingPunct="1">
              <a:lnSpc>
                <a:spcPct val="120000"/>
              </a:lnSpc>
              <a:defRPr/>
            </a:pPr>
            <a:endParaRPr lang="en-US" altLang="zh-CN" dirty="0" smtClean="0">
              <a:ea typeface="黑体" pitchFamily="2" charset="-122"/>
            </a:endParaRPr>
          </a:p>
          <a:p>
            <a:pPr eaLnBrk="1" hangingPunct="1">
              <a:lnSpc>
                <a:spcPct val="120000"/>
              </a:lnSpc>
              <a:defRPr/>
            </a:pPr>
            <a:endParaRPr lang="en-US" altLang="zh-CN" dirty="0" smtClean="0">
              <a:ea typeface="黑体" pitchFamily="2" charset="-122"/>
            </a:endParaRPr>
          </a:p>
          <a:p>
            <a:pPr eaLnBrk="1" hangingPunct="1">
              <a:lnSpc>
                <a:spcPct val="120000"/>
              </a:lnSpc>
              <a:defRPr/>
            </a:pPr>
            <a:r>
              <a:rPr lang="zh-CN" altLang="en-US" sz="2000" dirty="0" smtClean="0">
                <a:ea typeface="黑体" pitchFamily="2" charset="-122"/>
              </a:rPr>
              <a:t>光电测试系统包括：被测目标（某些情况需要照明系统）、光学信息获取系统、光信号探测系统和信息处理系统等。</a:t>
            </a:r>
            <a:endParaRPr lang="en-US" altLang="zh-CN" sz="2000" dirty="0" smtClean="0">
              <a:ea typeface="黑体" pitchFamily="2" charset="-122"/>
            </a:endParaRPr>
          </a:p>
          <a:p>
            <a:pPr eaLnBrk="1" hangingPunct="1">
              <a:lnSpc>
                <a:spcPct val="120000"/>
              </a:lnSpc>
              <a:defRPr/>
            </a:pPr>
            <a:r>
              <a:rPr lang="zh-CN" altLang="en-US" sz="2000" dirty="0" smtClean="0">
                <a:ea typeface="黑体" pitchFamily="2" charset="-122"/>
              </a:rPr>
              <a:t>其中光学信息获取系统是采用不同类型的光学系统实现将各种被测量转换为光参量（振幅、频率、相位、偏振态等）。</a:t>
            </a:r>
            <a:endParaRPr lang="en-US" altLang="zh-CN" sz="2000" dirty="0" smtClean="0">
              <a:ea typeface="黑体" pitchFamily="2" charset="-122"/>
            </a:endParaRPr>
          </a:p>
          <a:p>
            <a:pPr eaLnBrk="1" hangingPunct="1">
              <a:lnSpc>
                <a:spcPct val="120000"/>
              </a:lnSpc>
              <a:defRPr/>
            </a:pPr>
            <a:r>
              <a:rPr lang="zh-CN" altLang="en-US" sz="2000" dirty="0" smtClean="0">
                <a:ea typeface="黑体" pitchFamily="2" charset="-122"/>
              </a:rPr>
              <a:t>需要特别指出的是，随着计算机软硬件技术的发展，信息处理系统变得愈来愈重要，甚至在其它系统性能没有明显提高的情况使测试准确度、系统适用范围等性能获得明显提高。</a:t>
            </a:r>
          </a:p>
        </p:txBody>
      </p:sp>
      <p:pic>
        <p:nvPicPr>
          <p:cNvPr id="47106" name="图片 1" descr="屏幕快照 2014-10-18 上午9.24.24.png"/>
          <p:cNvPicPr>
            <a:picLocks noChangeAspect="1" noChangeArrowheads="1"/>
          </p:cNvPicPr>
          <p:nvPr/>
        </p:nvPicPr>
        <p:blipFill>
          <a:blip r:embed="rId2"/>
          <a:srcRect t="7704" b="17180"/>
          <a:stretch>
            <a:fillRect/>
          </a:stretch>
        </p:blipFill>
        <p:spPr bwMode="auto">
          <a:xfrm>
            <a:off x="3863975" y="1717675"/>
            <a:ext cx="4902200" cy="1273175"/>
          </a:xfrm>
          <a:prstGeom prst="rect">
            <a:avLst/>
          </a:prstGeom>
          <a:solidFill>
            <a:schemeClr val="accent5">
              <a:lumMod val="75000"/>
              <a:alpha val="58000"/>
            </a:schemeClr>
          </a:solidFill>
          <a:ln w="9525">
            <a:noFill/>
            <a:miter lim="800000"/>
            <a:headEnd/>
            <a:tailEnd/>
          </a:ln>
        </p:spPr>
      </p:pic>
    </p:spTree>
  </p:cSld>
  <p:clrMapOvr>
    <a:masterClrMapping/>
  </p:clrMapOvr>
  <p:transition>
    <p:circl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日期占位符 3"/>
          <p:cNvSpPr>
            <a:spLocks noGrp="1"/>
          </p:cNvSpPr>
          <p:nvPr>
            <p:ph type="dt" sz="quarter" idx="10"/>
          </p:nvPr>
        </p:nvSpPr>
        <p:spPr>
          <a:noFill/>
        </p:spPr>
        <p:txBody>
          <a:bodyPr/>
          <a:lstStyle/>
          <a:p>
            <a:fld id="{7FBD3946-4C71-4DB6-B2AC-16A797070615}" type="datetime1">
              <a:rPr lang="zh-CN" altLang="en-US" smtClean="0">
                <a:latin typeface="Arial" pitchFamily="34" charset="0"/>
              </a:rPr>
              <a:pPr/>
              <a:t>2017/3/5</a:t>
            </a:fld>
            <a:endParaRPr lang="en-US" altLang="zh-CN" smtClean="0">
              <a:latin typeface="Arial" pitchFamily="34" charset="0"/>
            </a:endParaRPr>
          </a:p>
        </p:txBody>
      </p:sp>
      <p:sp>
        <p:nvSpPr>
          <p:cNvPr id="23555" name="灯片编号占位符 5"/>
          <p:cNvSpPr>
            <a:spLocks noGrp="1"/>
          </p:cNvSpPr>
          <p:nvPr>
            <p:ph type="sldNum" sz="quarter" idx="12"/>
          </p:nvPr>
        </p:nvSpPr>
        <p:spPr>
          <a:noFill/>
        </p:spPr>
        <p:txBody>
          <a:bodyPr/>
          <a:lstStyle/>
          <a:p>
            <a:fld id="{13EC1767-A93C-497B-AA51-42A6D4D3C05F}" type="slidenum">
              <a:rPr lang="en-US" altLang="zh-CN" smtClean="0">
                <a:latin typeface="Arial" pitchFamily="34" charset="0"/>
              </a:rPr>
              <a:pPr/>
              <a:t>9</a:t>
            </a:fld>
            <a:endParaRPr lang="en-US" altLang="zh-CN" smtClean="0">
              <a:latin typeface="Arial" pitchFamily="34" charset="0"/>
            </a:endParaRPr>
          </a:p>
        </p:txBody>
      </p:sp>
      <p:sp>
        <p:nvSpPr>
          <p:cNvPr id="410626"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§0.1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光电测试技术概述</a:t>
            </a:r>
          </a:p>
        </p:txBody>
      </p:sp>
      <p:sp>
        <p:nvSpPr>
          <p:cNvPr id="410627" name="Rectangle 3"/>
          <p:cNvSpPr>
            <a:spLocks noGrp="1" noRot="1" noChangeArrowheads="1"/>
          </p:cNvSpPr>
          <p:nvPr>
            <p:ph type="body" idx="1"/>
          </p:nvPr>
        </p:nvSpPr>
        <p:spPr>
          <a:xfrm>
            <a:off x="468313" y="1557338"/>
            <a:ext cx="8256587" cy="4897437"/>
          </a:xfrm>
        </p:spPr>
        <p:txBody>
          <a:bodyPr/>
          <a:lstStyle/>
          <a:p>
            <a:pPr algn="just" eaLnBrk="1" hangingPunct="1">
              <a:lnSpc>
                <a:spcPct val="110000"/>
              </a:lnSpc>
              <a:defRPr/>
            </a:pPr>
            <a:r>
              <a:rPr lang="zh-CN" altLang="en-US" sz="2000" dirty="0" smtClean="0">
                <a:solidFill>
                  <a:srgbClr val="FF0000"/>
                </a:solidFill>
                <a:ea typeface="黑体" pitchFamily="2" charset="-122"/>
              </a:rPr>
              <a:t>光电测试技术是当代先进技术之一。</a:t>
            </a:r>
            <a:r>
              <a:rPr lang="zh-CN" altLang="en-US" sz="2000" dirty="0" smtClean="0">
                <a:ea typeface="黑体" pitchFamily="2" charset="-122"/>
              </a:rPr>
              <a:t>一直是计量测试技术领域中的主要方法，它具有如下特点：</a:t>
            </a:r>
          </a:p>
          <a:p>
            <a:pPr marL="457200" indent="-457200" algn="just" eaLnBrk="1" hangingPunct="1">
              <a:lnSpc>
                <a:spcPct val="120000"/>
              </a:lnSpc>
              <a:buClrTx/>
              <a:buFont typeface="+mj-ea"/>
              <a:buAutoNum type="circleNumDbPlain"/>
              <a:defRPr/>
            </a:pPr>
            <a:r>
              <a:rPr lang="zh-CN" altLang="en-US" sz="2000" dirty="0" smtClean="0">
                <a:solidFill>
                  <a:srgbClr val="FF0000"/>
                </a:solidFill>
                <a:latin typeface="Times New Roman" pitchFamily="18" charset="0"/>
                <a:ea typeface="黑体" pitchFamily="2" charset="-122"/>
                <a:cs typeface="Times New Roman" pitchFamily="18" charset="0"/>
              </a:rPr>
              <a:t>高精度</a:t>
            </a:r>
            <a:r>
              <a:rPr lang="zh-CN" altLang="en-US" sz="2000" dirty="0" smtClean="0">
                <a:latin typeface="Times New Roman" pitchFamily="18" charset="0"/>
                <a:ea typeface="黑体" pitchFamily="2" charset="-122"/>
                <a:cs typeface="Times New Roman" pitchFamily="18" charset="0"/>
              </a:rPr>
              <a:t>。如采用激光干涉法测量长度的精度可达</a:t>
            </a:r>
            <a:r>
              <a:rPr lang="en-US" altLang="en-US" sz="2000" dirty="0" smtClean="0">
                <a:latin typeface="Times New Roman" pitchFamily="18" charset="0"/>
                <a:ea typeface="黑体" pitchFamily="2" charset="-122"/>
                <a:cs typeface="Times New Roman" pitchFamily="18" charset="0"/>
              </a:rPr>
              <a:t>0.05μm/m</a:t>
            </a:r>
            <a:r>
              <a:rPr lang="zh-CN" altLang="en-US" sz="2000" dirty="0" smtClean="0">
                <a:latin typeface="Times New Roman" pitchFamily="18" charset="0"/>
                <a:ea typeface="黑体" pitchFamily="2" charset="-122"/>
                <a:cs typeface="Times New Roman" pitchFamily="18" charset="0"/>
              </a:rPr>
              <a:t>；光栅莫尔条纹法测量角度可达</a:t>
            </a:r>
            <a:r>
              <a:rPr lang="en-US" altLang="en-US" sz="2000" dirty="0" smtClean="0">
                <a:latin typeface="Times New Roman" pitchFamily="18" charset="0"/>
                <a:ea typeface="黑体" pitchFamily="2" charset="-122"/>
                <a:cs typeface="Times New Roman" pitchFamily="18" charset="0"/>
              </a:rPr>
              <a:t>0.04</a:t>
            </a:r>
            <a:r>
              <a:rPr lang="en-US" altLang="zh-CN" sz="2000" dirty="0" smtClean="0">
                <a:latin typeface="Times New Roman" pitchFamily="18" charset="0"/>
                <a:ea typeface="黑体" pitchFamily="2" charset="-122"/>
                <a:cs typeface="Times New Roman" pitchFamily="18" charset="0"/>
              </a:rPr>
              <a:t>″</a:t>
            </a:r>
            <a:r>
              <a:rPr lang="zh-CN" altLang="en-US" sz="2000" dirty="0" smtClean="0">
                <a:latin typeface="Times New Roman" pitchFamily="18" charset="0"/>
                <a:ea typeface="黑体" pitchFamily="2" charset="-122"/>
                <a:cs typeface="Times New Roman" pitchFamily="18" charset="0"/>
              </a:rPr>
              <a:t>；激光测距法测量地球与月球之间距离的分辨力可达</a:t>
            </a:r>
            <a:r>
              <a:rPr lang="en-US" altLang="en-US" sz="2000" dirty="0" smtClean="0">
                <a:latin typeface="Times New Roman" pitchFamily="18" charset="0"/>
                <a:ea typeface="黑体" pitchFamily="2" charset="-122"/>
                <a:cs typeface="Times New Roman" pitchFamily="18" charset="0"/>
              </a:rPr>
              <a:t>1m</a:t>
            </a:r>
            <a:r>
              <a:rPr lang="zh-CN" altLang="en-US" sz="2000" dirty="0" smtClean="0">
                <a:latin typeface="Times New Roman" pitchFamily="18" charset="0"/>
                <a:ea typeface="黑体" pitchFamily="2" charset="-122"/>
                <a:cs typeface="Times New Roman" pitchFamily="18" charset="0"/>
              </a:rPr>
              <a:t>。</a:t>
            </a:r>
          </a:p>
          <a:p>
            <a:pPr marL="457200" indent="-457200" algn="just" eaLnBrk="1" hangingPunct="1">
              <a:lnSpc>
                <a:spcPct val="120000"/>
              </a:lnSpc>
              <a:buClrTx/>
              <a:buFont typeface="+mj-ea"/>
              <a:buAutoNum type="circleNumDbPlain"/>
              <a:defRPr/>
            </a:pPr>
            <a:r>
              <a:rPr lang="zh-CN" altLang="en-US" sz="2000" dirty="0" smtClean="0">
                <a:solidFill>
                  <a:srgbClr val="FF0000"/>
                </a:solidFill>
                <a:latin typeface="Times New Roman" pitchFamily="18" charset="0"/>
                <a:ea typeface="黑体" pitchFamily="2" charset="-122"/>
                <a:cs typeface="Times New Roman" pitchFamily="18" charset="0"/>
              </a:rPr>
              <a:t>非接触</a:t>
            </a:r>
            <a:r>
              <a:rPr lang="zh-CN" altLang="en-US" sz="2000" dirty="0" smtClean="0">
                <a:latin typeface="Times New Roman" pitchFamily="18" charset="0"/>
                <a:ea typeface="黑体" pitchFamily="2" charset="-122"/>
                <a:cs typeface="Times New Roman" pitchFamily="18" charset="0"/>
              </a:rPr>
              <a:t>。光照到被测物体上可以认为是没有测量力的，也无摩擦，避免对被测物的损伤和测量条件的破坏。</a:t>
            </a:r>
          </a:p>
          <a:p>
            <a:pPr marL="457200" indent="-457200" algn="just" eaLnBrk="1" hangingPunct="1">
              <a:lnSpc>
                <a:spcPct val="120000"/>
              </a:lnSpc>
              <a:buClrTx/>
              <a:buFont typeface="+mj-ea"/>
              <a:buAutoNum type="circleNumDbPlain"/>
              <a:defRPr/>
            </a:pPr>
            <a:r>
              <a:rPr lang="zh-CN" altLang="en-US" sz="2000" dirty="0" smtClean="0">
                <a:solidFill>
                  <a:srgbClr val="FF0000"/>
                </a:solidFill>
                <a:latin typeface="Times New Roman" pitchFamily="18" charset="0"/>
                <a:ea typeface="黑体" pitchFamily="2" charset="-122"/>
                <a:cs typeface="Times New Roman" pitchFamily="18" charset="0"/>
              </a:rPr>
              <a:t>高速度</a:t>
            </a:r>
            <a:r>
              <a:rPr lang="zh-CN" altLang="en-US" sz="2000" dirty="0" smtClean="0">
                <a:latin typeface="Times New Roman" pitchFamily="18" charset="0"/>
                <a:ea typeface="黑体" pitchFamily="2" charset="-122"/>
                <a:cs typeface="Times New Roman" pitchFamily="18" charset="0"/>
              </a:rPr>
              <a:t>。光电测试技术以光波为测量载体，无疑用光学方法获取和传递信息是最快的，在某些瞬态测量中甚至是唯一的测量手段。</a:t>
            </a:r>
          </a:p>
          <a:p>
            <a:pPr marL="457200" indent="-457200" algn="just" eaLnBrk="1" hangingPunct="1">
              <a:lnSpc>
                <a:spcPct val="120000"/>
              </a:lnSpc>
              <a:buClrTx/>
              <a:buFont typeface="+mj-ea"/>
              <a:buAutoNum type="circleNumDbPlain"/>
              <a:defRPr/>
            </a:pPr>
            <a:r>
              <a:rPr lang="zh-CN" altLang="en-US" sz="2000" dirty="0" smtClean="0">
                <a:solidFill>
                  <a:srgbClr val="FF0000"/>
                </a:solidFill>
                <a:latin typeface="Times New Roman" pitchFamily="18" charset="0"/>
                <a:ea typeface="黑体" pitchFamily="2" charset="-122"/>
                <a:cs typeface="Times New Roman" pitchFamily="18" charset="0"/>
              </a:rPr>
              <a:t>可遥测</a:t>
            </a:r>
            <a:r>
              <a:rPr lang="zh-CN" altLang="en-US" sz="2000" dirty="0" smtClean="0">
                <a:latin typeface="Times New Roman" pitchFamily="18" charset="0"/>
                <a:ea typeface="黑体" pitchFamily="2" charset="-122"/>
                <a:cs typeface="Times New Roman" pitchFamily="18" charset="0"/>
              </a:rPr>
              <a:t>。光波是最便于远距离传输的介质，尤其适用于遥控和遥测，如卫星地面普查和详查、武器制导等。</a:t>
            </a:r>
            <a:endParaRPr lang="zh-CN" altLang="en-US" sz="2000" dirty="0" smtClean="0">
              <a:ea typeface="黑体" pitchFamily="2" charset="-122"/>
            </a:endParaRPr>
          </a:p>
        </p:txBody>
      </p:sp>
    </p:spTree>
  </p:cSld>
  <p:clrMapOvr>
    <a:masterClrMapping/>
  </p:clrMapOvr>
  <p:transition>
    <p:circl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日期占位符 3"/>
          <p:cNvSpPr>
            <a:spLocks noGrp="1"/>
          </p:cNvSpPr>
          <p:nvPr>
            <p:ph type="dt" sz="quarter" idx="10"/>
          </p:nvPr>
        </p:nvSpPr>
        <p:spPr>
          <a:noFill/>
        </p:spPr>
        <p:txBody>
          <a:bodyPr/>
          <a:lstStyle/>
          <a:p>
            <a:fld id="{8DB02587-BB24-4CF5-8C7F-874D49EBD3D2}" type="datetime1">
              <a:rPr lang="zh-CN" altLang="en-US" smtClean="0">
                <a:latin typeface="Arial" pitchFamily="34" charset="0"/>
              </a:rPr>
              <a:pPr/>
              <a:t>2017/3/5</a:t>
            </a:fld>
            <a:endParaRPr lang="en-US" altLang="zh-CN" smtClean="0">
              <a:latin typeface="Arial" pitchFamily="34" charset="0"/>
            </a:endParaRPr>
          </a:p>
        </p:txBody>
      </p:sp>
      <p:sp>
        <p:nvSpPr>
          <p:cNvPr id="24579" name="灯片编号占位符 5"/>
          <p:cNvSpPr>
            <a:spLocks noGrp="1"/>
          </p:cNvSpPr>
          <p:nvPr>
            <p:ph type="sldNum" sz="quarter" idx="12"/>
          </p:nvPr>
        </p:nvSpPr>
        <p:spPr>
          <a:noFill/>
        </p:spPr>
        <p:txBody>
          <a:bodyPr/>
          <a:lstStyle/>
          <a:p>
            <a:fld id="{02D52F84-4CA8-4512-B696-BF2FBB353249}" type="slidenum">
              <a:rPr lang="en-US" altLang="zh-CN" smtClean="0">
                <a:latin typeface="Arial" pitchFamily="34" charset="0"/>
              </a:rPr>
              <a:pPr/>
              <a:t>10</a:t>
            </a:fld>
            <a:endParaRPr lang="en-US" altLang="zh-CN" smtClean="0">
              <a:latin typeface="Arial" pitchFamily="34" charset="0"/>
            </a:endParaRPr>
          </a:p>
        </p:txBody>
      </p:sp>
      <p:sp>
        <p:nvSpPr>
          <p:cNvPr id="410626"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§0.1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光电测试技术概述</a:t>
            </a:r>
          </a:p>
        </p:txBody>
      </p:sp>
      <p:sp>
        <p:nvSpPr>
          <p:cNvPr id="410627" name="Rectangle 3"/>
          <p:cNvSpPr>
            <a:spLocks noGrp="1" noRot="1" noChangeArrowheads="1"/>
          </p:cNvSpPr>
          <p:nvPr>
            <p:ph type="body" idx="1"/>
          </p:nvPr>
        </p:nvSpPr>
        <p:spPr>
          <a:xfrm>
            <a:off x="468313" y="1538288"/>
            <a:ext cx="8675687" cy="4897437"/>
          </a:xfrm>
        </p:spPr>
        <p:txBody>
          <a:bodyPr/>
          <a:lstStyle/>
          <a:p>
            <a:pPr eaLnBrk="1" hangingPunct="1">
              <a:lnSpc>
                <a:spcPct val="90000"/>
              </a:lnSpc>
              <a:defRPr/>
            </a:pPr>
            <a:r>
              <a:rPr lang="zh-CN" altLang="en-US" sz="2000" dirty="0" smtClean="0">
                <a:solidFill>
                  <a:srgbClr val="FF0000"/>
                </a:solidFill>
                <a:ea typeface="黑体" pitchFamily="2" charset="-122"/>
              </a:rPr>
              <a:t>光电测试技术是当代先进技术之一。</a:t>
            </a:r>
            <a:endParaRPr lang="en-US" altLang="zh-CN" sz="2000" dirty="0" smtClean="0">
              <a:solidFill>
                <a:srgbClr val="FF0000"/>
              </a:solidFill>
              <a:ea typeface="黑体" pitchFamily="2" charset="-122"/>
            </a:endParaRPr>
          </a:p>
          <a:p>
            <a:pPr eaLnBrk="1" hangingPunct="1">
              <a:lnSpc>
                <a:spcPct val="90000"/>
              </a:lnSpc>
              <a:defRPr/>
            </a:pPr>
            <a:endParaRPr lang="zh-CN" altLang="en-US" sz="2000" dirty="0" smtClean="0">
              <a:ea typeface="黑体" pitchFamily="2" charset="-122"/>
            </a:endParaRPr>
          </a:p>
          <a:p>
            <a:pPr marL="457200" indent="-457200" eaLnBrk="1" hangingPunct="1">
              <a:lnSpc>
                <a:spcPct val="130000"/>
              </a:lnSpc>
              <a:buClrTx/>
              <a:buFont typeface="+mj-ea"/>
              <a:buAutoNum type="circleNumDbPlain" startAt="5"/>
              <a:defRPr/>
            </a:pPr>
            <a:r>
              <a:rPr lang="zh-CN" altLang="en-US" sz="2000" dirty="0" smtClean="0">
                <a:solidFill>
                  <a:srgbClr val="FF0000"/>
                </a:solidFill>
                <a:ea typeface="黑体" pitchFamily="2" charset="-122"/>
              </a:rPr>
              <a:t>适应性强</a:t>
            </a:r>
            <a:r>
              <a:rPr lang="zh-CN" altLang="en-US" sz="2000" dirty="0" smtClean="0">
                <a:ea typeface="黑体" pitchFamily="2" charset="-122"/>
              </a:rPr>
              <a:t>。光电测试技术以光为信息载体，抗电磁干扰、电绝缘、无腐蚀，特别适合高温高压、有毒等恶劣环境以及人员无法到达的现场测量。</a:t>
            </a:r>
          </a:p>
          <a:p>
            <a:pPr marL="457200" indent="-457200" eaLnBrk="1" hangingPunct="1">
              <a:lnSpc>
                <a:spcPct val="130000"/>
              </a:lnSpc>
              <a:buClrTx/>
              <a:buFont typeface="+mj-ea"/>
              <a:buAutoNum type="circleNumDbPlain" startAt="5"/>
              <a:defRPr/>
            </a:pPr>
            <a:r>
              <a:rPr lang="zh-CN" altLang="en-US" sz="2000" dirty="0" smtClean="0">
                <a:solidFill>
                  <a:srgbClr val="FF0000"/>
                </a:solidFill>
                <a:ea typeface="黑体" pitchFamily="2" charset="-122"/>
              </a:rPr>
              <a:t>可实现三维场以及相关性测量</a:t>
            </a:r>
            <a:r>
              <a:rPr lang="zh-CN" altLang="en-US" sz="2000" dirty="0" smtClean="0">
                <a:ea typeface="黑体" pitchFamily="2" charset="-122"/>
              </a:rPr>
              <a:t>。在温度场、速度场、密度场等测量中具有巨大优势，具有很强的复杂信息的并行处理能力，便于信息的获取、存储和传输。</a:t>
            </a:r>
          </a:p>
          <a:p>
            <a:pPr marL="457200" indent="-457200" eaLnBrk="1" hangingPunct="1">
              <a:lnSpc>
                <a:spcPct val="130000"/>
              </a:lnSpc>
              <a:buClrTx/>
              <a:buFont typeface="+mj-ea"/>
              <a:buAutoNum type="circleNumDbPlain" startAt="5"/>
              <a:defRPr/>
            </a:pPr>
            <a:r>
              <a:rPr lang="zh-CN" altLang="en-US" sz="2000" dirty="0" smtClean="0">
                <a:solidFill>
                  <a:srgbClr val="FF0000"/>
                </a:solidFill>
                <a:ea typeface="黑体" pitchFamily="2" charset="-122"/>
              </a:rPr>
              <a:t>应用广</a:t>
            </a:r>
            <a:r>
              <a:rPr lang="zh-CN" altLang="en-US" sz="2000" dirty="0" smtClean="0">
                <a:ea typeface="黑体" pitchFamily="2" charset="-122"/>
              </a:rPr>
              <a:t>。在信息科学、生命科学、工农业生产和制造业、航空航天、国防军事以及科学研究和人们的日常生活等领域得到广泛应用。</a:t>
            </a:r>
          </a:p>
          <a:p>
            <a:pPr eaLnBrk="1" hangingPunct="1">
              <a:lnSpc>
                <a:spcPct val="130000"/>
              </a:lnSpc>
              <a:defRPr/>
            </a:pPr>
            <a:r>
              <a:rPr lang="zh-CN" altLang="en-US" sz="2000" dirty="0" smtClean="0">
                <a:ea typeface="黑体" pitchFamily="2" charset="-122"/>
              </a:rPr>
              <a:t>由于光电测试方法具有上述特点，使其成为一种无法取代的测试技术，是当代先进技术之一。</a:t>
            </a:r>
          </a:p>
          <a:p>
            <a:pPr eaLnBrk="1" hangingPunct="1">
              <a:lnSpc>
                <a:spcPct val="90000"/>
              </a:lnSpc>
              <a:defRPr/>
            </a:pPr>
            <a:endParaRPr lang="zh-CN" altLang="en-US" sz="2000" dirty="0" smtClean="0">
              <a:ea typeface="黑体" pitchFamily="2" charset="-122"/>
            </a:endParaRPr>
          </a:p>
        </p:txBody>
      </p:sp>
    </p:spTree>
  </p:cSld>
  <p:clrMapOvr>
    <a:masterClrMapping/>
  </p:clrMapOvr>
  <p:transition>
    <p:circl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日期占位符 3"/>
          <p:cNvSpPr>
            <a:spLocks noGrp="1"/>
          </p:cNvSpPr>
          <p:nvPr>
            <p:ph type="dt" sz="quarter" idx="10"/>
          </p:nvPr>
        </p:nvSpPr>
        <p:spPr>
          <a:noFill/>
        </p:spPr>
        <p:txBody>
          <a:bodyPr/>
          <a:lstStyle/>
          <a:p>
            <a:fld id="{5C684A57-5E65-422D-90F3-0686DF723011}" type="datetime1">
              <a:rPr lang="zh-CN" altLang="en-US" smtClean="0">
                <a:latin typeface="Arial" pitchFamily="34" charset="0"/>
              </a:rPr>
              <a:pPr/>
              <a:t>2017/3/5</a:t>
            </a:fld>
            <a:endParaRPr lang="en-US" altLang="zh-CN" smtClean="0">
              <a:latin typeface="Arial" pitchFamily="34" charset="0"/>
            </a:endParaRPr>
          </a:p>
        </p:txBody>
      </p:sp>
      <p:sp>
        <p:nvSpPr>
          <p:cNvPr id="25603" name="灯片编号占位符 5"/>
          <p:cNvSpPr>
            <a:spLocks noGrp="1"/>
          </p:cNvSpPr>
          <p:nvPr>
            <p:ph type="sldNum" sz="quarter" idx="12"/>
          </p:nvPr>
        </p:nvSpPr>
        <p:spPr>
          <a:noFill/>
        </p:spPr>
        <p:txBody>
          <a:bodyPr/>
          <a:lstStyle/>
          <a:p>
            <a:fld id="{21915870-14B1-4D4F-8D78-8D684549A10C}" type="slidenum">
              <a:rPr lang="en-US" altLang="zh-CN" smtClean="0">
                <a:latin typeface="Arial" pitchFamily="34" charset="0"/>
              </a:rPr>
              <a:pPr/>
              <a:t>11</a:t>
            </a:fld>
            <a:endParaRPr lang="en-US" altLang="zh-CN" smtClean="0">
              <a:latin typeface="Arial" pitchFamily="34" charset="0"/>
            </a:endParaRPr>
          </a:p>
        </p:txBody>
      </p:sp>
      <p:sp>
        <p:nvSpPr>
          <p:cNvPr id="410626"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§0.1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光电测试技术概述</a:t>
            </a:r>
          </a:p>
        </p:txBody>
      </p:sp>
      <p:sp>
        <p:nvSpPr>
          <p:cNvPr id="410627" name="Rectangle 3"/>
          <p:cNvSpPr>
            <a:spLocks noGrp="1" noRot="1" noChangeArrowheads="1"/>
          </p:cNvSpPr>
          <p:nvPr>
            <p:ph type="body" idx="1"/>
          </p:nvPr>
        </p:nvSpPr>
        <p:spPr>
          <a:xfrm>
            <a:off x="468313" y="1557338"/>
            <a:ext cx="8142287" cy="4897437"/>
          </a:xfrm>
        </p:spPr>
        <p:txBody>
          <a:bodyPr/>
          <a:lstStyle/>
          <a:p>
            <a:pPr eaLnBrk="1" hangingPunct="1">
              <a:lnSpc>
                <a:spcPct val="90000"/>
              </a:lnSpc>
              <a:defRPr/>
            </a:pPr>
            <a:r>
              <a:rPr lang="zh-CN" altLang="en-US" sz="2000" dirty="0" smtClean="0">
                <a:solidFill>
                  <a:srgbClr val="FF0000"/>
                </a:solidFill>
                <a:ea typeface="黑体" pitchFamily="2" charset="-122"/>
              </a:rPr>
              <a:t>光电测试技术是高新技术之一。</a:t>
            </a:r>
            <a:endParaRPr lang="en-US" altLang="zh-CN" sz="2000" dirty="0" smtClean="0">
              <a:solidFill>
                <a:srgbClr val="FF0000"/>
              </a:solidFill>
              <a:ea typeface="黑体" pitchFamily="2" charset="-122"/>
            </a:endParaRPr>
          </a:p>
          <a:p>
            <a:pPr eaLnBrk="1" hangingPunct="1">
              <a:lnSpc>
                <a:spcPct val="90000"/>
              </a:lnSpc>
              <a:defRPr/>
            </a:pPr>
            <a:endParaRPr lang="zh-CN" altLang="en-US" sz="2000" dirty="0" smtClean="0">
              <a:solidFill>
                <a:srgbClr val="FF0000"/>
              </a:solidFill>
              <a:ea typeface="黑体" pitchFamily="2" charset="-122"/>
            </a:endParaRPr>
          </a:p>
          <a:p>
            <a:pPr eaLnBrk="1" hangingPunct="1">
              <a:lnSpc>
                <a:spcPct val="130000"/>
              </a:lnSpc>
              <a:defRPr/>
            </a:pPr>
            <a:r>
              <a:rPr lang="zh-CN" altLang="en-US" sz="2000" dirty="0" smtClean="0">
                <a:ea typeface="黑体" pitchFamily="2" charset="-122"/>
              </a:rPr>
              <a:t>光电测试技术的发展是随着其它相关技术和理论的发展而发展的。由于激光技术、光波导技术、光电子技术、光纤技术、计算机技术的发展，以及傅里叶光学、非线性光学、现代光学、二元光学和微纳光学的出现和发展，光电测试技术无论从</a:t>
            </a:r>
            <a:r>
              <a:rPr lang="zh-CN" altLang="en-US" sz="2000" dirty="0" smtClean="0">
                <a:solidFill>
                  <a:srgbClr val="FF0000"/>
                </a:solidFill>
                <a:ea typeface="黑体" pitchFamily="2" charset="-122"/>
              </a:rPr>
              <a:t>测试方法、原理、精度、效率</a:t>
            </a:r>
            <a:r>
              <a:rPr lang="zh-CN" altLang="en-US" sz="2000" dirty="0" smtClean="0">
                <a:ea typeface="黑体" pitchFamily="2" charset="-122"/>
              </a:rPr>
              <a:t>，还是适用的</a:t>
            </a:r>
            <a:r>
              <a:rPr lang="zh-CN" altLang="en-US" sz="2000" dirty="0" smtClean="0">
                <a:solidFill>
                  <a:srgbClr val="FF0000"/>
                </a:solidFill>
                <a:ea typeface="黑体" pitchFamily="2" charset="-122"/>
              </a:rPr>
              <a:t>领域</a:t>
            </a:r>
            <a:r>
              <a:rPr lang="zh-CN" altLang="en-US" sz="2000" dirty="0" smtClean="0">
                <a:ea typeface="黑体" pitchFamily="2" charset="-122"/>
              </a:rPr>
              <a:t>范围都获得了巨大发展，是上述相关技术发展的综合体现。</a:t>
            </a:r>
            <a:endParaRPr lang="en-US" altLang="zh-CN" sz="2000" dirty="0" smtClean="0">
              <a:ea typeface="黑体" pitchFamily="2" charset="-122"/>
            </a:endParaRPr>
          </a:p>
          <a:p>
            <a:pPr eaLnBrk="1" hangingPunct="1">
              <a:lnSpc>
                <a:spcPct val="130000"/>
              </a:lnSpc>
              <a:defRPr/>
            </a:pPr>
            <a:r>
              <a:rPr lang="zh-CN" altLang="en-US" sz="2000" dirty="0" smtClean="0">
                <a:ea typeface="黑体" pitchFamily="2" charset="-122"/>
              </a:rPr>
              <a:t>是现代科学技术和现代工农业生产快速发展的重要技术支撑和高新技术之一。</a:t>
            </a:r>
          </a:p>
        </p:txBody>
      </p:sp>
    </p:spTree>
  </p:cSld>
  <p:clrMapOvr>
    <a:masterClrMapping/>
  </p:clrMapOvr>
  <p:transition>
    <p:circl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日期占位符 3"/>
          <p:cNvSpPr>
            <a:spLocks noGrp="1"/>
          </p:cNvSpPr>
          <p:nvPr>
            <p:ph type="dt" sz="quarter" idx="10"/>
          </p:nvPr>
        </p:nvSpPr>
        <p:spPr>
          <a:noFill/>
        </p:spPr>
        <p:txBody>
          <a:bodyPr/>
          <a:lstStyle/>
          <a:p>
            <a:fld id="{7471F3E3-EA45-49FB-A214-9E9228428E6D}" type="datetime1">
              <a:rPr lang="zh-CN" altLang="en-US" smtClean="0">
                <a:latin typeface="Arial" pitchFamily="34" charset="0"/>
              </a:rPr>
              <a:pPr/>
              <a:t>2017/3/5</a:t>
            </a:fld>
            <a:endParaRPr lang="en-US" altLang="zh-CN" smtClean="0">
              <a:latin typeface="Arial" pitchFamily="34" charset="0"/>
            </a:endParaRPr>
          </a:p>
        </p:txBody>
      </p:sp>
      <p:sp>
        <p:nvSpPr>
          <p:cNvPr id="26627" name="灯片编号占位符 5"/>
          <p:cNvSpPr>
            <a:spLocks noGrp="1"/>
          </p:cNvSpPr>
          <p:nvPr>
            <p:ph type="sldNum" sz="quarter" idx="12"/>
          </p:nvPr>
        </p:nvSpPr>
        <p:spPr>
          <a:noFill/>
        </p:spPr>
        <p:txBody>
          <a:bodyPr/>
          <a:lstStyle/>
          <a:p>
            <a:fld id="{F53A8932-B21E-4432-B116-42C0F816C222}" type="slidenum">
              <a:rPr lang="en-US" altLang="zh-CN" smtClean="0">
                <a:latin typeface="Arial" pitchFamily="34" charset="0"/>
              </a:rPr>
              <a:pPr/>
              <a:t>12</a:t>
            </a:fld>
            <a:endParaRPr lang="en-US" altLang="zh-CN" smtClean="0">
              <a:latin typeface="Arial" pitchFamily="34" charset="0"/>
            </a:endParaRPr>
          </a:p>
        </p:txBody>
      </p:sp>
      <p:sp>
        <p:nvSpPr>
          <p:cNvPr id="411650"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§0.1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光电测试技术概述</a:t>
            </a:r>
          </a:p>
        </p:txBody>
      </p:sp>
      <p:sp>
        <p:nvSpPr>
          <p:cNvPr id="411651" name="Rectangle 3"/>
          <p:cNvSpPr>
            <a:spLocks noGrp="1" noRot="1" noChangeArrowheads="1"/>
          </p:cNvSpPr>
          <p:nvPr>
            <p:ph type="body" idx="1"/>
          </p:nvPr>
        </p:nvSpPr>
        <p:spPr>
          <a:xfrm>
            <a:off x="468313" y="1412875"/>
            <a:ext cx="8424862" cy="4897438"/>
          </a:xfrm>
        </p:spPr>
        <p:txBody>
          <a:bodyPr/>
          <a:lstStyle/>
          <a:p>
            <a:pPr eaLnBrk="1" hangingPunct="1">
              <a:lnSpc>
                <a:spcPct val="120000"/>
              </a:lnSpc>
              <a:defRPr/>
            </a:pPr>
            <a:r>
              <a:rPr lang="zh-CN" altLang="en-US" sz="2000" dirty="0" smtClean="0">
                <a:solidFill>
                  <a:srgbClr val="FF0000"/>
                </a:solidFill>
                <a:ea typeface="黑体" pitchFamily="2" charset="-122"/>
              </a:rPr>
              <a:t>光电测试技术原理上的三个特点</a:t>
            </a:r>
            <a:r>
              <a:rPr lang="zh-CN" altLang="en-US" sz="2000" dirty="0" smtClean="0">
                <a:ea typeface="黑体" pitchFamily="2" charset="-122"/>
              </a:rPr>
              <a:t>：</a:t>
            </a:r>
          </a:p>
          <a:p>
            <a:pPr lvl="1" eaLnBrk="1" hangingPunct="1">
              <a:lnSpc>
                <a:spcPct val="120000"/>
              </a:lnSpc>
              <a:defRPr/>
            </a:pPr>
            <a:r>
              <a:rPr lang="zh-CN" altLang="en-US" dirty="0" smtClean="0">
                <a:ea typeface="黑体" pitchFamily="2" charset="-122"/>
              </a:rPr>
              <a:t>从主观光学发展成为客观光学；</a:t>
            </a:r>
          </a:p>
          <a:p>
            <a:pPr lvl="1" eaLnBrk="1" hangingPunct="1">
              <a:lnSpc>
                <a:spcPct val="120000"/>
              </a:lnSpc>
              <a:defRPr/>
            </a:pPr>
            <a:r>
              <a:rPr lang="zh-CN" altLang="en-US" dirty="0" smtClean="0">
                <a:ea typeface="黑体" pitchFamily="2" charset="-122"/>
              </a:rPr>
              <a:t>采用激光光源，单色性、方向性、相干性和稳定性都远远优于传统光源；</a:t>
            </a:r>
          </a:p>
          <a:p>
            <a:pPr lvl="1" eaLnBrk="1" hangingPunct="1">
              <a:lnSpc>
                <a:spcPct val="120000"/>
              </a:lnSpc>
              <a:defRPr/>
            </a:pPr>
            <a:r>
              <a:rPr lang="zh-CN" altLang="en-US" dirty="0" smtClean="0">
                <a:ea typeface="黑体" pitchFamily="2" charset="-122"/>
              </a:rPr>
              <a:t>从光机结合的模式向光机电算一体化的模式转换。</a:t>
            </a:r>
            <a:endParaRPr lang="en-US" altLang="zh-CN" dirty="0" smtClean="0">
              <a:ea typeface="黑体" pitchFamily="2" charset="-122"/>
            </a:endParaRPr>
          </a:p>
          <a:p>
            <a:pPr eaLnBrk="1" hangingPunct="1">
              <a:lnSpc>
                <a:spcPct val="120000"/>
              </a:lnSpc>
              <a:defRPr/>
            </a:pPr>
            <a:r>
              <a:rPr lang="zh-CN" altLang="en-US" sz="2000" dirty="0" smtClean="0">
                <a:solidFill>
                  <a:srgbClr val="FF0000"/>
                </a:solidFill>
                <a:ea typeface="黑体" pitchFamily="2" charset="-122"/>
              </a:rPr>
              <a:t>光电测试技术功能上的三个特点：</a:t>
            </a:r>
          </a:p>
          <a:p>
            <a:pPr lvl="1" eaLnBrk="1" hangingPunct="1">
              <a:lnSpc>
                <a:spcPct val="120000"/>
              </a:lnSpc>
              <a:defRPr/>
            </a:pPr>
            <a:r>
              <a:rPr lang="zh-CN" altLang="en-US" dirty="0" smtClean="0">
                <a:ea typeface="黑体" pitchFamily="2" charset="-122"/>
              </a:rPr>
              <a:t>从静态测量向动态测量发展；</a:t>
            </a:r>
          </a:p>
          <a:p>
            <a:pPr lvl="1" eaLnBrk="1" hangingPunct="1">
              <a:lnSpc>
                <a:spcPct val="120000"/>
              </a:lnSpc>
              <a:defRPr/>
            </a:pPr>
            <a:r>
              <a:rPr lang="zh-CN" altLang="en-US" dirty="0" smtClean="0">
                <a:ea typeface="黑体" pitchFamily="2" charset="-122"/>
              </a:rPr>
              <a:t>从逐点测量向全场测量发展；</a:t>
            </a:r>
          </a:p>
          <a:p>
            <a:pPr lvl="1" eaLnBrk="1" hangingPunct="1">
              <a:lnSpc>
                <a:spcPct val="120000"/>
              </a:lnSpc>
              <a:defRPr/>
            </a:pPr>
            <a:r>
              <a:rPr lang="zh-CN" altLang="en-US" dirty="0" smtClean="0">
                <a:ea typeface="黑体" pitchFamily="2" charset="-122"/>
              </a:rPr>
              <a:t>从低速测量向高速测量发展，同时具有存储、记录功能。</a:t>
            </a:r>
            <a:endParaRPr lang="en-US" altLang="zh-CN" dirty="0" smtClean="0">
              <a:ea typeface="黑体" pitchFamily="2" charset="-122"/>
            </a:endParaRPr>
          </a:p>
          <a:p>
            <a:pPr eaLnBrk="1" hangingPunct="1">
              <a:lnSpc>
                <a:spcPct val="120000"/>
              </a:lnSpc>
              <a:defRPr/>
            </a:pPr>
            <a:r>
              <a:rPr lang="zh-CN" altLang="en-US" sz="2000" dirty="0" smtClean="0">
                <a:ea typeface="黑体" pitchFamily="2" charset="-122"/>
              </a:rPr>
              <a:t>上述特点决定了光电测试的数据量变得很大，数据处理与分析的速度要求更高。</a:t>
            </a:r>
          </a:p>
          <a:p>
            <a:pPr lvl="1" eaLnBrk="1" hangingPunct="1">
              <a:lnSpc>
                <a:spcPct val="120000"/>
              </a:lnSpc>
              <a:defRPr/>
            </a:pPr>
            <a:endParaRPr lang="en-US" altLang="zh-CN" dirty="0" smtClean="0">
              <a:ea typeface="黑体" pitchFamily="2" charset="-122"/>
            </a:endParaRPr>
          </a:p>
        </p:txBody>
      </p:sp>
    </p:spTree>
  </p:cSld>
  <p:clrMapOvr>
    <a:masterClrMapping/>
  </p:clrMapOvr>
  <p:transition>
    <p:circl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日期占位符 3"/>
          <p:cNvSpPr>
            <a:spLocks noGrp="1"/>
          </p:cNvSpPr>
          <p:nvPr>
            <p:ph type="dt" sz="quarter" idx="10"/>
          </p:nvPr>
        </p:nvSpPr>
        <p:spPr>
          <a:noFill/>
        </p:spPr>
        <p:txBody>
          <a:bodyPr/>
          <a:lstStyle/>
          <a:p>
            <a:fld id="{D0D872A1-2483-4140-8BB9-4203AD2CECEF}" type="datetime1">
              <a:rPr lang="zh-CN" altLang="en-US" smtClean="0">
                <a:latin typeface="Arial" pitchFamily="34" charset="0"/>
              </a:rPr>
              <a:pPr/>
              <a:t>2017/3/5</a:t>
            </a:fld>
            <a:endParaRPr lang="en-US" altLang="zh-CN" smtClean="0">
              <a:latin typeface="Arial" pitchFamily="34" charset="0"/>
            </a:endParaRPr>
          </a:p>
        </p:txBody>
      </p:sp>
      <p:sp>
        <p:nvSpPr>
          <p:cNvPr id="27651" name="灯片编号占位符 5"/>
          <p:cNvSpPr>
            <a:spLocks noGrp="1"/>
          </p:cNvSpPr>
          <p:nvPr>
            <p:ph type="sldNum" sz="quarter" idx="12"/>
          </p:nvPr>
        </p:nvSpPr>
        <p:spPr>
          <a:noFill/>
        </p:spPr>
        <p:txBody>
          <a:bodyPr/>
          <a:lstStyle/>
          <a:p>
            <a:fld id="{2810DC23-B941-4A1D-B347-F47AD7CEBF7F}" type="slidenum">
              <a:rPr lang="en-US" altLang="zh-CN" smtClean="0">
                <a:latin typeface="Arial" pitchFamily="34" charset="0"/>
              </a:rPr>
              <a:pPr/>
              <a:t>13</a:t>
            </a:fld>
            <a:endParaRPr lang="en-US" altLang="zh-CN" smtClean="0">
              <a:latin typeface="Arial" pitchFamily="34" charset="0"/>
            </a:endParaRPr>
          </a:p>
        </p:txBody>
      </p:sp>
      <p:sp>
        <p:nvSpPr>
          <p:cNvPr id="412674"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§0.1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光电测试技术概述</a:t>
            </a:r>
          </a:p>
        </p:txBody>
      </p:sp>
      <p:sp>
        <p:nvSpPr>
          <p:cNvPr id="412675" name="Rectangle 3"/>
          <p:cNvSpPr>
            <a:spLocks noGrp="1" noRot="1" noChangeArrowheads="1"/>
          </p:cNvSpPr>
          <p:nvPr>
            <p:ph type="body" idx="1"/>
          </p:nvPr>
        </p:nvSpPr>
        <p:spPr>
          <a:xfrm>
            <a:off x="468313" y="1412875"/>
            <a:ext cx="8424862" cy="4897438"/>
          </a:xfrm>
        </p:spPr>
        <p:txBody>
          <a:bodyPr/>
          <a:lstStyle/>
          <a:p>
            <a:pPr eaLnBrk="1" hangingPunct="1">
              <a:lnSpc>
                <a:spcPct val="105000"/>
              </a:lnSpc>
              <a:defRPr/>
            </a:pPr>
            <a:r>
              <a:rPr lang="zh-CN" altLang="en-US" dirty="0" smtClean="0">
                <a:solidFill>
                  <a:srgbClr val="FF0000"/>
                </a:solidFill>
                <a:ea typeface="黑体" pitchFamily="2" charset="-122"/>
              </a:rPr>
              <a:t>光电测试技术的发展趋势</a:t>
            </a:r>
          </a:p>
          <a:p>
            <a:pPr lvl="1" eaLnBrk="1" hangingPunct="1">
              <a:lnSpc>
                <a:spcPct val="105000"/>
              </a:lnSpc>
              <a:defRPr/>
            </a:pPr>
            <a:r>
              <a:rPr lang="zh-CN" altLang="en-US" dirty="0" smtClean="0">
                <a:ea typeface="黑体" pitchFamily="2" charset="-122"/>
              </a:rPr>
              <a:t>在可以预见的未来，光电测试技术将在以下几个方面获得进一步发展：</a:t>
            </a:r>
          </a:p>
          <a:p>
            <a:pPr marL="914400" lvl="1" indent="-457200">
              <a:buClrTx/>
              <a:buFont typeface="+mj-ea"/>
              <a:buAutoNum type="circleNumDbPlain"/>
              <a:defRPr/>
            </a:pPr>
            <a:r>
              <a:rPr lang="zh-CN" altLang="en-US" dirty="0" smtClean="0">
                <a:latin typeface="Times New Roman" pitchFamily="18" charset="0"/>
                <a:ea typeface="黑体" pitchFamily="2" charset="-122"/>
                <a:cs typeface="Times New Roman" pitchFamily="18" charset="0"/>
              </a:rPr>
              <a:t>亚微米级、纳米级的高精密光电测试方法；</a:t>
            </a:r>
          </a:p>
          <a:p>
            <a:pPr marL="914400" lvl="1" indent="-457200">
              <a:buClrTx/>
              <a:buFont typeface="+mj-ea"/>
              <a:buAutoNum type="circleNumDbPlain"/>
              <a:defRPr/>
            </a:pPr>
            <a:r>
              <a:rPr lang="zh-CN" altLang="en-US" dirty="0" smtClean="0">
                <a:latin typeface="Times New Roman" pitchFamily="18" charset="0"/>
                <a:ea typeface="黑体" pitchFamily="2" charset="-122"/>
                <a:cs typeface="Times New Roman" pitchFamily="18" charset="0"/>
              </a:rPr>
              <a:t>微型化、集成化的微光机电（</a:t>
            </a:r>
            <a:r>
              <a:rPr lang="en-US" dirty="0" smtClean="0">
                <a:latin typeface="Times New Roman" pitchFamily="18" charset="0"/>
                <a:ea typeface="黑体" pitchFamily="2" charset="-122"/>
                <a:cs typeface="Times New Roman" pitchFamily="18" charset="0"/>
              </a:rPr>
              <a:t>MOEMS</a:t>
            </a:r>
            <a:r>
              <a:rPr lang="zh-CN" altLang="en-US" dirty="0" smtClean="0">
                <a:latin typeface="Times New Roman" pitchFamily="18" charset="0"/>
                <a:ea typeface="黑体" pitchFamily="2" charset="-122"/>
                <a:cs typeface="Times New Roman" pitchFamily="18" charset="0"/>
              </a:rPr>
              <a:t>）技术；</a:t>
            </a:r>
          </a:p>
          <a:p>
            <a:pPr marL="914400" lvl="1" indent="-457200">
              <a:buClrTx/>
              <a:buFont typeface="+mj-ea"/>
              <a:buAutoNum type="circleNumDbPlain"/>
              <a:defRPr/>
            </a:pPr>
            <a:r>
              <a:rPr lang="zh-CN" altLang="en-US" dirty="0" smtClean="0">
                <a:latin typeface="Times New Roman" pitchFamily="18" charset="0"/>
                <a:ea typeface="黑体" pitchFamily="2" charset="-122"/>
                <a:cs typeface="Times New Roman" pitchFamily="18" charset="0"/>
              </a:rPr>
              <a:t>高速高效的三维场动态测试技术；</a:t>
            </a:r>
          </a:p>
          <a:p>
            <a:pPr marL="914400" lvl="1" indent="-457200">
              <a:buClrTx/>
              <a:buFont typeface="+mj-ea"/>
              <a:buAutoNum type="circleNumDbPlain"/>
              <a:defRPr/>
            </a:pPr>
            <a:r>
              <a:rPr lang="zh-CN" altLang="en-US" dirty="0" smtClean="0">
                <a:latin typeface="Times New Roman" pitchFamily="18" charset="0"/>
                <a:ea typeface="黑体" pitchFamily="2" charset="-122"/>
                <a:cs typeface="Times New Roman" pitchFamily="18" charset="0"/>
              </a:rPr>
              <a:t>高速度、高灵敏度、高稳定性、大面阵凝视器件等新型光电器件的不断涌现；</a:t>
            </a:r>
          </a:p>
          <a:p>
            <a:pPr marL="914400" lvl="1" indent="-457200">
              <a:buClrTx/>
              <a:buFont typeface="+mj-ea"/>
              <a:buAutoNum type="circleNumDbPlain"/>
              <a:defRPr/>
            </a:pPr>
            <a:r>
              <a:rPr lang="zh-CN" altLang="en-US" dirty="0" smtClean="0">
                <a:latin typeface="Times New Roman" pitchFamily="18" charset="0"/>
                <a:ea typeface="黑体" pitchFamily="2" charset="-122"/>
                <a:cs typeface="Times New Roman" pitchFamily="18" charset="0"/>
              </a:rPr>
              <a:t>新型光源，如超细激光、太赫兹光源等；</a:t>
            </a:r>
          </a:p>
          <a:p>
            <a:pPr marL="914400" lvl="1" indent="-457200">
              <a:buClrTx/>
              <a:buFont typeface="+mj-ea"/>
              <a:buAutoNum type="circleNumDbPlain"/>
              <a:defRPr/>
            </a:pPr>
            <a:r>
              <a:rPr lang="zh-CN" altLang="en-US" dirty="0" smtClean="0">
                <a:latin typeface="Times New Roman" pitchFamily="18" charset="0"/>
                <a:ea typeface="黑体" pitchFamily="2" charset="-122"/>
                <a:cs typeface="Times New Roman" pitchFamily="18" charset="0"/>
              </a:rPr>
              <a:t>新型光学材料，如蓝宝石、陶瓷、</a:t>
            </a:r>
            <a:r>
              <a:rPr lang="en-US" dirty="0" err="1" smtClean="0">
                <a:latin typeface="Times New Roman" pitchFamily="18" charset="0"/>
                <a:ea typeface="黑体" pitchFamily="2" charset="-122"/>
                <a:cs typeface="Times New Roman" pitchFamily="18" charset="0"/>
              </a:rPr>
              <a:t>SiC</a:t>
            </a:r>
            <a:r>
              <a:rPr lang="zh-CN" altLang="en-US" dirty="0" smtClean="0">
                <a:latin typeface="Times New Roman" pitchFamily="18" charset="0"/>
                <a:ea typeface="黑体" pitchFamily="2" charset="-122"/>
                <a:cs typeface="Times New Roman" pitchFamily="18" charset="0"/>
              </a:rPr>
              <a:t>等的广泛应用；</a:t>
            </a:r>
          </a:p>
          <a:p>
            <a:pPr marL="914400" lvl="1" indent="-457200">
              <a:buClrTx/>
              <a:buFont typeface="+mj-ea"/>
              <a:buAutoNum type="circleNumDbPlain"/>
              <a:defRPr/>
            </a:pPr>
            <a:r>
              <a:rPr lang="zh-CN" altLang="en-US" dirty="0" smtClean="0">
                <a:latin typeface="Times New Roman" pitchFamily="18" charset="0"/>
                <a:ea typeface="黑体" pitchFamily="2" charset="-122"/>
                <a:cs typeface="Times New Roman" pitchFamily="18" charset="0"/>
              </a:rPr>
              <a:t>智能化、数字化光电测试系统；</a:t>
            </a:r>
          </a:p>
          <a:p>
            <a:pPr marL="914400" lvl="1" indent="-457200">
              <a:buClrTx/>
              <a:buFont typeface="+mj-ea"/>
              <a:buAutoNum type="circleNumDbPlain"/>
              <a:defRPr/>
            </a:pPr>
            <a:r>
              <a:rPr lang="zh-CN" altLang="en-US" dirty="0" smtClean="0">
                <a:latin typeface="Times New Roman" pitchFamily="18" charset="0"/>
                <a:ea typeface="黑体" pitchFamily="2" charset="-122"/>
                <a:cs typeface="Times New Roman" pitchFamily="18" charset="0"/>
              </a:rPr>
              <a:t>极紫外、紫外、红外、远红外谱段的光电测试技术。</a:t>
            </a:r>
            <a:endParaRPr lang="zh-CN" altLang="en-US" dirty="0">
              <a:latin typeface="Times New Roman" pitchFamily="18" charset="0"/>
              <a:ea typeface="黑体" pitchFamily="2" charset="-122"/>
              <a:cs typeface="Times New Roman" pitchFamily="18" charset="0"/>
            </a:endParaRPr>
          </a:p>
        </p:txBody>
      </p:sp>
    </p:spTree>
  </p:cSld>
  <p:clrMapOvr>
    <a:masterClrMapping/>
  </p:clrMapOvr>
  <p:transition>
    <p:circl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日期占位符 4"/>
          <p:cNvSpPr>
            <a:spLocks noGrp="1"/>
          </p:cNvSpPr>
          <p:nvPr>
            <p:ph type="dt" sz="quarter" idx="10"/>
          </p:nvPr>
        </p:nvSpPr>
        <p:spPr>
          <a:noFill/>
        </p:spPr>
        <p:txBody>
          <a:bodyPr/>
          <a:lstStyle/>
          <a:p>
            <a:fld id="{6D576C9F-7D71-489B-BBD6-9ACF9AC0BE9A}" type="datetime1">
              <a:rPr lang="zh-CN" altLang="en-US" smtClean="0">
                <a:latin typeface="Arial" pitchFamily="34" charset="0"/>
              </a:rPr>
              <a:pPr/>
              <a:t>2017/3/5</a:t>
            </a:fld>
            <a:endParaRPr lang="en-US" altLang="zh-CN" smtClean="0">
              <a:latin typeface="Arial" pitchFamily="34" charset="0"/>
            </a:endParaRPr>
          </a:p>
        </p:txBody>
      </p:sp>
      <p:sp>
        <p:nvSpPr>
          <p:cNvPr id="28675" name="灯片编号占位符 6"/>
          <p:cNvSpPr>
            <a:spLocks noGrp="1"/>
          </p:cNvSpPr>
          <p:nvPr>
            <p:ph type="sldNum" sz="quarter" idx="12"/>
          </p:nvPr>
        </p:nvSpPr>
        <p:spPr>
          <a:noFill/>
        </p:spPr>
        <p:txBody>
          <a:bodyPr/>
          <a:lstStyle/>
          <a:p>
            <a:fld id="{2D6076BE-76A9-4B86-B437-B9AAA338C044}" type="slidenum">
              <a:rPr lang="en-US" altLang="zh-CN" smtClean="0">
                <a:latin typeface="Arial" pitchFamily="34" charset="0"/>
              </a:rPr>
              <a:pPr/>
              <a:t>14</a:t>
            </a:fld>
            <a:endParaRPr lang="en-US" altLang="zh-CN" smtClean="0">
              <a:latin typeface="Arial" pitchFamily="34" charset="0"/>
            </a:endParaRPr>
          </a:p>
        </p:txBody>
      </p:sp>
      <p:sp>
        <p:nvSpPr>
          <p:cNvPr id="417794"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测量数据的处理</a:t>
            </a:r>
          </a:p>
        </p:txBody>
      </p:sp>
      <p:sp>
        <p:nvSpPr>
          <p:cNvPr id="417795" name="Rectangle 3"/>
          <p:cNvSpPr>
            <a:spLocks noGrp="1" noRot="1" noChangeArrowheads="1"/>
          </p:cNvSpPr>
          <p:nvPr>
            <p:ph type="body" sz="half" idx="1"/>
          </p:nvPr>
        </p:nvSpPr>
        <p:spPr>
          <a:xfrm>
            <a:off x="0" y="1484313"/>
            <a:ext cx="8893175" cy="4862512"/>
          </a:xfrm>
        </p:spPr>
        <p:txBody>
          <a:bodyPr/>
          <a:lstStyle/>
          <a:p>
            <a:pPr marL="714375" eaLnBrk="1" hangingPunct="1">
              <a:lnSpc>
                <a:spcPct val="90000"/>
              </a:lnSpc>
              <a:buFont typeface="Wingdings" pitchFamily="2" charset="2"/>
              <a:buNone/>
              <a:defRPr/>
            </a:pPr>
            <a:r>
              <a:rPr lang="en-US" altLang="zh-CN" dirty="0" smtClean="0">
                <a:latin typeface="黑体" pitchFamily="2" charset="-122"/>
                <a:ea typeface="黑体" pitchFamily="2" charset="-122"/>
              </a:rPr>
              <a:t>1</a:t>
            </a:r>
            <a:r>
              <a:rPr lang="zh-CN" altLang="en-US" dirty="0" smtClean="0">
                <a:latin typeface="黑体" pitchFamily="2" charset="-122"/>
                <a:ea typeface="黑体" pitchFamily="2" charset="-122"/>
              </a:rPr>
              <a:t>．</a:t>
            </a:r>
            <a:r>
              <a:rPr lang="zh-CN" altLang="en-US" dirty="0" smtClean="0">
                <a:solidFill>
                  <a:srgbClr val="FF0000"/>
                </a:solidFill>
                <a:latin typeface="黑体" pitchFamily="2" charset="-122"/>
                <a:ea typeface="黑体" pitchFamily="2" charset="-122"/>
              </a:rPr>
              <a:t>误差来源和分类</a:t>
            </a:r>
          </a:p>
          <a:p>
            <a:pPr marL="714375" eaLnBrk="1" hangingPunct="1">
              <a:lnSpc>
                <a:spcPct val="130000"/>
              </a:lnSpc>
              <a:defRPr/>
            </a:pPr>
            <a:r>
              <a:rPr lang="zh-CN" altLang="en-US" dirty="0" smtClean="0">
                <a:latin typeface="黑体" pitchFamily="2" charset="-122"/>
                <a:ea typeface="黑体" pitchFamily="2" charset="-122"/>
              </a:rPr>
              <a:t>误差产生的来源可以归结为以下四类：</a:t>
            </a:r>
          </a:p>
          <a:p>
            <a:pPr marL="1179513" lvl="1" eaLnBrk="1" hangingPunct="1">
              <a:lnSpc>
                <a:spcPct val="130000"/>
              </a:lnSpc>
              <a:defRPr/>
            </a:pPr>
            <a:r>
              <a:rPr lang="zh-CN" altLang="en-US" sz="2400" dirty="0" smtClean="0">
                <a:latin typeface="黑体" pitchFamily="2" charset="-122"/>
                <a:ea typeface="黑体" pitchFamily="2" charset="-122"/>
              </a:rPr>
              <a:t>设备误差、环境误差、人员误差、方法误差</a:t>
            </a:r>
          </a:p>
          <a:p>
            <a:pPr marL="714375" eaLnBrk="1" hangingPunct="1">
              <a:lnSpc>
                <a:spcPct val="130000"/>
              </a:lnSpc>
              <a:defRPr/>
            </a:pPr>
            <a:r>
              <a:rPr lang="zh-CN" altLang="en-US" dirty="0" smtClean="0">
                <a:latin typeface="黑体" pitchFamily="2" charset="-122"/>
                <a:ea typeface="黑体" pitchFamily="2" charset="-122"/>
              </a:rPr>
              <a:t>按照误差的性质可以分为三类</a:t>
            </a:r>
            <a:r>
              <a:rPr lang="en-US" altLang="zh-CN" dirty="0" smtClean="0">
                <a:latin typeface="黑体" pitchFamily="2" charset="-122"/>
                <a:ea typeface="黑体" pitchFamily="2" charset="-122"/>
              </a:rPr>
              <a:t>:</a:t>
            </a:r>
          </a:p>
          <a:p>
            <a:pPr marL="1179513" lvl="1" eaLnBrk="1" hangingPunct="1">
              <a:lnSpc>
                <a:spcPct val="130000"/>
              </a:lnSpc>
              <a:defRPr/>
            </a:pPr>
            <a:r>
              <a:rPr lang="zh-CN" altLang="en-US" dirty="0" smtClean="0">
                <a:latin typeface="黑体" pitchFamily="2" charset="-122"/>
                <a:ea typeface="黑体" pitchFamily="2" charset="-122"/>
              </a:rPr>
              <a:t>系统误差：在同一条件下多次测量同一量时，绝对值和符号保持不变；测量条件改变时，按照确定规律变化的误差称为系统误差。</a:t>
            </a:r>
          </a:p>
          <a:p>
            <a:pPr marL="1179513" lvl="1" eaLnBrk="1" hangingPunct="1">
              <a:lnSpc>
                <a:spcPct val="130000"/>
              </a:lnSpc>
              <a:defRPr/>
            </a:pPr>
            <a:r>
              <a:rPr lang="zh-CN" altLang="en-US" dirty="0" smtClean="0">
                <a:latin typeface="黑体" pitchFamily="2" charset="-122"/>
                <a:ea typeface="黑体" pitchFamily="2" charset="-122"/>
              </a:rPr>
              <a:t>偶然误差：在实际相同的测量条件下，多次测量同一量时，绝对值和符号以不可预测的方式变化着的误差成为偶然误差。</a:t>
            </a:r>
          </a:p>
          <a:p>
            <a:pPr marL="1179513" lvl="1" eaLnBrk="1" hangingPunct="1">
              <a:lnSpc>
                <a:spcPct val="130000"/>
              </a:lnSpc>
              <a:defRPr/>
            </a:pPr>
            <a:r>
              <a:rPr lang="zh-CN" altLang="en-US" dirty="0" smtClean="0">
                <a:latin typeface="黑体" pitchFamily="2" charset="-122"/>
                <a:ea typeface="黑体" pitchFamily="2" charset="-122"/>
              </a:rPr>
              <a:t>粗大误差：超出在规定条件下预期的误差称为粗大误差。</a:t>
            </a:r>
          </a:p>
        </p:txBody>
      </p:sp>
    </p:spTree>
  </p:cSld>
  <p:clrMapOvr>
    <a:masterClrMapping/>
  </p:clrMapOvr>
  <p:transition>
    <p:circl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日期占位符 4"/>
          <p:cNvSpPr>
            <a:spLocks noGrp="1"/>
          </p:cNvSpPr>
          <p:nvPr>
            <p:ph type="dt" sz="quarter" idx="10"/>
          </p:nvPr>
        </p:nvSpPr>
        <p:spPr>
          <a:noFill/>
        </p:spPr>
        <p:txBody>
          <a:bodyPr/>
          <a:lstStyle/>
          <a:p>
            <a:fld id="{6927CF78-ECDA-4653-B366-5495335A3F18}" type="datetime1">
              <a:rPr lang="zh-CN" altLang="en-US" smtClean="0">
                <a:latin typeface="Arial" pitchFamily="34" charset="0"/>
              </a:rPr>
              <a:pPr/>
              <a:t>2017/3/5</a:t>
            </a:fld>
            <a:endParaRPr lang="en-US" altLang="zh-CN" smtClean="0">
              <a:latin typeface="Arial" pitchFamily="34" charset="0"/>
            </a:endParaRPr>
          </a:p>
        </p:txBody>
      </p:sp>
      <p:sp>
        <p:nvSpPr>
          <p:cNvPr id="29699" name="灯片编号占位符 6"/>
          <p:cNvSpPr>
            <a:spLocks noGrp="1"/>
          </p:cNvSpPr>
          <p:nvPr>
            <p:ph type="sldNum" sz="quarter" idx="12"/>
          </p:nvPr>
        </p:nvSpPr>
        <p:spPr>
          <a:noFill/>
        </p:spPr>
        <p:txBody>
          <a:bodyPr/>
          <a:lstStyle/>
          <a:p>
            <a:fld id="{39EB37BF-06AF-4767-8A7B-0BA27087C15A}" type="slidenum">
              <a:rPr lang="en-US" altLang="zh-CN" smtClean="0">
                <a:latin typeface="Arial" pitchFamily="34" charset="0"/>
              </a:rPr>
              <a:pPr/>
              <a:t>15</a:t>
            </a:fld>
            <a:endParaRPr lang="en-US" altLang="zh-CN" smtClean="0">
              <a:latin typeface="Arial" pitchFamily="34" charset="0"/>
            </a:endParaRPr>
          </a:p>
        </p:txBody>
      </p:sp>
      <p:sp>
        <p:nvSpPr>
          <p:cNvPr id="418819" name="Rectangle 3"/>
          <p:cNvSpPr>
            <a:spLocks noGrp="1" noRot="1" noChangeArrowheads="1"/>
          </p:cNvSpPr>
          <p:nvPr>
            <p:ph type="body" sz="half" idx="1"/>
          </p:nvPr>
        </p:nvSpPr>
        <p:spPr>
          <a:xfrm>
            <a:off x="0" y="1484313"/>
            <a:ext cx="8912225" cy="4862512"/>
          </a:xfrm>
        </p:spPr>
        <p:txBody>
          <a:bodyPr/>
          <a:lstStyle/>
          <a:p>
            <a:pPr marL="714375" algn="just" eaLnBrk="1" hangingPunct="1">
              <a:buFont typeface="Wingdings" pitchFamily="2" charset="2"/>
              <a:buNone/>
              <a:defRPr/>
            </a:pPr>
            <a:r>
              <a:rPr lang="en-US" altLang="zh-CN" dirty="0" smtClean="0">
                <a:latin typeface="Times New Roman" pitchFamily="18" charset="0"/>
                <a:ea typeface="黑体" pitchFamily="2" charset="-122"/>
              </a:rPr>
              <a:t>2</a:t>
            </a:r>
            <a:r>
              <a:rPr lang="zh-CN" altLang="en-US" dirty="0" smtClean="0">
                <a:latin typeface="Times New Roman" pitchFamily="18" charset="0"/>
                <a:ea typeface="黑体" pitchFamily="2" charset="-122"/>
              </a:rPr>
              <a:t>．</a:t>
            </a:r>
            <a:r>
              <a:rPr lang="zh-CN" altLang="en-US" dirty="0" smtClean="0">
                <a:solidFill>
                  <a:srgbClr val="FF0000"/>
                </a:solidFill>
                <a:latin typeface="Times New Roman" pitchFamily="18" charset="0"/>
                <a:ea typeface="黑体" pitchFamily="2" charset="-122"/>
              </a:rPr>
              <a:t>测量误差的表述</a:t>
            </a:r>
            <a:r>
              <a:rPr lang="en-US" altLang="zh-CN" dirty="0" smtClean="0">
                <a:solidFill>
                  <a:srgbClr val="FF0000"/>
                </a:solidFill>
                <a:latin typeface="Times New Roman" pitchFamily="18" charset="0"/>
                <a:ea typeface="黑体" pitchFamily="2" charset="-122"/>
              </a:rPr>
              <a:t>—</a:t>
            </a:r>
            <a:r>
              <a:rPr lang="zh-CN" altLang="en-US" dirty="0" smtClean="0">
                <a:solidFill>
                  <a:srgbClr val="FF0000"/>
                </a:solidFill>
                <a:latin typeface="Times New Roman" pitchFamily="18" charset="0"/>
                <a:ea typeface="黑体" pitchFamily="2" charset="-122"/>
              </a:rPr>
              <a:t>不确定度</a:t>
            </a:r>
            <a:r>
              <a:rPr lang="en-US" altLang="zh-CN" dirty="0" smtClean="0">
                <a:latin typeface="Times New Roman" pitchFamily="18" charset="0"/>
                <a:ea typeface="黑体" pitchFamily="2" charset="-122"/>
              </a:rPr>
              <a:t>(Uncertainty)</a:t>
            </a:r>
          </a:p>
          <a:p>
            <a:pPr marL="714375" eaLnBrk="1" hangingPunct="1">
              <a:defRPr/>
            </a:pPr>
            <a:r>
              <a:rPr lang="zh-CN" altLang="en-US" dirty="0" smtClean="0">
                <a:latin typeface="Times New Roman" pitchFamily="18" charset="0"/>
                <a:ea typeface="黑体" pitchFamily="2" charset="-122"/>
              </a:rPr>
              <a:t>目前国内外多采用</a:t>
            </a:r>
            <a:r>
              <a:rPr lang="en-US" altLang="zh-CN" dirty="0" smtClean="0">
                <a:latin typeface="Times New Roman" pitchFamily="18" charset="0"/>
                <a:ea typeface="黑体" pitchFamily="2" charset="-122"/>
              </a:rPr>
              <a:t>ISO1993(E)</a:t>
            </a:r>
            <a:r>
              <a:rPr lang="zh-CN" altLang="en-US" dirty="0" smtClean="0">
                <a:latin typeface="Times New Roman" pitchFamily="18" charset="0"/>
                <a:ea typeface="黑体" pitchFamily="2" charset="-122"/>
              </a:rPr>
              <a:t>指南所规定的测量不确定度来 表征测量结果质量。测量不确定度是定量的、可操作的质量指标，测量结果附有不确定度说明时才是完整和有意义的。</a:t>
            </a:r>
          </a:p>
          <a:p>
            <a:pPr marL="714375" eaLnBrk="1" hangingPunct="1">
              <a:defRPr/>
            </a:pPr>
            <a:r>
              <a:rPr lang="zh-CN" altLang="en-US" dirty="0" smtClean="0">
                <a:latin typeface="Times New Roman" pitchFamily="18" charset="0"/>
                <a:ea typeface="黑体" pitchFamily="2" charset="-122"/>
              </a:rPr>
              <a:t>测量不确定度是指对测量结果不能肯定的程度。它反映了对被测量的真值的认识的不足。</a:t>
            </a:r>
          </a:p>
          <a:p>
            <a:pPr marL="714375" eaLnBrk="1" hangingPunct="1">
              <a:defRPr/>
            </a:pPr>
            <a:r>
              <a:rPr lang="zh-CN" altLang="en-US" dirty="0" smtClean="0">
                <a:latin typeface="Times New Roman" pitchFamily="18" charset="0"/>
                <a:ea typeface="黑体" pitchFamily="2" charset="-122"/>
              </a:rPr>
              <a:t>经测量，合理地赋予被测量的值不是唯一的，而是有许多个可能的值。真值在何处并不知道，而只可能获知一个最佳估计值，而真值是在最佳估计值的一个不确定度范围内。不确定度小，误差肯定也小，但误差不可能准确知道；不确定度大，误差或大或小，限于认识水平，误差尚不清楚。 </a:t>
            </a:r>
          </a:p>
          <a:p>
            <a:pPr marL="714375" algn="just" eaLnBrk="1" hangingPunct="1">
              <a:buFont typeface="Wingdings" pitchFamily="2" charset="2"/>
              <a:buNone/>
              <a:defRPr/>
            </a:pPr>
            <a:endParaRPr lang="zh-CN" altLang="en-US" dirty="0" smtClean="0">
              <a:latin typeface="Times New Roman" pitchFamily="18" charset="0"/>
              <a:ea typeface="黑体" pitchFamily="2" charset="-122"/>
            </a:endParaRPr>
          </a:p>
          <a:p>
            <a:pPr marL="714375" algn="just" eaLnBrk="1" hangingPunct="1">
              <a:buFont typeface="Wingdings" pitchFamily="2" charset="2"/>
              <a:buNone/>
              <a:defRPr/>
            </a:pPr>
            <a:endParaRPr lang="en-US" altLang="zh-CN" dirty="0" smtClean="0">
              <a:latin typeface="Times New Roman" pitchFamily="18" charset="0"/>
              <a:ea typeface="黑体" pitchFamily="2" charset="-122"/>
            </a:endParaRPr>
          </a:p>
        </p:txBody>
      </p:sp>
      <p:sp>
        <p:nvSpPr>
          <p:cNvPr id="7"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测量数据的处理</a:t>
            </a:r>
          </a:p>
        </p:txBody>
      </p:sp>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8819">
                                            <p:txEl>
                                              <p:pRg st="2" end="2"/>
                                            </p:txEl>
                                          </p:spTgt>
                                        </p:tgtEl>
                                        <p:attrNameLst>
                                          <p:attrName>style.visibility</p:attrName>
                                        </p:attrNameLst>
                                      </p:cBhvr>
                                      <p:to>
                                        <p:strVal val="visible"/>
                                      </p:to>
                                    </p:set>
                                    <p:anim calcmode="lin" valueType="num">
                                      <p:cBhvr additive="base">
                                        <p:cTn id="7" dur="500" fill="hold"/>
                                        <p:tgtEl>
                                          <p:spTgt spid="41881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88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18819">
                                            <p:txEl>
                                              <p:pRg st="3" end="3"/>
                                            </p:txEl>
                                          </p:spTgt>
                                        </p:tgtEl>
                                        <p:attrNameLst>
                                          <p:attrName>style.visibility</p:attrName>
                                        </p:attrNameLst>
                                      </p:cBhvr>
                                      <p:to>
                                        <p:strVal val="visible"/>
                                      </p:to>
                                    </p:set>
                                    <p:anim calcmode="lin" valueType="num">
                                      <p:cBhvr additive="base">
                                        <p:cTn id="13" dur="500" fill="hold"/>
                                        <p:tgtEl>
                                          <p:spTgt spid="418819">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1881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日期占位符 4"/>
          <p:cNvSpPr>
            <a:spLocks noGrp="1"/>
          </p:cNvSpPr>
          <p:nvPr>
            <p:ph type="dt" sz="quarter" idx="10"/>
          </p:nvPr>
        </p:nvSpPr>
        <p:spPr>
          <a:noFill/>
        </p:spPr>
        <p:txBody>
          <a:bodyPr/>
          <a:lstStyle/>
          <a:p>
            <a:fld id="{B0FF7381-91C7-4511-BAB4-346E144EAF4F}" type="datetime1">
              <a:rPr lang="zh-CN" altLang="en-US" smtClean="0">
                <a:latin typeface="Arial" pitchFamily="34" charset="0"/>
              </a:rPr>
              <a:pPr/>
              <a:t>2017/3/5</a:t>
            </a:fld>
            <a:endParaRPr lang="en-US" altLang="zh-CN" smtClean="0">
              <a:latin typeface="Arial" pitchFamily="34" charset="0"/>
            </a:endParaRPr>
          </a:p>
        </p:txBody>
      </p:sp>
      <p:sp>
        <p:nvSpPr>
          <p:cNvPr id="30723" name="灯片编号占位符 6"/>
          <p:cNvSpPr>
            <a:spLocks noGrp="1"/>
          </p:cNvSpPr>
          <p:nvPr>
            <p:ph type="sldNum" sz="quarter" idx="12"/>
          </p:nvPr>
        </p:nvSpPr>
        <p:spPr>
          <a:noFill/>
        </p:spPr>
        <p:txBody>
          <a:bodyPr/>
          <a:lstStyle/>
          <a:p>
            <a:fld id="{755854D4-F70D-4145-AFBC-8174B924E961}" type="slidenum">
              <a:rPr lang="en-US" altLang="zh-CN" smtClean="0">
                <a:latin typeface="Arial" pitchFamily="34" charset="0"/>
              </a:rPr>
              <a:pPr/>
              <a:t>16</a:t>
            </a:fld>
            <a:endParaRPr lang="en-US" altLang="zh-CN" smtClean="0">
              <a:latin typeface="Arial" pitchFamily="34" charset="0"/>
            </a:endParaRPr>
          </a:p>
        </p:txBody>
      </p:sp>
      <p:sp>
        <p:nvSpPr>
          <p:cNvPr id="419843" name="Rectangle 3"/>
          <p:cNvSpPr>
            <a:spLocks noGrp="1" noRot="1" noChangeArrowheads="1"/>
          </p:cNvSpPr>
          <p:nvPr>
            <p:ph type="body" sz="half" idx="1"/>
          </p:nvPr>
        </p:nvSpPr>
        <p:spPr>
          <a:xfrm>
            <a:off x="0" y="1601788"/>
            <a:ext cx="8893175" cy="5256212"/>
          </a:xfrm>
        </p:spPr>
        <p:txBody>
          <a:bodyPr/>
          <a:lstStyle/>
          <a:p>
            <a:pPr marL="714375" algn="just" eaLnBrk="1" hangingPunct="1">
              <a:lnSpc>
                <a:spcPct val="80000"/>
              </a:lnSpc>
              <a:buFont typeface="Wingdings" pitchFamily="2" charset="2"/>
              <a:buNone/>
              <a:defRPr/>
            </a:pPr>
            <a:r>
              <a:rPr lang="en-US" altLang="zh-CN" dirty="0" smtClean="0">
                <a:latin typeface="Times New Roman" pitchFamily="18" charset="0"/>
                <a:ea typeface="黑体" pitchFamily="2" charset="-122"/>
              </a:rPr>
              <a:t>2</a:t>
            </a:r>
            <a:r>
              <a:rPr lang="zh-CN" altLang="en-US" dirty="0" smtClean="0">
                <a:latin typeface="Times New Roman" pitchFamily="18" charset="0"/>
                <a:ea typeface="黑体" pitchFamily="2" charset="-122"/>
              </a:rPr>
              <a:t>．</a:t>
            </a:r>
            <a:r>
              <a:rPr lang="zh-CN" altLang="en-US" dirty="0" smtClean="0">
                <a:solidFill>
                  <a:srgbClr val="FF0000"/>
                </a:solidFill>
                <a:latin typeface="Times New Roman" pitchFamily="18" charset="0"/>
                <a:ea typeface="黑体" pitchFamily="2" charset="-122"/>
              </a:rPr>
              <a:t>测量误差的表述</a:t>
            </a:r>
            <a:r>
              <a:rPr lang="en-US" altLang="zh-CN" dirty="0" smtClean="0">
                <a:solidFill>
                  <a:srgbClr val="FF0000"/>
                </a:solidFill>
                <a:latin typeface="Times New Roman" pitchFamily="18" charset="0"/>
                <a:ea typeface="黑体" pitchFamily="2" charset="-122"/>
              </a:rPr>
              <a:t>—</a:t>
            </a:r>
            <a:r>
              <a:rPr lang="zh-CN" altLang="en-US" dirty="0" smtClean="0">
                <a:solidFill>
                  <a:srgbClr val="FF0000"/>
                </a:solidFill>
                <a:latin typeface="Times New Roman" pitchFamily="18" charset="0"/>
                <a:ea typeface="黑体" pitchFamily="2" charset="-122"/>
              </a:rPr>
              <a:t>不确定度</a:t>
            </a:r>
            <a:r>
              <a:rPr lang="en-US" altLang="zh-CN" dirty="0" smtClean="0">
                <a:latin typeface="Times New Roman" pitchFamily="18" charset="0"/>
                <a:ea typeface="黑体" pitchFamily="2" charset="-122"/>
              </a:rPr>
              <a:t>(Uncertainty)</a:t>
            </a:r>
          </a:p>
          <a:p>
            <a:pPr marL="714375" eaLnBrk="1" hangingPunct="1">
              <a:lnSpc>
                <a:spcPct val="80000"/>
              </a:lnSpc>
              <a:defRPr/>
            </a:pPr>
            <a:r>
              <a:rPr lang="zh-CN" altLang="en-US" dirty="0" smtClean="0">
                <a:latin typeface="Times New Roman" pitchFamily="18" charset="0"/>
                <a:ea typeface="黑体" pitchFamily="2" charset="-122"/>
              </a:rPr>
              <a:t>下面是</a:t>
            </a:r>
            <a:r>
              <a:rPr lang="en-US" altLang="zh-CN" dirty="0" smtClean="0">
                <a:latin typeface="Times New Roman" pitchFamily="18" charset="0"/>
                <a:ea typeface="黑体" pitchFamily="2" charset="-122"/>
              </a:rPr>
              <a:t>ISO1993(E)</a:t>
            </a:r>
            <a:r>
              <a:rPr lang="zh-CN" altLang="en-US" dirty="0" smtClean="0">
                <a:latin typeface="Times New Roman" pitchFamily="18" charset="0"/>
                <a:ea typeface="黑体" pitchFamily="2" charset="-122"/>
              </a:rPr>
              <a:t>指南所规定的几个术语。</a:t>
            </a:r>
          </a:p>
          <a:p>
            <a:pPr marL="714375" eaLnBrk="1" hangingPunct="1">
              <a:lnSpc>
                <a:spcPct val="105000"/>
              </a:lnSpc>
              <a:defRPr/>
            </a:pPr>
            <a:r>
              <a:rPr lang="zh-CN" altLang="en-US" dirty="0" smtClean="0">
                <a:latin typeface="Times New Roman" pitchFamily="18" charset="0"/>
                <a:ea typeface="黑体" pitchFamily="2" charset="-122"/>
              </a:rPr>
              <a:t>标准不确定度</a:t>
            </a:r>
            <a:r>
              <a:rPr lang="en-US" altLang="zh-CN" dirty="0" smtClean="0">
                <a:latin typeface="Times New Roman" pitchFamily="18" charset="0"/>
                <a:ea typeface="黑体" pitchFamily="2" charset="-122"/>
              </a:rPr>
              <a:t>(Standard Uncertainty)</a:t>
            </a:r>
            <a:r>
              <a:rPr lang="zh-CN" altLang="en-US" dirty="0" smtClean="0">
                <a:latin typeface="Times New Roman" pitchFamily="18" charset="0"/>
                <a:ea typeface="黑体" pitchFamily="2" charset="-122"/>
              </a:rPr>
              <a:t>：用标准偏差表示的测量结果的不确定度，用符号 </a:t>
            </a:r>
            <a:r>
              <a:rPr lang="en-US" altLang="zh-CN" i="1" dirty="0" smtClean="0">
                <a:latin typeface="Times New Roman" pitchFamily="18" charset="0"/>
                <a:ea typeface="黑体" pitchFamily="2" charset="-122"/>
              </a:rPr>
              <a:t>u </a:t>
            </a:r>
            <a:r>
              <a:rPr lang="zh-CN" altLang="en-US" dirty="0" smtClean="0">
                <a:latin typeface="Times New Roman" pitchFamily="18" charset="0"/>
                <a:ea typeface="黑体" pitchFamily="2" charset="-122"/>
              </a:rPr>
              <a:t>表示。</a:t>
            </a:r>
          </a:p>
          <a:p>
            <a:pPr marL="714375" eaLnBrk="1" hangingPunct="1">
              <a:lnSpc>
                <a:spcPct val="105000"/>
              </a:lnSpc>
              <a:defRPr/>
            </a:pPr>
            <a:r>
              <a:rPr lang="zh-CN" altLang="en-US" dirty="0" smtClean="0">
                <a:latin typeface="Times New Roman" pitchFamily="18" charset="0"/>
                <a:ea typeface="黑体" pitchFamily="2" charset="-122"/>
              </a:rPr>
              <a:t>合成（标准）不确定度</a:t>
            </a:r>
            <a:r>
              <a:rPr lang="en-US" altLang="zh-CN" dirty="0" smtClean="0">
                <a:latin typeface="Times New Roman" pitchFamily="18" charset="0"/>
                <a:ea typeface="黑体" pitchFamily="2" charset="-122"/>
              </a:rPr>
              <a:t>(Combined Standard Uncertainty)</a:t>
            </a:r>
            <a:r>
              <a:rPr lang="zh-CN" altLang="en-US" dirty="0" smtClean="0">
                <a:latin typeface="Times New Roman" pitchFamily="18" charset="0"/>
                <a:ea typeface="黑体" pitchFamily="2" charset="-122"/>
              </a:rPr>
              <a:t>：    当测量结果由若干其它量（输入量，也包括影响量）得来时，测量结果的合成标准不确定度等于这些量的方差和协方差加权和的正平方根，用符号 </a:t>
            </a:r>
            <a:r>
              <a:rPr lang="en-US" altLang="zh-CN" i="1" dirty="0" err="1" smtClean="0">
                <a:latin typeface="Times New Roman" pitchFamily="18" charset="0"/>
                <a:ea typeface="黑体" pitchFamily="2" charset="-122"/>
              </a:rPr>
              <a:t>u</a:t>
            </a:r>
            <a:r>
              <a:rPr lang="en-US" altLang="zh-CN" baseline="-25000" dirty="0" err="1" smtClean="0">
                <a:latin typeface="Times New Roman" pitchFamily="18" charset="0"/>
                <a:ea typeface="黑体" pitchFamily="2" charset="-122"/>
              </a:rPr>
              <a:t>c</a:t>
            </a:r>
            <a:r>
              <a:rPr lang="en-US" altLang="zh-CN" baseline="-25000" dirty="0" smtClean="0">
                <a:latin typeface="Times New Roman" pitchFamily="18" charset="0"/>
                <a:ea typeface="黑体" pitchFamily="2" charset="-122"/>
              </a:rPr>
              <a:t> </a:t>
            </a:r>
            <a:r>
              <a:rPr lang="zh-CN" altLang="en-US" dirty="0" smtClean="0">
                <a:latin typeface="Times New Roman" pitchFamily="18" charset="0"/>
                <a:ea typeface="黑体" pitchFamily="2" charset="-122"/>
              </a:rPr>
              <a:t>表示。</a:t>
            </a:r>
          </a:p>
          <a:p>
            <a:pPr marL="714375" eaLnBrk="1" hangingPunct="1">
              <a:lnSpc>
                <a:spcPct val="105000"/>
              </a:lnSpc>
              <a:defRPr/>
            </a:pPr>
            <a:r>
              <a:rPr lang="zh-CN" altLang="en-US" dirty="0" smtClean="0">
                <a:latin typeface="Times New Roman" pitchFamily="18" charset="0"/>
                <a:ea typeface="黑体" pitchFamily="2" charset="-122"/>
              </a:rPr>
              <a:t>扩展不确定度</a:t>
            </a:r>
            <a:r>
              <a:rPr lang="en-US" altLang="zh-CN" dirty="0" smtClean="0">
                <a:latin typeface="Times New Roman" pitchFamily="18" charset="0"/>
                <a:ea typeface="黑体" pitchFamily="2" charset="-122"/>
              </a:rPr>
              <a:t>(Expanded Uncertainty)</a:t>
            </a:r>
            <a:r>
              <a:rPr lang="zh-CN" altLang="en-US" dirty="0" smtClean="0">
                <a:latin typeface="Times New Roman" pitchFamily="18" charset="0"/>
                <a:ea typeface="黑体" pitchFamily="2" charset="-122"/>
              </a:rPr>
              <a:t>：规定了测量结果取值区间的半宽度，该区间包含了合理赋予被测量值的分布的大部分，用符号</a:t>
            </a:r>
            <a:r>
              <a:rPr lang="en-US" altLang="zh-CN" i="1" dirty="0" smtClean="0">
                <a:latin typeface="Times New Roman" pitchFamily="18" charset="0"/>
                <a:ea typeface="黑体" pitchFamily="2" charset="-122"/>
              </a:rPr>
              <a:t>U</a:t>
            </a:r>
            <a:r>
              <a:rPr lang="zh-CN" altLang="en-US" dirty="0" smtClean="0">
                <a:latin typeface="Times New Roman" pitchFamily="18" charset="0"/>
                <a:ea typeface="黑体" pitchFamily="2" charset="-122"/>
              </a:rPr>
              <a:t>表示。</a:t>
            </a:r>
          </a:p>
        </p:txBody>
      </p:sp>
      <p:sp>
        <p:nvSpPr>
          <p:cNvPr id="7" name="Rectangle 2"/>
          <p:cNvSpPr txBox="1">
            <a:spLocks noRot="1" noChangeArrowheads="1"/>
          </p:cNvSpPr>
          <p:nvPr/>
        </p:nvSpPr>
        <p:spPr bwMode="auto">
          <a:xfrm>
            <a:off x="450850" y="381000"/>
            <a:ext cx="8540750" cy="1143000"/>
          </a:xfrm>
          <a:prstGeom prst="rect">
            <a:avLst/>
          </a:prstGeom>
          <a:noFill/>
          <a:ln w="9525">
            <a:noFill/>
            <a:miter lim="800000"/>
            <a:headEnd/>
            <a:tailEnd/>
          </a:ln>
        </p:spPr>
        <p:txBody>
          <a:bodyPr anchor="ctr"/>
          <a:lstStyle/>
          <a:p>
            <a:pPr algn="ctr">
              <a:defRPr/>
            </a:pPr>
            <a:r>
              <a:rPr lang="en-US" altLang="zh-CN" sz="4000" b="1" kern="0">
                <a:effectLst>
                  <a:outerShdw blurRad="38100" dist="38100" dir="2700000" algn="tl">
                    <a:srgbClr val="C0C0C0"/>
                  </a:outerShdw>
                </a:effectLst>
                <a:latin typeface="Times New Roman" pitchFamily="18" charset="0"/>
                <a:ea typeface="黑体" pitchFamily="2" charset="-122"/>
                <a:cs typeface="+mj-cs"/>
              </a:rPr>
              <a:t>§0.2  </a:t>
            </a:r>
            <a:r>
              <a:rPr lang="zh-CN" altLang="en-US" sz="4000" b="1" kern="0">
                <a:effectLst>
                  <a:outerShdw blurRad="38100" dist="38100" dir="2700000" algn="tl">
                    <a:srgbClr val="C0C0C0"/>
                  </a:outerShdw>
                </a:effectLst>
                <a:latin typeface="Times New Roman" pitchFamily="18" charset="0"/>
                <a:ea typeface="黑体" pitchFamily="2" charset="-122"/>
                <a:cs typeface="+mj-cs"/>
              </a:rPr>
              <a:t>测量数据的处理</a:t>
            </a:r>
            <a:endParaRPr lang="zh-CN" altLang="en-US" sz="4000" b="1" kern="0" dirty="0">
              <a:effectLst>
                <a:outerShdw blurRad="38100" dist="38100" dir="2700000" algn="tl">
                  <a:srgbClr val="C0C0C0"/>
                </a:outerShdw>
              </a:effectLst>
              <a:latin typeface="Times New Roman" pitchFamily="18" charset="0"/>
              <a:ea typeface="黑体" pitchFamily="2" charset="-122"/>
              <a:cs typeface="+mj-cs"/>
            </a:endParaRPr>
          </a:p>
        </p:txBody>
      </p:sp>
    </p:spTree>
  </p:cSld>
  <p:clrMapOvr>
    <a:masterClrMapping/>
  </p:clrMapOvr>
  <p:transition>
    <p:circl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占位符 4"/>
          <p:cNvSpPr>
            <a:spLocks noGrp="1"/>
          </p:cNvSpPr>
          <p:nvPr>
            <p:ph type="dt" sz="quarter" idx="10"/>
          </p:nvPr>
        </p:nvSpPr>
        <p:spPr>
          <a:noFill/>
        </p:spPr>
        <p:txBody>
          <a:bodyPr/>
          <a:lstStyle/>
          <a:p>
            <a:fld id="{4F488D43-05E2-4301-8703-27317F2F7DD5}" type="datetime1">
              <a:rPr lang="zh-CN" altLang="en-US" smtClean="0">
                <a:latin typeface="Arial" pitchFamily="34" charset="0"/>
              </a:rPr>
              <a:pPr/>
              <a:t>2017/3/5</a:t>
            </a:fld>
            <a:endParaRPr lang="en-US" altLang="zh-CN" smtClean="0">
              <a:latin typeface="Arial" pitchFamily="34" charset="0"/>
            </a:endParaRPr>
          </a:p>
        </p:txBody>
      </p:sp>
      <p:sp>
        <p:nvSpPr>
          <p:cNvPr id="31747" name="灯片编号占位符 6"/>
          <p:cNvSpPr>
            <a:spLocks noGrp="1"/>
          </p:cNvSpPr>
          <p:nvPr>
            <p:ph type="sldNum" sz="quarter" idx="12"/>
          </p:nvPr>
        </p:nvSpPr>
        <p:spPr>
          <a:noFill/>
        </p:spPr>
        <p:txBody>
          <a:bodyPr/>
          <a:lstStyle/>
          <a:p>
            <a:fld id="{A8FEB1EF-75D3-4156-BEF9-7ED4B92F1A6A}" type="slidenum">
              <a:rPr lang="en-US" altLang="zh-CN" smtClean="0">
                <a:latin typeface="Arial" pitchFamily="34" charset="0"/>
              </a:rPr>
              <a:pPr/>
              <a:t>17</a:t>
            </a:fld>
            <a:endParaRPr lang="en-US" altLang="zh-CN" smtClean="0">
              <a:latin typeface="Arial" pitchFamily="34" charset="0"/>
            </a:endParaRPr>
          </a:p>
        </p:txBody>
      </p:sp>
      <p:sp>
        <p:nvSpPr>
          <p:cNvPr id="420867" name="Rectangle 3"/>
          <p:cNvSpPr>
            <a:spLocks noGrp="1" noRot="1" noChangeArrowheads="1"/>
          </p:cNvSpPr>
          <p:nvPr>
            <p:ph type="body" sz="half" idx="1"/>
          </p:nvPr>
        </p:nvSpPr>
        <p:spPr>
          <a:xfrm>
            <a:off x="0" y="1601788"/>
            <a:ext cx="8893175" cy="5256212"/>
          </a:xfrm>
        </p:spPr>
        <p:txBody>
          <a:bodyPr/>
          <a:lstStyle/>
          <a:p>
            <a:pPr marL="714375" algn="just" eaLnBrk="1" hangingPunct="1">
              <a:lnSpc>
                <a:spcPct val="80000"/>
              </a:lnSpc>
              <a:buFont typeface="Wingdings" pitchFamily="2" charset="2"/>
              <a:buNone/>
              <a:defRPr/>
            </a:pPr>
            <a:r>
              <a:rPr lang="en-US" altLang="zh-CN" dirty="0" smtClean="0">
                <a:latin typeface="Times New Roman" pitchFamily="18" charset="0"/>
                <a:ea typeface="黑体" pitchFamily="2" charset="-122"/>
              </a:rPr>
              <a:t>2</a:t>
            </a:r>
            <a:r>
              <a:rPr lang="zh-CN" altLang="en-US" dirty="0" smtClean="0">
                <a:latin typeface="Times New Roman" pitchFamily="18" charset="0"/>
                <a:ea typeface="黑体" pitchFamily="2" charset="-122"/>
              </a:rPr>
              <a:t>．</a:t>
            </a:r>
            <a:r>
              <a:rPr lang="zh-CN" altLang="en-US" dirty="0" smtClean="0">
                <a:solidFill>
                  <a:srgbClr val="FF0000"/>
                </a:solidFill>
                <a:latin typeface="Times New Roman" pitchFamily="18" charset="0"/>
                <a:ea typeface="黑体" pitchFamily="2" charset="-122"/>
              </a:rPr>
              <a:t>测量误差的表述</a:t>
            </a:r>
            <a:r>
              <a:rPr lang="en-US" altLang="zh-CN" dirty="0" smtClean="0">
                <a:solidFill>
                  <a:srgbClr val="FF0000"/>
                </a:solidFill>
                <a:latin typeface="Times New Roman" pitchFamily="18" charset="0"/>
                <a:ea typeface="黑体" pitchFamily="2" charset="-122"/>
              </a:rPr>
              <a:t>—</a:t>
            </a:r>
            <a:r>
              <a:rPr lang="zh-CN" altLang="en-US" dirty="0" smtClean="0">
                <a:solidFill>
                  <a:srgbClr val="FF0000"/>
                </a:solidFill>
                <a:latin typeface="Times New Roman" pitchFamily="18" charset="0"/>
                <a:ea typeface="黑体" pitchFamily="2" charset="-122"/>
              </a:rPr>
              <a:t>不确定度</a:t>
            </a:r>
            <a:r>
              <a:rPr lang="en-US" altLang="zh-CN" dirty="0" smtClean="0">
                <a:latin typeface="Times New Roman" pitchFamily="18" charset="0"/>
                <a:ea typeface="黑体" pitchFamily="2" charset="-122"/>
              </a:rPr>
              <a:t>(Uncertainty)</a:t>
            </a:r>
          </a:p>
          <a:p>
            <a:pPr marL="714375" eaLnBrk="1" hangingPunct="1">
              <a:defRPr/>
            </a:pPr>
            <a:r>
              <a:rPr lang="zh-CN" altLang="en-US" dirty="0" smtClean="0">
                <a:latin typeface="Times New Roman" pitchFamily="18" charset="0"/>
                <a:ea typeface="黑体" pitchFamily="2" charset="-122"/>
              </a:rPr>
              <a:t>不确定度包含两类分量：</a:t>
            </a:r>
            <a:r>
              <a:rPr lang="en-US" altLang="zh-CN" i="1" dirty="0" smtClean="0">
                <a:latin typeface="Times New Roman" pitchFamily="18" charset="0"/>
                <a:ea typeface="黑体" pitchFamily="2" charset="-122"/>
              </a:rPr>
              <a:t>A</a:t>
            </a:r>
            <a:r>
              <a:rPr lang="zh-CN" altLang="en-US" dirty="0" smtClean="0">
                <a:latin typeface="Times New Roman" pitchFamily="18" charset="0"/>
                <a:ea typeface="黑体" pitchFamily="2" charset="-122"/>
              </a:rPr>
              <a:t>类分量是可以用统计方法评定的那些分量，用实验</a:t>
            </a:r>
            <a:r>
              <a:rPr lang="zh-CN" altLang="en-US" dirty="0" smtClean="0">
                <a:solidFill>
                  <a:srgbClr val="FF0000"/>
                </a:solidFill>
                <a:latin typeface="Times New Roman" pitchFamily="18" charset="0"/>
                <a:ea typeface="黑体" pitchFamily="2" charset="-122"/>
              </a:rPr>
              <a:t>标准偏差</a:t>
            </a:r>
            <a:r>
              <a:rPr lang="zh-CN" altLang="en-US" dirty="0" smtClean="0">
                <a:latin typeface="Times New Roman" pitchFamily="18" charset="0"/>
                <a:ea typeface="黑体" pitchFamily="2" charset="-122"/>
              </a:rPr>
              <a:t>表征；</a:t>
            </a:r>
            <a:r>
              <a:rPr lang="en-US" altLang="zh-CN" i="1" dirty="0" smtClean="0">
                <a:latin typeface="Times New Roman" pitchFamily="18" charset="0"/>
                <a:ea typeface="黑体" pitchFamily="2" charset="-122"/>
              </a:rPr>
              <a:t>B</a:t>
            </a:r>
            <a:r>
              <a:rPr lang="zh-CN" altLang="en-US" dirty="0" smtClean="0">
                <a:latin typeface="Times New Roman" pitchFamily="18" charset="0"/>
                <a:ea typeface="黑体" pitchFamily="2" charset="-122"/>
              </a:rPr>
              <a:t>类分量是用非统计方法评定的那些分量，用其它估计的标准偏差表征。</a:t>
            </a:r>
          </a:p>
          <a:p>
            <a:pPr marL="714375" eaLnBrk="1" hangingPunct="1">
              <a:defRPr/>
            </a:pPr>
            <a:r>
              <a:rPr lang="zh-CN" altLang="en-US" dirty="0" smtClean="0">
                <a:latin typeface="Times New Roman" pitchFamily="18" charset="0"/>
                <a:ea typeface="黑体" pitchFamily="2" charset="-122"/>
              </a:rPr>
              <a:t>需要指出的是，不可一概而论</a:t>
            </a:r>
            <a:r>
              <a:rPr lang="en-US" altLang="zh-CN" i="1" dirty="0" smtClean="0">
                <a:latin typeface="Times New Roman" pitchFamily="18" charset="0"/>
                <a:ea typeface="黑体" pitchFamily="2" charset="-122"/>
              </a:rPr>
              <a:t>A</a:t>
            </a:r>
            <a:r>
              <a:rPr lang="zh-CN" altLang="en-US" dirty="0" smtClean="0">
                <a:latin typeface="Times New Roman" pitchFamily="18" charset="0"/>
                <a:ea typeface="黑体" pitchFamily="2" charset="-122"/>
              </a:rPr>
              <a:t>类评定方法好还是</a:t>
            </a:r>
            <a:r>
              <a:rPr lang="en-US" altLang="zh-CN" i="1" dirty="0" smtClean="0">
                <a:latin typeface="Times New Roman" pitchFamily="18" charset="0"/>
                <a:ea typeface="黑体" pitchFamily="2" charset="-122"/>
              </a:rPr>
              <a:t>B</a:t>
            </a:r>
            <a:r>
              <a:rPr lang="zh-CN" altLang="en-US" dirty="0" smtClean="0">
                <a:latin typeface="Times New Roman" pitchFamily="18" charset="0"/>
                <a:ea typeface="黑体" pitchFamily="2" charset="-122"/>
              </a:rPr>
              <a:t>类方法好，在小样本的情形下，</a:t>
            </a:r>
            <a:r>
              <a:rPr lang="en-US" altLang="zh-CN" i="1" dirty="0" smtClean="0">
                <a:latin typeface="Times New Roman" pitchFamily="18" charset="0"/>
                <a:ea typeface="黑体" pitchFamily="2" charset="-122"/>
              </a:rPr>
              <a:t>A</a:t>
            </a:r>
            <a:r>
              <a:rPr lang="zh-CN" altLang="en-US" dirty="0" smtClean="0">
                <a:latin typeface="Times New Roman" pitchFamily="18" charset="0"/>
                <a:ea typeface="黑体" pitchFamily="2" charset="-122"/>
              </a:rPr>
              <a:t>类评定方法不一定比</a:t>
            </a:r>
            <a:r>
              <a:rPr lang="en-US" altLang="zh-CN" i="1" dirty="0" smtClean="0">
                <a:latin typeface="Times New Roman" pitchFamily="18" charset="0"/>
                <a:ea typeface="黑体" pitchFamily="2" charset="-122"/>
              </a:rPr>
              <a:t>B</a:t>
            </a:r>
            <a:r>
              <a:rPr lang="zh-CN" altLang="en-US" dirty="0" smtClean="0">
                <a:latin typeface="Times New Roman" pitchFamily="18" charset="0"/>
                <a:ea typeface="黑体" pitchFamily="2" charset="-122"/>
              </a:rPr>
              <a:t>类评定方法好。</a:t>
            </a:r>
          </a:p>
          <a:p>
            <a:pPr marL="714375" eaLnBrk="1" hangingPunct="1">
              <a:defRPr/>
            </a:pPr>
            <a:r>
              <a:rPr lang="zh-CN" altLang="en-US" dirty="0" smtClean="0">
                <a:latin typeface="Times New Roman" pitchFamily="18" charset="0"/>
                <a:ea typeface="黑体" pitchFamily="2" charset="-122"/>
              </a:rPr>
              <a:t>在实际工作中，还常用如下三个名词：</a:t>
            </a:r>
          </a:p>
          <a:p>
            <a:pPr marL="1179513" lvl="1" eaLnBrk="1" hangingPunct="1">
              <a:defRPr/>
            </a:pPr>
            <a:r>
              <a:rPr lang="zh-CN" altLang="en-US" sz="2400" dirty="0" smtClean="0">
                <a:latin typeface="Times New Roman" pitchFamily="18" charset="0"/>
                <a:ea typeface="黑体" pitchFamily="2" charset="-122"/>
              </a:rPr>
              <a:t>重复性</a:t>
            </a:r>
            <a:r>
              <a:rPr lang="en-US" altLang="zh-CN" sz="2400" dirty="0" smtClean="0">
                <a:latin typeface="Times New Roman" pitchFamily="18" charset="0"/>
                <a:ea typeface="黑体" pitchFamily="2" charset="-122"/>
              </a:rPr>
              <a:t>(Repeatability) </a:t>
            </a:r>
          </a:p>
          <a:p>
            <a:pPr marL="1179513" lvl="1" eaLnBrk="1" hangingPunct="1">
              <a:defRPr/>
            </a:pPr>
            <a:r>
              <a:rPr lang="zh-CN" altLang="en-US" sz="2400" dirty="0" smtClean="0">
                <a:latin typeface="Times New Roman" pitchFamily="18" charset="0"/>
                <a:ea typeface="黑体" pitchFamily="2" charset="-122"/>
              </a:rPr>
              <a:t>复（再）现性</a:t>
            </a:r>
            <a:r>
              <a:rPr lang="en-US" altLang="zh-CN" sz="2400" dirty="0" smtClean="0">
                <a:latin typeface="Times New Roman" pitchFamily="18" charset="0"/>
                <a:ea typeface="黑体" pitchFamily="2" charset="-122"/>
              </a:rPr>
              <a:t>(Reproducibility) </a:t>
            </a:r>
          </a:p>
          <a:p>
            <a:pPr marL="1179513" lvl="1" eaLnBrk="1" hangingPunct="1">
              <a:defRPr/>
            </a:pPr>
            <a:r>
              <a:rPr lang="zh-CN" altLang="en-US" sz="2400" dirty="0" smtClean="0">
                <a:latin typeface="Times New Roman" pitchFamily="18" charset="0"/>
                <a:ea typeface="黑体" pitchFamily="2" charset="-122"/>
              </a:rPr>
              <a:t>稳定性</a:t>
            </a:r>
            <a:r>
              <a:rPr lang="en-US" altLang="zh-CN" sz="2400" dirty="0" smtClean="0">
                <a:latin typeface="Times New Roman" pitchFamily="18" charset="0"/>
                <a:ea typeface="黑体" pitchFamily="2" charset="-122"/>
              </a:rPr>
              <a:t>(Stability)</a:t>
            </a:r>
          </a:p>
        </p:txBody>
      </p:sp>
      <p:sp>
        <p:nvSpPr>
          <p:cNvPr id="7"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测量数据的处理</a:t>
            </a:r>
          </a:p>
        </p:txBody>
      </p:sp>
    </p:spTree>
  </p:cSld>
  <p:clrMapOvr>
    <a:masterClrMapping/>
  </p:clrMapOvr>
  <p:transition>
    <p:circl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日期占位符 4"/>
          <p:cNvSpPr>
            <a:spLocks noGrp="1"/>
          </p:cNvSpPr>
          <p:nvPr>
            <p:ph type="dt" sz="quarter" idx="10"/>
          </p:nvPr>
        </p:nvSpPr>
        <p:spPr>
          <a:noFill/>
        </p:spPr>
        <p:txBody>
          <a:bodyPr/>
          <a:lstStyle/>
          <a:p>
            <a:fld id="{E8917EDD-4056-46BD-8D1A-089323462650}" type="datetime1">
              <a:rPr lang="zh-CN" altLang="en-US" smtClean="0">
                <a:latin typeface="Arial" pitchFamily="34" charset="0"/>
              </a:rPr>
              <a:pPr/>
              <a:t>2017/3/5</a:t>
            </a:fld>
            <a:endParaRPr lang="en-US" altLang="zh-CN" smtClean="0">
              <a:latin typeface="Arial" pitchFamily="34" charset="0"/>
            </a:endParaRPr>
          </a:p>
        </p:txBody>
      </p:sp>
      <p:sp>
        <p:nvSpPr>
          <p:cNvPr id="32771" name="灯片编号占位符 6"/>
          <p:cNvSpPr>
            <a:spLocks noGrp="1"/>
          </p:cNvSpPr>
          <p:nvPr>
            <p:ph type="sldNum" sz="quarter" idx="12"/>
          </p:nvPr>
        </p:nvSpPr>
        <p:spPr>
          <a:noFill/>
        </p:spPr>
        <p:txBody>
          <a:bodyPr/>
          <a:lstStyle/>
          <a:p>
            <a:fld id="{E468620E-31E2-4102-A437-29A1A2A67A4E}" type="slidenum">
              <a:rPr lang="en-US" altLang="zh-CN" smtClean="0">
                <a:latin typeface="Arial" pitchFamily="34" charset="0"/>
              </a:rPr>
              <a:pPr/>
              <a:t>18</a:t>
            </a:fld>
            <a:endParaRPr lang="en-US" altLang="zh-CN" smtClean="0">
              <a:latin typeface="Arial" pitchFamily="34" charset="0"/>
            </a:endParaRPr>
          </a:p>
        </p:txBody>
      </p:sp>
      <p:sp>
        <p:nvSpPr>
          <p:cNvPr id="420867" name="Rectangle 3"/>
          <p:cNvSpPr>
            <a:spLocks noGrp="1" noRot="1" noChangeArrowheads="1"/>
          </p:cNvSpPr>
          <p:nvPr>
            <p:ph type="body" sz="half" idx="1"/>
          </p:nvPr>
        </p:nvSpPr>
        <p:spPr>
          <a:xfrm>
            <a:off x="0" y="1601788"/>
            <a:ext cx="8893175" cy="5256212"/>
          </a:xfrm>
        </p:spPr>
        <p:txBody>
          <a:bodyPr/>
          <a:lstStyle/>
          <a:p>
            <a:pPr marL="714375" algn="just" eaLnBrk="1" hangingPunct="1">
              <a:lnSpc>
                <a:spcPct val="80000"/>
              </a:lnSpc>
              <a:buFont typeface="Wingdings" pitchFamily="2" charset="2"/>
              <a:buNone/>
              <a:defRPr/>
            </a:pPr>
            <a:r>
              <a:rPr lang="en-US" altLang="zh-CN" dirty="0" smtClean="0">
                <a:latin typeface="Times New Roman" pitchFamily="18" charset="0"/>
                <a:ea typeface="黑体" pitchFamily="2" charset="-122"/>
              </a:rPr>
              <a:t>2</a:t>
            </a:r>
            <a:r>
              <a:rPr lang="zh-CN" altLang="en-US" dirty="0" smtClean="0">
                <a:latin typeface="Times New Roman" pitchFamily="18" charset="0"/>
                <a:ea typeface="黑体" pitchFamily="2" charset="-122"/>
              </a:rPr>
              <a:t>．</a:t>
            </a:r>
            <a:r>
              <a:rPr lang="zh-CN" altLang="en-US" dirty="0" smtClean="0">
                <a:solidFill>
                  <a:srgbClr val="FF0000"/>
                </a:solidFill>
                <a:latin typeface="Times New Roman" pitchFamily="18" charset="0"/>
                <a:ea typeface="黑体" pitchFamily="2" charset="-122"/>
              </a:rPr>
              <a:t>测量误差的表述</a:t>
            </a:r>
            <a:r>
              <a:rPr lang="en-US" altLang="zh-CN" dirty="0" smtClean="0">
                <a:solidFill>
                  <a:srgbClr val="FF0000"/>
                </a:solidFill>
                <a:latin typeface="Times New Roman" pitchFamily="18" charset="0"/>
                <a:ea typeface="黑体" pitchFamily="2" charset="-122"/>
              </a:rPr>
              <a:t>—</a:t>
            </a:r>
            <a:r>
              <a:rPr lang="zh-CN" altLang="en-US" dirty="0" smtClean="0">
                <a:solidFill>
                  <a:srgbClr val="FF0000"/>
                </a:solidFill>
                <a:latin typeface="Times New Roman" pitchFamily="18" charset="0"/>
                <a:ea typeface="黑体" pitchFamily="2" charset="-122"/>
              </a:rPr>
              <a:t>不确定度</a:t>
            </a:r>
            <a:r>
              <a:rPr lang="en-US" altLang="zh-CN" dirty="0" smtClean="0">
                <a:latin typeface="Times New Roman" pitchFamily="18" charset="0"/>
                <a:ea typeface="黑体" pitchFamily="2" charset="-122"/>
              </a:rPr>
              <a:t>(Uncertainty)</a:t>
            </a:r>
          </a:p>
          <a:p>
            <a:pPr marL="714375" eaLnBrk="1" hangingPunct="1">
              <a:defRPr/>
            </a:pPr>
            <a:r>
              <a:rPr lang="zh-CN" altLang="en-US" dirty="0" smtClean="0">
                <a:latin typeface="Times New Roman" pitchFamily="18" charset="0"/>
                <a:ea typeface="黑体" pitchFamily="2" charset="-122"/>
              </a:rPr>
              <a:t>重复性：</a:t>
            </a:r>
            <a:endParaRPr lang="en-US" altLang="zh-CN" dirty="0" smtClean="0">
              <a:latin typeface="Times New Roman" pitchFamily="18" charset="0"/>
              <a:ea typeface="黑体" pitchFamily="2" charset="-122"/>
            </a:endParaRPr>
          </a:p>
          <a:p>
            <a:pPr marL="1114425" lvl="1" eaLnBrk="1" hangingPunct="1">
              <a:defRPr/>
            </a:pPr>
            <a:r>
              <a:rPr lang="zh-CN" altLang="en-US" dirty="0" smtClean="0">
                <a:latin typeface="Times New Roman" pitchFamily="18" charset="0"/>
                <a:ea typeface="黑体" pitchFamily="2" charset="-122"/>
              </a:rPr>
              <a:t>在相同测量条件下（相同的测量方法、操作人员、测量器具、地点和使用条件），在短时期内对同一个量连续进行多次测量所得结果之间的一致程度，可以用测量结果的分散性参数定量表示。</a:t>
            </a:r>
            <a:r>
              <a:rPr lang="en-US" altLang="zh-CN" sz="2400" dirty="0" smtClean="0">
                <a:latin typeface="Times New Roman" pitchFamily="18" charset="0"/>
                <a:ea typeface="黑体" pitchFamily="2" charset="-122"/>
              </a:rPr>
              <a:t> </a:t>
            </a:r>
          </a:p>
          <a:p>
            <a:pPr marL="779463" eaLnBrk="1" hangingPunct="1">
              <a:defRPr/>
            </a:pPr>
            <a:r>
              <a:rPr lang="zh-CN" altLang="en-US" dirty="0" smtClean="0">
                <a:latin typeface="Times New Roman" pitchFamily="18" charset="0"/>
                <a:ea typeface="黑体" pitchFamily="2" charset="-122"/>
              </a:rPr>
              <a:t>复（再）现性：</a:t>
            </a:r>
            <a:endParaRPr lang="en-US" altLang="zh-CN" dirty="0" smtClean="0">
              <a:latin typeface="Times New Roman" pitchFamily="18" charset="0"/>
              <a:ea typeface="黑体" pitchFamily="2" charset="-122"/>
            </a:endParaRPr>
          </a:p>
          <a:p>
            <a:pPr marL="1179513" lvl="1" eaLnBrk="1" hangingPunct="1">
              <a:defRPr/>
            </a:pPr>
            <a:r>
              <a:rPr lang="zh-CN" altLang="en-US" dirty="0" smtClean="0">
                <a:latin typeface="Times New Roman" pitchFamily="18" charset="0"/>
                <a:ea typeface="黑体" pitchFamily="2" charset="-122"/>
              </a:rPr>
              <a:t>在变化的测量条件下（如不同的测量方法、操作人员、测量器具、地点、使用条件和时间），对同一个量进行多次测量所得结果的一致程度，也可以用测量结果的分散性参数定量表示，不过应注明变化的条件。</a:t>
            </a:r>
            <a:endParaRPr lang="en-US" altLang="zh-CN" dirty="0" smtClean="0">
              <a:latin typeface="Times New Roman" pitchFamily="18" charset="0"/>
              <a:ea typeface="黑体" pitchFamily="2" charset="-122"/>
            </a:endParaRPr>
          </a:p>
          <a:p>
            <a:pPr marL="779463" eaLnBrk="1" hangingPunct="1">
              <a:defRPr/>
            </a:pPr>
            <a:r>
              <a:rPr lang="zh-CN" altLang="en-US" dirty="0" smtClean="0">
                <a:latin typeface="Times New Roman" pitchFamily="18" charset="0"/>
                <a:ea typeface="黑体" pitchFamily="2" charset="-122"/>
              </a:rPr>
              <a:t>稳定性：</a:t>
            </a:r>
            <a:endParaRPr lang="en-US" altLang="zh-CN" dirty="0" smtClean="0">
              <a:latin typeface="Times New Roman" pitchFamily="18" charset="0"/>
              <a:ea typeface="黑体" pitchFamily="2" charset="-122"/>
            </a:endParaRPr>
          </a:p>
          <a:p>
            <a:pPr marL="1179513" lvl="1" eaLnBrk="1" hangingPunct="1">
              <a:defRPr/>
            </a:pPr>
            <a:r>
              <a:rPr lang="zh-CN" altLang="en-US" dirty="0" smtClean="0">
                <a:latin typeface="Times New Roman" pitchFamily="18" charset="0"/>
                <a:ea typeface="黑体" pitchFamily="2" charset="-122"/>
              </a:rPr>
              <a:t>测量器具具有保持其计量特性持续恒定的能力，可以用几种方式量化，如用计量特性在规定时间内所发生的变化来表示等。</a:t>
            </a:r>
            <a:endParaRPr lang="en-US" altLang="zh-CN" dirty="0" smtClean="0">
              <a:latin typeface="Times New Roman" pitchFamily="18" charset="0"/>
              <a:ea typeface="黑体" pitchFamily="2" charset="-122"/>
            </a:endParaRPr>
          </a:p>
        </p:txBody>
      </p:sp>
      <p:sp>
        <p:nvSpPr>
          <p:cNvPr id="7"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测量数据的处理</a:t>
            </a:r>
          </a:p>
        </p:txBody>
      </p:sp>
    </p:spTree>
  </p:cSld>
  <p:clrMapOvr>
    <a:masterClrMapping/>
  </p:clrMapOvr>
  <p:transition>
    <p:circl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日期占位符 4"/>
          <p:cNvSpPr>
            <a:spLocks noGrp="1"/>
          </p:cNvSpPr>
          <p:nvPr>
            <p:ph type="dt" sz="quarter" idx="10"/>
          </p:nvPr>
        </p:nvSpPr>
        <p:spPr>
          <a:noFill/>
        </p:spPr>
        <p:txBody>
          <a:bodyPr/>
          <a:lstStyle/>
          <a:p>
            <a:fld id="{3349014E-DE31-4DBA-AB90-AA60947B5F2A}" type="datetime1">
              <a:rPr lang="zh-CN" altLang="en-US" smtClean="0">
                <a:latin typeface="Arial" pitchFamily="34" charset="0"/>
              </a:rPr>
              <a:pPr/>
              <a:t>2017/3/5</a:t>
            </a:fld>
            <a:endParaRPr lang="en-US" altLang="zh-CN" smtClean="0">
              <a:latin typeface="Arial" pitchFamily="34" charset="0"/>
            </a:endParaRPr>
          </a:p>
        </p:txBody>
      </p:sp>
      <p:sp>
        <p:nvSpPr>
          <p:cNvPr id="1030" name="灯片编号占位符 6"/>
          <p:cNvSpPr>
            <a:spLocks noGrp="1"/>
          </p:cNvSpPr>
          <p:nvPr>
            <p:ph type="sldNum" sz="quarter" idx="12"/>
          </p:nvPr>
        </p:nvSpPr>
        <p:spPr>
          <a:noFill/>
        </p:spPr>
        <p:txBody>
          <a:bodyPr/>
          <a:lstStyle/>
          <a:p>
            <a:fld id="{A12E6D23-9880-42C9-86C8-71C48C38BF98}" type="slidenum">
              <a:rPr lang="en-US" altLang="zh-CN" smtClean="0">
                <a:latin typeface="Arial" pitchFamily="34" charset="0"/>
              </a:rPr>
              <a:pPr/>
              <a:t>19</a:t>
            </a:fld>
            <a:endParaRPr lang="en-US" altLang="zh-CN" smtClean="0">
              <a:latin typeface="Arial" pitchFamily="34" charset="0"/>
            </a:endParaRPr>
          </a:p>
        </p:txBody>
      </p:sp>
      <p:sp>
        <p:nvSpPr>
          <p:cNvPr id="421891" name="Rectangle 3"/>
          <p:cNvSpPr>
            <a:spLocks noGrp="1" noRot="1" noChangeArrowheads="1"/>
          </p:cNvSpPr>
          <p:nvPr>
            <p:ph type="body" sz="half" idx="1"/>
          </p:nvPr>
        </p:nvSpPr>
        <p:spPr>
          <a:xfrm>
            <a:off x="0" y="1449388"/>
            <a:ext cx="8893175" cy="5256212"/>
          </a:xfrm>
        </p:spPr>
        <p:txBody>
          <a:bodyPr/>
          <a:lstStyle/>
          <a:p>
            <a:pPr marL="714375" eaLnBrk="1" hangingPunct="1">
              <a:buFont typeface="Wingdings" pitchFamily="2" charset="2"/>
              <a:buNone/>
              <a:defRPr/>
            </a:pPr>
            <a:r>
              <a:rPr lang="en-US" altLang="zh-CN" dirty="0" smtClean="0">
                <a:latin typeface="Times New Roman" pitchFamily="18" charset="0"/>
                <a:ea typeface="黑体" pitchFamily="2" charset="-122"/>
              </a:rPr>
              <a:t>3</a:t>
            </a:r>
            <a:r>
              <a:rPr lang="zh-CN" altLang="en-US" dirty="0" smtClean="0">
                <a:latin typeface="Times New Roman" pitchFamily="18" charset="0"/>
                <a:ea typeface="黑体" pitchFamily="2" charset="-122"/>
              </a:rPr>
              <a:t>．</a:t>
            </a:r>
            <a:r>
              <a:rPr lang="zh-CN" altLang="en-US" dirty="0" smtClean="0">
                <a:solidFill>
                  <a:srgbClr val="FF0000"/>
                </a:solidFill>
                <a:latin typeface="Times New Roman" pitchFamily="18" charset="0"/>
                <a:ea typeface="黑体" pitchFamily="2" charset="-122"/>
              </a:rPr>
              <a:t>条件相同重复测量的数据处理步骤</a:t>
            </a:r>
          </a:p>
          <a:p>
            <a:pPr marL="714375" eaLnBrk="1" hangingPunct="1">
              <a:defRPr/>
            </a:pPr>
            <a:r>
              <a:rPr lang="zh-CN" altLang="en-US" dirty="0" smtClean="0">
                <a:latin typeface="Times New Roman" pitchFamily="18" charset="0"/>
                <a:ea typeface="黑体" pitchFamily="2" charset="-122"/>
              </a:rPr>
              <a:t>设消除已定系统误差以后的重复测量数据列为</a:t>
            </a:r>
            <a:r>
              <a:rPr lang="en-US" altLang="zh-CN" i="1" dirty="0" smtClean="0">
                <a:latin typeface="Times New Roman" pitchFamily="18" charset="0"/>
                <a:ea typeface="黑体" pitchFamily="2" charset="-122"/>
              </a:rPr>
              <a:t>x</a:t>
            </a:r>
            <a:r>
              <a:rPr lang="en-US" altLang="zh-CN" baseline="-25000" dirty="0" smtClean="0">
                <a:latin typeface="Times New Roman" pitchFamily="18" charset="0"/>
                <a:ea typeface="黑体" pitchFamily="2" charset="-122"/>
              </a:rPr>
              <a:t>1</a:t>
            </a:r>
            <a:r>
              <a:rPr lang="zh-CN" altLang="en-US"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x</a:t>
            </a:r>
            <a:r>
              <a:rPr lang="en-US" altLang="zh-CN" baseline="-25000" dirty="0" smtClean="0">
                <a:latin typeface="Times New Roman" pitchFamily="18" charset="0"/>
                <a:ea typeface="黑体" pitchFamily="2" charset="-122"/>
              </a:rPr>
              <a:t>2</a:t>
            </a:r>
            <a:r>
              <a:rPr lang="zh-CN" altLang="en-US" dirty="0" smtClean="0">
                <a:latin typeface="Times New Roman" pitchFamily="18" charset="0"/>
                <a:ea typeface="黑体" pitchFamily="2" charset="-122"/>
              </a:rPr>
              <a:t>，</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a:t>
            </a:r>
            <a:r>
              <a:rPr lang="en-US" altLang="zh-CN" i="1" dirty="0" err="1" smtClean="0">
                <a:latin typeface="Times New Roman" pitchFamily="18" charset="0"/>
                <a:ea typeface="黑体" pitchFamily="2" charset="-122"/>
              </a:rPr>
              <a:t>x</a:t>
            </a:r>
            <a:r>
              <a:rPr lang="en-US" altLang="zh-CN" baseline="-25000" dirty="0" err="1" smtClean="0">
                <a:latin typeface="Times New Roman" pitchFamily="18" charset="0"/>
                <a:ea typeface="黑体" pitchFamily="2" charset="-122"/>
              </a:rPr>
              <a:t>n</a:t>
            </a:r>
            <a:r>
              <a:rPr lang="zh-CN" altLang="en-US" dirty="0" smtClean="0">
                <a:latin typeface="Times New Roman" pitchFamily="18" charset="0"/>
                <a:ea typeface="黑体" pitchFamily="2" charset="-122"/>
              </a:rPr>
              <a:t>，其处理步骤如下</a:t>
            </a:r>
            <a:r>
              <a:rPr lang="en-US" altLang="zh-CN" dirty="0" smtClean="0">
                <a:latin typeface="Times New Roman" pitchFamily="18" charset="0"/>
                <a:ea typeface="黑体" pitchFamily="2" charset="-122"/>
              </a:rPr>
              <a:t>:</a:t>
            </a:r>
          </a:p>
          <a:p>
            <a:pPr marL="714375" eaLnBrk="1" hangingPunct="1">
              <a:buFont typeface="Wingdings" pitchFamily="2" charset="2"/>
              <a:buNone/>
              <a:defRPr/>
            </a:pPr>
            <a:r>
              <a:rPr lang="en-US" altLang="zh-CN" dirty="0" smtClean="0">
                <a:latin typeface="Times New Roman" pitchFamily="18" charset="0"/>
                <a:ea typeface="黑体" pitchFamily="2" charset="-122"/>
              </a:rPr>
              <a:t>1</a:t>
            </a:r>
            <a:r>
              <a:rPr lang="zh-CN" altLang="en-US" dirty="0" smtClean="0">
                <a:latin typeface="Times New Roman" pitchFamily="18" charset="0"/>
                <a:ea typeface="黑体" pitchFamily="2" charset="-122"/>
              </a:rPr>
              <a:t>）计算数据列的算术平均值、残余误差</a:t>
            </a:r>
            <a:r>
              <a:rPr lang="en-US" altLang="zh-CN" i="1" dirty="0" smtClean="0">
                <a:latin typeface="Times New Roman" pitchFamily="18" charset="0"/>
                <a:ea typeface="黑体" pitchFamily="2" charset="-122"/>
              </a:rPr>
              <a:t>v</a:t>
            </a:r>
            <a:r>
              <a:rPr lang="en-US" altLang="zh-CN" baseline="-25000" dirty="0" smtClean="0">
                <a:latin typeface="Times New Roman" pitchFamily="18" charset="0"/>
                <a:ea typeface="黑体" pitchFamily="2" charset="-122"/>
              </a:rPr>
              <a:t>i</a:t>
            </a:r>
            <a:r>
              <a:rPr lang="zh-CN" altLang="en-US" dirty="0" smtClean="0">
                <a:latin typeface="Times New Roman" pitchFamily="18" charset="0"/>
                <a:ea typeface="黑体" pitchFamily="2" charset="-122"/>
              </a:rPr>
              <a:t>和单次测量的标准偏差估计值</a:t>
            </a:r>
            <a:r>
              <a:rPr lang="en-US" altLang="zh-CN" i="1" dirty="0" smtClean="0">
                <a:latin typeface="Times New Roman" pitchFamily="18" charset="0"/>
                <a:ea typeface="黑体" pitchFamily="2" charset="-122"/>
              </a:rPr>
              <a:t>s </a:t>
            </a:r>
            <a:r>
              <a:rPr lang="en-US" altLang="zh-CN" dirty="0" smtClean="0">
                <a:latin typeface="Times New Roman" pitchFamily="18" charset="0"/>
                <a:ea typeface="黑体" pitchFamily="2" charset="-122"/>
              </a:rPr>
              <a:t>:</a:t>
            </a:r>
          </a:p>
          <a:p>
            <a:pPr marL="714375" eaLnBrk="1" hangingPunct="1">
              <a:buFont typeface="Wingdings" pitchFamily="2" charset="2"/>
              <a:buNone/>
              <a:defRPr/>
            </a:pPr>
            <a:endParaRPr lang="en-US" altLang="zh-CN" dirty="0" smtClean="0">
              <a:latin typeface="Times New Roman" pitchFamily="18" charset="0"/>
              <a:ea typeface="黑体" pitchFamily="2" charset="-122"/>
            </a:endParaRPr>
          </a:p>
          <a:p>
            <a:pPr marL="714375" eaLnBrk="1" hangingPunct="1">
              <a:buFont typeface="Wingdings" pitchFamily="2" charset="2"/>
              <a:buNone/>
              <a:defRPr/>
            </a:pPr>
            <a:r>
              <a:rPr lang="en-US" altLang="zh-CN" dirty="0" smtClean="0">
                <a:latin typeface="Times New Roman" pitchFamily="18" charset="0"/>
                <a:ea typeface="黑体" pitchFamily="2" charset="-122"/>
              </a:rPr>
              <a:t>    </a:t>
            </a:r>
            <a:r>
              <a:rPr lang="zh-CN" altLang="en-US" dirty="0" smtClean="0">
                <a:latin typeface="Times New Roman" pitchFamily="18" charset="0"/>
                <a:ea typeface="黑体" pitchFamily="2" charset="-122"/>
              </a:rPr>
              <a:t>算术平均值                                 残余误差</a:t>
            </a:r>
          </a:p>
          <a:p>
            <a:pPr marL="714375" eaLnBrk="1" hangingPunct="1">
              <a:defRPr/>
            </a:pPr>
            <a:endParaRPr lang="zh-CN" altLang="en-US" dirty="0" smtClean="0">
              <a:latin typeface="Times New Roman" pitchFamily="18" charset="0"/>
              <a:ea typeface="黑体" pitchFamily="2" charset="-122"/>
            </a:endParaRPr>
          </a:p>
          <a:p>
            <a:pPr marL="714375" eaLnBrk="1" hangingPunct="1">
              <a:defRPr/>
            </a:pPr>
            <a:endParaRPr lang="zh-CN" altLang="en-US" dirty="0" smtClean="0">
              <a:latin typeface="Times New Roman" pitchFamily="18" charset="0"/>
              <a:ea typeface="黑体" pitchFamily="2" charset="-122"/>
            </a:endParaRPr>
          </a:p>
          <a:p>
            <a:pPr marL="714375" eaLnBrk="1" hangingPunct="1">
              <a:buFont typeface="Wingdings" pitchFamily="2" charset="2"/>
              <a:buNone/>
              <a:defRPr/>
            </a:pPr>
            <a:r>
              <a:rPr lang="zh-CN" altLang="en-US" dirty="0" smtClean="0">
                <a:latin typeface="Times New Roman" pitchFamily="18" charset="0"/>
                <a:ea typeface="黑体" pitchFamily="2" charset="-122"/>
              </a:rPr>
              <a:t>    标准偏差估计值</a:t>
            </a:r>
            <a:r>
              <a:rPr lang="en-US" altLang="zh-CN" i="1" dirty="0" smtClean="0">
                <a:latin typeface="Times New Roman" pitchFamily="18" charset="0"/>
                <a:ea typeface="黑体" pitchFamily="2" charset="-122"/>
              </a:rPr>
              <a:t>s</a:t>
            </a:r>
            <a:endParaRPr lang="en-US" altLang="zh-CN" dirty="0" smtClean="0">
              <a:latin typeface="Times New Roman" pitchFamily="18" charset="0"/>
              <a:ea typeface="黑体" pitchFamily="2" charset="-122"/>
            </a:endParaRPr>
          </a:p>
        </p:txBody>
      </p:sp>
      <p:sp>
        <p:nvSpPr>
          <p:cNvPr id="1032" name="Rectangle 4"/>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026" name="Object 5"/>
          <p:cNvGraphicFramePr>
            <a:graphicFrameLocks noChangeAspect="1"/>
          </p:cNvGraphicFramePr>
          <p:nvPr/>
        </p:nvGraphicFramePr>
        <p:xfrm>
          <a:off x="2755900" y="3813175"/>
          <a:ext cx="1511300" cy="931863"/>
        </p:xfrm>
        <a:graphic>
          <a:graphicData uri="http://schemas.openxmlformats.org/presentationml/2006/ole">
            <p:oleObj spid="_x0000_s1026" name="公式" r:id="rId3" imgW="698197" imgH="431613" progId="Equation.3">
              <p:embed/>
            </p:oleObj>
          </a:graphicData>
        </a:graphic>
      </p:graphicFrame>
      <p:sp>
        <p:nvSpPr>
          <p:cNvPr id="1033" name="Rectangle 6"/>
          <p:cNvSpPr>
            <a:spLocks noChangeArrowheads="1"/>
          </p:cNvSpPr>
          <p:nvPr/>
        </p:nvSpPr>
        <p:spPr bwMode="auto">
          <a:xfrm>
            <a:off x="0" y="33004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027" name="Object 7"/>
          <p:cNvGraphicFramePr>
            <a:graphicFrameLocks noChangeAspect="1"/>
          </p:cNvGraphicFramePr>
          <p:nvPr/>
        </p:nvGraphicFramePr>
        <p:xfrm>
          <a:off x="6443663" y="3843338"/>
          <a:ext cx="1800225" cy="714375"/>
        </p:xfrm>
        <a:graphic>
          <a:graphicData uri="http://schemas.openxmlformats.org/presentationml/2006/ole">
            <p:oleObj spid="_x0000_s1027" name="公式" r:id="rId4" imgW="647700" imgH="254000" progId="Equation.3">
              <p:embed/>
            </p:oleObj>
          </a:graphicData>
        </a:graphic>
      </p:graphicFrame>
      <p:sp>
        <p:nvSpPr>
          <p:cNvPr id="1034" name="Rectangle 8"/>
          <p:cNvSpPr>
            <a:spLocks noChangeArrowheads="1"/>
          </p:cNvSpPr>
          <p:nvPr/>
        </p:nvSpPr>
        <p:spPr bwMode="auto">
          <a:xfrm>
            <a:off x="0" y="310515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028" name="Object 9"/>
          <p:cNvGraphicFramePr>
            <a:graphicFrameLocks noChangeAspect="1"/>
          </p:cNvGraphicFramePr>
          <p:nvPr/>
        </p:nvGraphicFramePr>
        <p:xfrm>
          <a:off x="3578225" y="5080000"/>
          <a:ext cx="1584325" cy="1417638"/>
        </p:xfrm>
        <a:graphic>
          <a:graphicData uri="http://schemas.openxmlformats.org/presentationml/2006/ole">
            <p:oleObj spid="_x0000_s1028" name="公式" r:id="rId5" imgW="723900" imgH="647700" progId="Equation.3">
              <p:embed/>
            </p:oleObj>
          </a:graphicData>
        </a:graphic>
      </p:graphicFrame>
      <p:sp>
        <p:nvSpPr>
          <p:cNvPr id="13"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测量数据的处理</a:t>
            </a:r>
          </a:p>
        </p:txBody>
      </p:sp>
    </p:spTree>
  </p:cSld>
  <p:clrMapOvr>
    <a:masterClrMapping/>
  </p:clrMapOvr>
  <p:transition>
    <p:circl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日期占位符 4"/>
          <p:cNvSpPr>
            <a:spLocks noGrp="1"/>
          </p:cNvSpPr>
          <p:nvPr>
            <p:ph type="dt" sz="quarter" idx="10"/>
          </p:nvPr>
        </p:nvSpPr>
        <p:spPr>
          <a:noFill/>
        </p:spPr>
        <p:txBody>
          <a:bodyPr/>
          <a:lstStyle/>
          <a:p>
            <a:fld id="{C7B5801F-11D3-4C58-A6A5-F7E0329377E7}" type="datetime1">
              <a:rPr lang="zh-CN" altLang="en-US" smtClean="0">
                <a:latin typeface="Arial" pitchFamily="34" charset="0"/>
              </a:rPr>
              <a:pPr/>
              <a:t>2017/3/5</a:t>
            </a:fld>
            <a:endParaRPr lang="en-US" altLang="zh-CN" smtClean="0">
              <a:latin typeface="Arial" pitchFamily="34" charset="0"/>
            </a:endParaRPr>
          </a:p>
        </p:txBody>
      </p:sp>
      <p:sp>
        <p:nvSpPr>
          <p:cNvPr id="2054" name="灯片编号占位符 6"/>
          <p:cNvSpPr>
            <a:spLocks noGrp="1"/>
          </p:cNvSpPr>
          <p:nvPr>
            <p:ph type="sldNum" sz="quarter" idx="12"/>
          </p:nvPr>
        </p:nvSpPr>
        <p:spPr>
          <a:noFill/>
        </p:spPr>
        <p:txBody>
          <a:bodyPr/>
          <a:lstStyle/>
          <a:p>
            <a:fld id="{CE362168-F73A-4CB7-9857-4F001EB2CE43}" type="slidenum">
              <a:rPr lang="en-US" altLang="zh-CN" smtClean="0">
                <a:latin typeface="Arial" pitchFamily="34" charset="0"/>
              </a:rPr>
              <a:pPr/>
              <a:t>20</a:t>
            </a:fld>
            <a:endParaRPr lang="en-US" altLang="zh-CN" smtClean="0">
              <a:latin typeface="Arial" pitchFamily="34" charset="0"/>
            </a:endParaRPr>
          </a:p>
        </p:txBody>
      </p:sp>
      <p:sp>
        <p:nvSpPr>
          <p:cNvPr id="422915" name="Rectangle 3"/>
          <p:cNvSpPr>
            <a:spLocks noGrp="1" noRot="1" noChangeArrowheads="1"/>
          </p:cNvSpPr>
          <p:nvPr>
            <p:ph type="body" sz="half" idx="1"/>
          </p:nvPr>
        </p:nvSpPr>
        <p:spPr>
          <a:xfrm>
            <a:off x="0" y="1601788"/>
            <a:ext cx="8893175" cy="5256212"/>
          </a:xfrm>
        </p:spPr>
        <p:txBody>
          <a:bodyPr/>
          <a:lstStyle/>
          <a:p>
            <a:pPr marL="714375" eaLnBrk="1" hangingPunct="1">
              <a:buFont typeface="Wingdings" pitchFamily="2" charset="2"/>
              <a:buNone/>
              <a:defRPr/>
            </a:pPr>
            <a:r>
              <a:rPr lang="en-US" altLang="zh-CN" dirty="0" smtClean="0">
                <a:latin typeface="Times New Roman" pitchFamily="18" charset="0"/>
                <a:ea typeface="黑体" pitchFamily="2" charset="-122"/>
              </a:rPr>
              <a:t>3</a:t>
            </a:r>
            <a:r>
              <a:rPr lang="zh-CN" altLang="en-US" dirty="0" smtClean="0">
                <a:latin typeface="Times New Roman" pitchFamily="18" charset="0"/>
                <a:ea typeface="黑体" pitchFamily="2" charset="-122"/>
              </a:rPr>
              <a:t>．</a:t>
            </a:r>
            <a:r>
              <a:rPr lang="zh-CN" altLang="en-US" dirty="0" smtClean="0">
                <a:solidFill>
                  <a:srgbClr val="FF0000"/>
                </a:solidFill>
                <a:latin typeface="Times New Roman" pitchFamily="18" charset="0"/>
                <a:ea typeface="黑体" pitchFamily="2" charset="-122"/>
              </a:rPr>
              <a:t>条件相同重复测量的数据处理步骤</a:t>
            </a:r>
          </a:p>
          <a:p>
            <a:pPr marL="714375" eaLnBrk="1" hangingPunct="1">
              <a:buFont typeface="Wingdings" pitchFamily="2" charset="2"/>
              <a:buNone/>
              <a:defRPr/>
            </a:pPr>
            <a:r>
              <a:rPr lang="en-US" altLang="zh-CN" dirty="0" smtClean="0">
                <a:latin typeface="Times New Roman" pitchFamily="18" charset="0"/>
                <a:ea typeface="黑体" pitchFamily="2" charset="-122"/>
              </a:rPr>
              <a:t>2</a:t>
            </a:r>
            <a:r>
              <a:rPr lang="zh-CN" altLang="en-US" dirty="0" smtClean="0">
                <a:latin typeface="Times New Roman" pitchFamily="18" charset="0"/>
                <a:ea typeface="黑体" pitchFamily="2" charset="-122"/>
              </a:rPr>
              <a:t>）判断粗大误差。若存在粗大误差，应将该数据剔除，然后重新计算    、</a:t>
            </a:r>
            <a:r>
              <a:rPr lang="en-US" altLang="zh-CN" i="1" dirty="0" smtClean="0">
                <a:latin typeface="Times New Roman" pitchFamily="18" charset="0"/>
                <a:ea typeface="黑体" pitchFamily="2" charset="-122"/>
              </a:rPr>
              <a:t>v</a:t>
            </a:r>
            <a:r>
              <a:rPr lang="en-US" altLang="zh-CN" baseline="-25000" dirty="0" smtClean="0">
                <a:latin typeface="Times New Roman" pitchFamily="18" charset="0"/>
                <a:ea typeface="黑体" pitchFamily="2" charset="-122"/>
              </a:rPr>
              <a:t>i</a:t>
            </a:r>
            <a:r>
              <a:rPr lang="zh-CN" altLang="en-US" dirty="0" smtClean="0">
                <a:latin typeface="Times New Roman" pitchFamily="18" charset="0"/>
                <a:ea typeface="黑体" pitchFamily="2" charset="-122"/>
              </a:rPr>
              <a:t>和</a:t>
            </a:r>
            <a:r>
              <a:rPr lang="en-US" altLang="zh-CN" i="1" dirty="0" smtClean="0">
                <a:latin typeface="Times New Roman" pitchFamily="18" charset="0"/>
                <a:ea typeface="黑体" pitchFamily="2" charset="-122"/>
              </a:rPr>
              <a:t>s</a:t>
            </a:r>
            <a:r>
              <a:rPr lang="zh-CN" altLang="en-US" dirty="0" smtClean="0">
                <a:latin typeface="Times New Roman" pitchFamily="18" charset="0"/>
                <a:ea typeface="黑体" pitchFamily="2" charset="-122"/>
              </a:rPr>
              <a:t>，再判断，直至不含粗大误差为止。</a:t>
            </a:r>
          </a:p>
          <a:p>
            <a:pPr marL="714375" eaLnBrk="1" hangingPunct="1">
              <a:defRPr/>
            </a:pPr>
            <a:r>
              <a:rPr lang="zh-CN" altLang="en-US" dirty="0" smtClean="0">
                <a:latin typeface="Times New Roman" pitchFamily="18" charset="0"/>
                <a:ea typeface="黑体" pitchFamily="2" charset="-122"/>
              </a:rPr>
              <a:t>粗大误差的判断有五种规则，其中格拉布斯准则的效果最好，其判断粗大误差的步骤如下：</a:t>
            </a:r>
          </a:p>
          <a:p>
            <a:pPr marL="714375" eaLnBrk="1" hangingPunct="1">
              <a:defRPr/>
            </a:pPr>
            <a:r>
              <a:rPr lang="zh-CN" altLang="en-US" dirty="0" smtClean="0">
                <a:latin typeface="Times New Roman" pitchFamily="18" charset="0"/>
                <a:ea typeface="黑体" pitchFamily="2" charset="-122"/>
              </a:rPr>
              <a:t>设测量数据列按照由小到大排列为</a:t>
            </a:r>
            <a:r>
              <a:rPr lang="en-US" altLang="zh-CN" i="1" dirty="0" smtClean="0">
                <a:latin typeface="Times New Roman" pitchFamily="18" charset="0"/>
                <a:ea typeface="黑体" pitchFamily="2" charset="-122"/>
              </a:rPr>
              <a:t>x</a:t>
            </a:r>
            <a:r>
              <a:rPr lang="en-US" altLang="zh-CN" baseline="-25000" dirty="0" smtClean="0">
                <a:latin typeface="Times New Roman" pitchFamily="18" charset="0"/>
                <a:ea typeface="黑体" pitchFamily="2" charset="-122"/>
              </a:rPr>
              <a:t>1</a:t>
            </a:r>
            <a:r>
              <a:rPr lang="zh-CN" altLang="en-US"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x</a:t>
            </a:r>
            <a:r>
              <a:rPr lang="en-US" altLang="zh-CN" baseline="-25000" dirty="0" smtClean="0">
                <a:latin typeface="Times New Roman" pitchFamily="18" charset="0"/>
                <a:ea typeface="黑体" pitchFamily="2" charset="-122"/>
              </a:rPr>
              <a:t>2</a:t>
            </a:r>
            <a:r>
              <a:rPr lang="zh-CN" altLang="en-US" dirty="0" smtClean="0">
                <a:latin typeface="Times New Roman" pitchFamily="18" charset="0"/>
                <a:ea typeface="黑体" pitchFamily="2" charset="-122"/>
              </a:rPr>
              <a:t>，</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a:t>
            </a:r>
            <a:r>
              <a:rPr lang="en-US" altLang="zh-CN" i="1" dirty="0" err="1" smtClean="0">
                <a:latin typeface="Times New Roman" pitchFamily="18" charset="0"/>
                <a:ea typeface="黑体" pitchFamily="2" charset="-122"/>
              </a:rPr>
              <a:t>x</a:t>
            </a:r>
            <a:r>
              <a:rPr lang="en-US" altLang="zh-CN" baseline="-25000" dirty="0" err="1" smtClean="0">
                <a:latin typeface="Times New Roman" pitchFamily="18" charset="0"/>
                <a:ea typeface="黑体" pitchFamily="2" charset="-122"/>
              </a:rPr>
              <a:t>n</a:t>
            </a:r>
            <a:r>
              <a:rPr lang="zh-CN" altLang="en-US" dirty="0" smtClean="0">
                <a:latin typeface="Times New Roman" pitchFamily="18" charset="0"/>
                <a:ea typeface="黑体" pitchFamily="2" charset="-122"/>
              </a:rPr>
              <a:t>。</a:t>
            </a:r>
          </a:p>
          <a:p>
            <a:pPr marL="714375" eaLnBrk="1" hangingPunct="1">
              <a:defRPr/>
            </a:pPr>
            <a:r>
              <a:rPr lang="zh-CN" altLang="en-US" dirty="0" smtClean="0">
                <a:latin typeface="Times New Roman" pitchFamily="18" charset="0"/>
                <a:ea typeface="黑体" pitchFamily="2" charset="-122"/>
              </a:rPr>
              <a:t>①选定风险率</a:t>
            </a:r>
            <a:r>
              <a:rPr lang="el-GR" altLang="zh-CN" i="1" dirty="0" smtClean="0">
                <a:latin typeface="Times New Roman" pitchFamily="18" charset="0"/>
                <a:ea typeface="黑体" pitchFamily="2" charset="-122"/>
                <a:cs typeface="Times New Roman" pitchFamily="18" charset="0"/>
              </a:rPr>
              <a:t>α</a:t>
            </a:r>
            <a:r>
              <a:rPr lang="zh-CN" altLang="en-US" dirty="0" smtClean="0">
                <a:latin typeface="Times New Roman" pitchFamily="18" charset="0"/>
                <a:ea typeface="黑体" pitchFamily="2" charset="-122"/>
              </a:rPr>
              <a:t>。是指判定是坏值而实际上不是坏值而犯错误的概率，通常取</a:t>
            </a:r>
            <a:r>
              <a:rPr lang="el-GR" altLang="zh-CN" i="1" dirty="0" smtClean="0">
                <a:latin typeface="Times New Roman" pitchFamily="18" charset="0"/>
                <a:ea typeface="黑体" pitchFamily="2" charset="-122"/>
              </a:rPr>
              <a:t>α</a:t>
            </a:r>
            <a:r>
              <a:rPr lang="en-US" altLang="zh-CN" dirty="0" smtClean="0">
                <a:latin typeface="Times New Roman" pitchFamily="18" charset="0"/>
                <a:ea typeface="黑体" pitchFamily="2" charset="-122"/>
              </a:rPr>
              <a:t> </a:t>
            </a:r>
            <a:r>
              <a:rPr lang="zh-CN" altLang="en-US" dirty="0" smtClean="0">
                <a:latin typeface="Times New Roman" pitchFamily="18" charset="0"/>
                <a:ea typeface="黑体" pitchFamily="2" charset="-122"/>
              </a:rPr>
              <a:t>＝</a:t>
            </a:r>
            <a:r>
              <a:rPr lang="en-US" altLang="zh-CN" dirty="0" smtClean="0">
                <a:latin typeface="Times New Roman" pitchFamily="18" charset="0"/>
                <a:ea typeface="黑体" pitchFamily="2" charset="-122"/>
              </a:rPr>
              <a:t>5.0</a:t>
            </a:r>
            <a:r>
              <a:rPr lang="zh-CN" altLang="en-US" dirty="0" smtClean="0">
                <a:latin typeface="Times New Roman" pitchFamily="18" charset="0"/>
                <a:ea typeface="黑体" pitchFamily="2" charset="-122"/>
              </a:rPr>
              <a:t>％或</a:t>
            </a:r>
            <a:r>
              <a:rPr lang="en-US" altLang="zh-CN" dirty="0" smtClean="0">
                <a:latin typeface="Times New Roman" pitchFamily="18" charset="0"/>
                <a:ea typeface="黑体" pitchFamily="2" charset="-122"/>
              </a:rPr>
              <a:t>1.0</a:t>
            </a:r>
            <a:r>
              <a:rPr lang="zh-CN" altLang="en-US" dirty="0" smtClean="0">
                <a:latin typeface="Times New Roman" pitchFamily="18" charset="0"/>
                <a:ea typeface="黑体" pitchFamily="2" charset="-122"/>
              </a:rPr>
              <a:t>％。</a:t>
            </a:r>
          </a:p>
          <a:p>
            <a:pPr marL="714375" eaLnBrk="1" hangingPunct="1">
              <a:defRPr/>
            </a:pPr>
            <a:r>
              <a:rPr lang="zh-CN" altLang="en-US" dirty="0" smtClean="0">
                <a:latin typeface="Times New Roman" pitchFamily="18" charset="0"/>
                <a:ea typeface="黑体" pitchFamily="2" charset="-122"/>
              </a:rPr>
              <a:t>②计算判定</a:t>
            </a:r>
            <a:r>
              <a:rPr lang="en-US" altLang="zh-CN" i="1" dirty="0" smtClean="0">
                <a:latin typeface="Times New Roman" pitchFamily="18" charset="0"/>
                <a:ea typeface="黑体" pitchFamily="2" charset="-122"/>
              </a:rPr>
              <a:t>T</a:t>
            </a:r>
            <a:r>
              <a:rPr lang="zh-CN" altLang="en-US" dirty="0" smtClean="0">
                <a:latin typeface="Times New Roman" pitchFamily="18" charset="0"/>
                <a:ea typeface="黑体" pitchFamily="2" charset="-122"/>
              </a:rPr>
              <a:t>值。如果</a:t>
            </a:r>
            <a:r>
              <a:rPr lang="en-US" altLang="zh-CN" i="1" dirty="0" smtClean="0">
                <a:latin typeface="Times New Roman" pitchFamily="18" charset="0"/>
                <a:ea typeface="黑体" pitchFamily="2" charset="-122"/>
              </a:rPr>
              <a:t>x</a:t>
            </a:r>
            <a:r>
              <a:rPr lang="en-US" altLang="zh-CN" baseline="-25000" dirty="0" smtClean="0">
                <a:latin typeface="Times New Roman" pitchFamily="18" charset="0"/>
                <a:ea typeface="黑体" pitchFamily="2" charset="-122"/>
              </a:rPr>
              <a:t>1</a:t>
            </a:r>
            <a:r>
              <a:rPr lang="zh-CN" altLang="en-US" dirty="0" smtClean="0">
                <a:latin typeface="Times New Roman" pitchFamily="18" charset="0"/>
                <a:ea typeface="黑体" pitchFamily="2" charset="-122"/>
              </a:rPr>
              <a:t>或</a:t>
            </a:r>
            <a:r>
              <a:rPr lang="en-US" altLang="zh-CN" i="1" dirty="0" err="1" smtClean="0">
                <a:latin typeface="Times New Roman" pitchFamily="18" charset="0"/>
                <a:ea typeface="黑体" pitchFamily="2" charset="-122"/>
              </a:rPr>
              <a:t>x</a:t>
            </a:r>
            <a:r>
              <a:rPr lang="en-US" altLang="zh-CN" baseline="-25000" dirty="0" err="1" smtClean="0">
                <a:latin typeface="Times New Roman" pitchFamily="18" charset="0"/>
                <a:ea typeface="黑体" pitchFamily="2" charset="-122"/>
              </a:rPr>
              <a:t>n</a:t>
            </a:r>
            <a:r>
              <a:rPr lang="zh-CN" altLang="en-US" dirty="0" smtClean="0">
                <a:latin typeface="Times New Roman" pitchFamily="18" charset="0"/>
                <a:ea typeface="黑体" pitchFamily="2" charset="-122"/>
              </a:rPr>
              <a:t>是可以怀疑的，则</a:t>
            </a:r>
          </a:p>
          <a:p>
            <a:pPr marL="714375" algn="ctr" eaLnBrk="1" hangingPunct="1">
              <a:buFont typeface="Wingdings" pitchFamily="2" charset="2"/>
              <a:buNone/>
              <a:defRPr/>
            </a:pPr>
            <a:r>
              <a:rPr lang="zh-CN" altLang="en-US" dirty="0" smtClean="0">
                <a:latin typeface="Times New Roman" pitchFamily="18" charset="0"/>
                <a:ea typeface="黑体" pitchFamily="2" charset="-122"/>
              </a:rPr>
              <a:t>    或   </a:t>
            </a:r>
          </a:p>
          <a:p>
            <a:pPr marL="714375" eaLnBrk="1" hangingPunct="1">
              <a:defRPr/>
            </a:pPr>
            <a:endParaRPr lang="zh-CN" altLang="en-US" dirty="0" smtClean="0">
              <a:latin typeface="Times New Roman" pitchFamily="18" charset="0"/>
              <a:ea typeface="黑体" pitchFamily="2" charset="-122"/>
            </a:endParaRPr>
          </a:p>
          <a:p>
            <a:pPr marL="714375" eaLnBrk="1" hangingPunct="1">
              <a:defRPr/>
            </a:pPr>
            <a:endParaRPr lang="en-US" altLang="zh-CN" dirty="0" smtClean="0">
              <a:latin typeface="Times New Roman" pitchFamily="18" charset="0"/>
              <a:ea typeface="黑体" pitchFamily="2" charset="-122"/>
            </a:endParaRPr>
          </a:p>
        </p:txBody>
      </p:sp>
      <p:graphicFrame>
        <p:nvGraphicFramePr>
          <p:cNvPr id="2050" name="Object 4"/>
          <p:cNvGraphicFramePr>
            <a:graphicFrameLocks noChangeAspect="1"/>
          </p:cNvGraphicFramePr>
          <p:nvPr>
            <p:ph sz="half" idx="2"/>
          </p:nvPr>
        </p:nvGraphicFramePr>
        <p:xfrm>
          <a:off x="2058988" y="2428875"/>
          <a:ext cx="250825" cy="428625"/>
        </p:xfrm>
        <a:graphic>
          <a:graphicData uri="http://schemas.openxmlformats.org/presentationml/2006/ole">
            <p:oleObj spid="_x0000_s2050" name="公式" r:id="rId3" imgW="126720" imgH="215640" progId="Equation.3">
              <p:embed/>
            </p:oleObj>
          </a:graphicData>
        </a:graphic>
      </p:graphicFrame>
      <p:sp>
        <p:nvSpPr>
          <p:cNvPr id="2056" name="Rectangle 5"/>
          <p:cNvSpPr>
            <a:spLocks noChangeArrowheads="1"/>
          </p:cNvSpPr>
          <p:nvPr/>
        </p:nvSpPr>
        <p:spPr bwMode="auto">
          <a:xfrm>
            <a:off x="0" y="321945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051" name="Object 6"/>
          <p:cNvGraphicFramePr>
            <a:graphicFrameLocks noChangeAspect="1"/>
          </p:cNvGraphicFramePr>
          <p:nvPr/>
        </p:nvGraphicFramePr>
        <p:xfrm>
          <a:off x="2987675" y="5524500"/>
          <a:ext cx="1296988" cy="712788"/>
        </p:xfrm>
        <a:graphic>
          <a:graphicData uri="http://schemas.openxmlformats.org/presentationml/2006/ole">
            <p:oleObj spid="_x0000_s2051" name="公式" r:id="rId4" imgW="762000" imgH="419100" progId="Equation.3">
              <p:embed/>
            </p:oleObj>
          </a:graphicData>
        </a:graphic>
      </p:graphicFrame>
      <p:sp>
        <p:nvSpPr>
          <p:cNvPr id="2057" name="Rectangle 7"/>
          <p:cNvSpPr>
            <a:spLocks noChangeArrowheads="1"/>
          </p:cNvSpPr>
          <p:nvPr/>
        </p:nvSpPr>
        <p:spPr bwMode="auto">
          <a:xfrm>
            <a:off x="0" y="321945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052" name="Object 8"/>
          <p:cNvGraphicFramePr>
            <a:graphicFrameLocks noChangeAspect="1"/>
          </p:cNvGraphicFramePr>
          <p:nvPr/>
        </p:nvGraphicFramePr>
        <p:xfrm>
          <a:off x="5292725" y="5516563"/>
          <a:ext cx="1296988" cy="687387"/>
        </p:xfrm>
        <a:graphic>
          <a:graphicData uri="http://schemas.openxmlformats.org/presentationml/2006/ole">
            <p:oleObj spid="_x0000_s2052" name="公式" r:id="rId5" imgW="787400" imgH="419100" progId="Equation.3">
              <p:embed/>
            </p:oleObj>
          </a:graphicData>
        </a:graphic>
      </p:graphicFrame>
      <p:sp>
        <p:nvSpPr>
          <p:cNvPr id="12"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测量数据的处理</a:t>
            </a:r>
          </a:p>
        </p:txBody>
      </p:sp>
    </p:spTree>
  </p:cSld>
  <p:clrMapOvr>
    <a:masterClrMapping/>
  </p:clrMapOvr>
  <p:transition>
    <p:circl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日期占位符 4"/>
          <p:cNvSpPr>
            <a:spLocks noGrp="1"/>
          </p:cNvSpPr>
          <p:nvPr>
            <p:ph type="dt" sz="quarter" idx="10"/>
          </p:nvPr>
        </p:nvSpPr>
        <p:spPr>
          <a:noFill/>
        </p:spPr>
        <p:txBody>
          <a:bodyPr/>
          <a:lstStyle/>
          <a:p>
            <a:fld id="{403A8BB6-E62A-465B-AD41-6B4E6479BE45}" type="datetime1">
              <a:rPr lang="zh-CN" altLang="en-US" smtClean="0">
                <a:latin typeface="Arial" pitchFamily="34" charset="0"/>
              </a:rPr>
              <a:pPr/>
              <a:t>2017/3/5</a:t>
            </a:fld>
            <a:endParaRPr lang="en-US" altLang="zh-CN" smtClean="0">
              <a:latin typeface="Arial" pitchFamily="34" charset="0"/>
            </a:endParaRPr>
          </a:p>
        </p:txBody>
      </p:sp>
      <p:sp>
        <p:nvSpPr>
          <p:cNvPr id="33795" name="灯片编号占位符 6"/>
          <p:cNvSpPr>
            <a:spLocks noGrp="1"/>
          </p:cNvSpPr>
          <p:nvPr>
            <p:ph type="sldNum" sz="quarter" idx="12"/>
          </p:nvPr>
        </p:nvSpPr>
        <p:spPr>
          <a:noFill/>
        </p:spPr>
        <p:txBody>
          <a:bodyPr/>
          <a:lstStyle/>
          <a:p>
            <a:fld id="{7C3E7101-4A0D-48A4-8F30-9A19BA9E32BE}" type="slidenum">
              <a:rPr lang="en-US" altLang="zh-CN" smtClean="0">
                <a:latin typeface="Arial" pitchFamily="34" charset="0"/>
              </a:rPr>
              <a:pPr/>
              <a:t>21</a:t>
            </a:fld>
            <a:endParaRPr lang="en-US" altLang="zh-CN" smtClean="0">
              <a:latin typeface="Arial" pitchFamily="34" charset="0"/>
            </a:endParaRPr>
          </a:p>
        </p:txBody>
      </p:sp>
      <p:sp>
        <p:nvSpPr>
          <p:cNvPr id="423939" name="Rectangle 3"/>
          <p:cNvSpPr>
            <a:spLocks noGrp="1" noRot="1" noChangeArrowheads="1"/>
          </p:cNvSpPr>
          <p:nvPr>
            <p:ph type="body" sz="half" idx="1"/>
          </p:nvPr>
        </p:nvSpPr>
        <p:spPr>
          <a:xfrm>
            <a:off x="0" y="1601788"/>
            <a:ext cx="8893175" cy="5256212"/>
          </a:xfrm>
        </p:spPr>
        <p:txBody>
          <a:bodyPr/>
          <a:lstStyle/>
          <a:p>
            <a:pPr marL="714375" eaLnBrk="1" hangingPunct="1">
              <a:lnSpc>
                <a:spcPct val="80000"/>
              </a:lnSpc>
              <a:buFont typeface="Wingdings" pitchFamily="2" charset="2"/>
              <a:buNone/>
              <a:defRPr/>
            </a:pPr>
            <a:r>
              <a:rPr lang="en-US" altLang="zh-CN" dirty="0" smtClean="0">
                <a:latin typeface="Times New Roman" pitchFamily="18" charset="0"/>
                <a:ea typeface="黑体" pitchFamily="2" charset="-122"/>
              </a:rPr>
              <a:t>3</a:t>
            </a:r>
            <a:r>
              <a:rPr lang="zh-CN" altLang="en-US" dirty="0" smtClean="0">
                <a:latin typeface="Times New Roman" pitchFamily="18" charset="0"/>
                <a:ea typeface="黑体" pitchFamily="2" charset="-122"/>
              </a:rPr>
              <a:t>．</a:t>
            </a:r>
            <a:r>
              <a:rPr lang="zh-CN" altLang="en-US" dirty="0" smtClean="0">
                <a:solidFill>
                  <a:srgbClr val="FF0000"/>
                </a:solidFill>
                <a:latin typeface="Times New Roman" pitchFamily="18" charset="0"/>
                <a:ea typeface="黑体" pitchFamily="2" charset="-122"/>
              </a:rPr>
              <a:t>条件相同重复测量的数据处理步骤</a:t>
            </a:r>
          </a:p>
          <a:p>
            <a:pPr marL="714375" eaLnBrk="1" hangingPunct="1">
              <a:lnSpc>
                <a:spcPct val="80000"/>
              </a:lnSpc>
              <a:buFont typeface="Wingdings" pitchFamily="2" charset="2"/>
              <a:buNone/>
              <a:defRPr/>
            </a:pPr>
            <a:r>
              <a:rPr lang="en-US" altLang="zh-CN" dirty="0" smtClean="0">
                <a:latin typeface="Times New Roman" pitchFamily="18" charset="0"/>
                <a:ea typeface="黑体" pitchFamily="2" charset="-122"/>
              </a:rPr>
              <a:t>2</a:t>
            </a:r>
            <a:r>
              <a:rPr lang="zh-CN" altLang="en-US" dirty="0" smtClean="0">
                <a:latin typeface="Times New Roman" pitchFamily="18" charset="0"/>
                <a:ea typeface="黑体" pitchFamily="2" charset="-122"/>
              </a:rPr>
              <a:t>）判断粗大误差。</a:t>
            </a:r>
          </a:p>
          <a:p>
            <a:pPr marL="714375" eaLnBrk="1" hangingPunct="1">
              <a:lnSpc>
                <a:spcPct val="80000"/>
              </a:lnSpc>
              <a:buFont typeface="Wingdings" pitchFamily="2" charset="2"/>
              <a:buNone/>
              <a:defRPr/>
            </a:pPr>
            <a:r>
              <a:rPr lang="zh-CN" altLang="en-US" dirty="0" smtClean="0">
                <a:latin typeface="Times New Roman" pitchFamily="18" charset="0"/>
                <a:ea typeface="黑体" pitchFamily="2" charset="-122"/>
              </a:rPr>
              <a:t> ③由下表查出</a:t>
            </a:r>
            <a:r>
              <a:rPr lang="en-US" altLang="zh-CN" i="1" dirty="0" smtClean="0">
                <a:latin typeface="Times New Roman" pitchFamily="18" charset="0"/>
                <a:ea typeface="黑体" pitchFamily="2" charset="-122"/>
              </a:rPr>
              <a:t>T</a:t>
            </a:r>
            <a:r>
              <a:rPr lang="en-US" altLang="zh-CN"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n</a:t>
            </a:r>
            <a:r>
              <a:rPr lang="en-US" altLang="zh-CN" dirty="0" smtClean="0">
                <a:latin typeface="Times New Roman" pitchFamily="18" charset="0"/>
                <a:ea typeface="黑体" pitchFamily="2" charset="-122"/>
              </a:rPr>
              <a:t>,</a:t>
            </a:r>
            <a:r>
              <a:rPr lang="el-GR" altLang="zh-CN" i="1" dirty="0" smtClean="0">
                <a:latin typeface="Times New Roman" pitchFamily="18" charset="0"/>
                <a:ea typeface="黑体" pitchFamily="2" charset="-122"/>
                <a:cs typeface="Times New Roman" pitchFamily="18" charset="0"/>
              </a:rPr>
              <a:t>α</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a:t>
            </a:r>
          </a:p>
          <a:p>
            <a:pPr marL="714375" algn="ctr" eaLnBrk="1" hangingPunct="1">
              <a:lnSpc>
                <a:spcPct val="80000"/>
              </a:lnSpc>
              <a:buFont typeface="Wingdings" pitchFamily="2" charset="2"/>
              <a:buNone/>
              <a:defRPr/>
            </a:pPr>
            <a:r>
              <a:rPr lang="en-US" altLang="zh-CN" i="1" dirty="0" smtClean="0">
                <a:latin typeface="Times New Roman" pitchFamily="18" charset="0"/>
                <a:ea typeface="黑体" pitchFamily="2" charset="-122"/>
              </a:rPr>
              <a:t>T</a:t>
            </a:r>
            <a:r>
              <a:rPr lang="en-US" altLang="zh-CN"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n</a:t>
            </a:r>
            <a:r>
              <a:rPr lang="en-US" altLang="zh-CN" dirty="0" smtClean="0">
                <a:latin typeface="Times New Roman" pitchFamily="18" charset="0"/>
                <a:ea typeface="黑体" pitchFamily="2" charset="-122"/>
              </a:rPr>
              <a:t>,</a:t>
            </a:r>
            <a:r>
              <a:rPr lang="el-GR" altLang="zh-CN" i="1" dirty="0" smtClean="0">
                <a:latin typeface="Times New Roman" pitchFamily="18" charset="0"/>
                <a:ea typeface="黑体" pitchFamily="2" charset="-122"/>
              </a:rPr>
              <a:t>α</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值</a:t>
            </a:r>
          </a:p>
          <a:p>
            <a:pPr marL="714375" eaLnBrk="1" hangingPunct="1">
              <a:lnSpc>
                <a:spcPct val="80000"/>
              </a:lnSpc>
              <a:defRPr/>
            </a:pPr>
            <a:endParaRPr lang="zh-CN" altLang="en-US" dirty="0" smtClean="0">
              <a:latin typeface="Times New Roman" pitchFamily="18" charset="0"/>
              <a:ea typeface="黑体" pitchFamily="2" charset="-122"/>
            </a:endParaRPr>
          </a:p>
          <a:p>
            <a:pPr marL="714375" eaLnBrk="1" hangingPunct="1">
              <a:lnSpc>
                <a:spcPct val="80000"/>
              </a:lnSpc>
              <a:defRPr/>
            </a:pPr>
            <a:endParaRPr lang="zh-CN" altLang="en-US" dirty="0" smtClean="0">
              <a:latin typeface="Times New Roman" pitchFamily="18" charset="0"/>
              <a:ea typeface="黑体" pitchFamily="2" charset="-122"/>
            </a:endParaRPr>
          </a:p>
          <a:p>
            <a:pPr marL="714375" eaLnBrk="1" hangingPunct="1">
              <a:lnSpc>
                <a:spcPct val="80000"/>
              </a:lnSpc>
              <a:buFont typeface="Wingdings" pitchFamily="2" charset="2"/>
              <a:buNone/>
              <a:defRPr/>
            </a:pPr>
            <a:endParaRPr lang="zh-CN" altLang="en-US" dirty="0" smtClean="0">
              <a:latin typeface="Times New Roman" pitchFamily="18" charset="0"/>
              <a:ea typeface="黑体" pitchFamily="2" charset="-122"/>
            </a:endParaRPr>
          </a:p>
          <a:p>
            <a:pPr marL="714375" eaLnBrk="1" hangingPunct="1">
              <a:lnSpc>
                <a:spcPct val="80000"/>
              </a:lnSpc>
              <a:buFont typeface="Wingdings" pitchFamily="2" charset="2"/>
              <a:buNone/>
              <a:defRPr/>
            </a:pPr>
            <a:endParaRPr lang="zh-CN" altLang="en-US" dirty="0" smtClean="0">
              <a:latin typeface="Times New Roman" pitchFamily="18" charset="0"/>
              <a:ea typeface="黑体" pitchFamily="2" charset="-122"/>
            </a:endParaRPr>
          </a:p>
          <a:p>
            <a:pPr marL="714375" eaLnBrk="1" hangingPunct="1">
              <a:lnSpc>
                <a:spcPct val="80000"/>
              </a:lnSpc>
              <a:buFont typeface="Wingdings" pitchFamily="2" charset="2"/>
              <a:buNone/>
              <a:defRPr/>
            </a:pPr>
            <a:endParaRPr lang="zh-CN" altLang="en-US" dirty="0" smtClean="0">
              <a:latin typeface="Times New Roman" pitchFamily="18" charset="0"/>
              <a:ea typeface="黑体" pitchFamily="2" charset="-122"/>
            </a:endParaRPr>
          </a:p>
          <a:p>
            <a:pPr marL="714375" eaLnBrk="1" hangingPunct="1">
              <a:buFont typeface="Wingdings" pitchFamily="2" charset="2"/>
              <a:buNone/>
              <a:defRPr/>
            </a:pPr>
            <a:r>
              <a:rPr lang="zh-CN" altLang="en-US" dirty="0" smtClean="0">
                <a:latin typeface="Times New Roman" pitchFamily="18" charset="0"/>
                <a:ea typeface="黑体" pitchFamily="2" charset="-122"/>
              </a:rPr>
              <a:t>④ 若</a:t>
            </a:r>
            <a:r>
              <a:rPr lang="en-US" altLang="zh-CN" i="1" dirty="0" smtClean="0">
                <a:latin typeface="Times New Roman" pitchFamily="18" charset="0"/>
                <a:ea typeface="黑体" pitchFamily="2" charset="-122"/>
              </a:rPr>
              <a:t>T </a:t>
            </a:r>
            <a:r>
              <a:rPr lang="en-US" altLang="zh-CN" dirty="0" smtClean="0">
                <a:latin typeface="Times New Roman" pitchFamily="18" charset="0"/>
                <a:ea typeface="黑体" pitchFamily="2" charset="-122"/>
              </a:rPr>
              <a:t>≥ </a:t>
            </a:r>
            <a:r>
              <a:rPr lang="en-US" altLang="zh-CN" i="1" dirty="0" smtClean="0">
                <a:latin typeface="Times New Roman" pitchFamily="18" charset="0"/>
                <a:ea typeface="黑体" pitchFamily="2" charset="-122"/>
              </a:rPr>
              <a:t>T</a:t>
            </a:r>
            <a:r>
              <a:rPr lang="en-US" altLang="zh-CN"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n</a:t>
            </a:r>
            <a:r>
              <a:rPr lang="en-US" altLang="zh-CN" dirty="0" smtClean="0">
                <a:latin typeface="Times New Roman" pitchFamily="18" charset="0"/>
                <a:ea typeface="黑体" pitchFamily="2" charset="-122"/>
              </a:rPr>
              <a:t>, </a:t>
            </a:r>
            <a:r>
              <a:rPr lang="el-GR" altLang="zh-CN" i="1" dirty="0" smtClean="0">
                <a:latin typeface="Times New Roman" pitchFamily="18" charset="0"/>
                <a:ea typeface="黑体" pitchFamily="2" charset="-122"/>
              </a:rPr>
              <a:t>α</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，则所怀疑值是坏值，应予舍弃；</a:t>
            </a:r>
          </a:p>
          <a:p>
            <a:pPr marL="714375" eaLnBrk="1" hangingPunct="1">
              <a:buFont typeface="Wingdings" pitchFamily="2" charset="2"/>
              <a:buNone/>
              <a:defRPr/>
            </a:pPr>
            <a:r>
              <a:rPr lang="zh-CN" altLang="en-US" dirty="0" smtClean="0">
                <a:latin typeface="Times New Roman" pitchFamily="18" charset="0"/>
                <a:ea typeface="黑体" pitchFamily="2" charset="-122"/>
              </a:rPr>
              <a:t>     若</a:t>
            </a:r>
            <a:r>
              <a:rPr lang="en-US" altLang="zh-CN" i="1" dirty="0" smtClean="0">
                <a:latin typeface="Times New Roman" pitchFamily="18" charset="0"/>
                <a:ea typeface="黑体" pitchFamily="2" charset="-122"/>
              </a:rPr>
              <a:t>T &lt;</a:t>
            </a:r>
            <a:r>
              <a:rPr lang="en-US" altLang="zh-CN" dirty="0" smtClean="0">
                <a:latin typeface="Times New Roman" pitchFamily="18" charset="0"/>
                <a:ea typeface="黑体" pitchFamily="2" charset="-122"/>
              </a:rPr>
              <a:t> </a:t>
            </a:r>
            <a:r>
              <a:rPr lang="en-US" altLang="zh-CN" i="1" dirty="0" smtClean="0">
                <a:latin typeface="Times New Roman" pitchFamily="18" charset="0"/>
                <a:ea typeface="黑体" pitchFamily="2" charset="-122"/>
              </a:rPr>
              <a:t>T</a:t>
            </a:r>
            <a:r>
              <a:rPr lang="en-US" altLang="zh-CN"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n</a:t>
            </a:r>
            <a:r>
              <a:rPr lang="en-US" altLang="zh-CN" dirty="0" smtClean="0">
                <a:latin typeface="Times New Roman" pitchFamily="18" charset="0"/>
                <a:ea typeface="黑体" pitchFamily="2" charset="-122"/>
              </a:rPr>
              <a:t>, </a:t>
            </a:r>
            <a:r>
              <a:rPr lang="el-GR" altLang="zh-CN" i="1" dirty="0" smtClean="0">
                <a:latin typeface="Times New Roman" pitchFamily="18" charset="0"/>
                <a:ea typeface="黑体" pitchFamily="2" charset="-122"/>
              </a:rPr>
              <a:t>α</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，则此值不能以风险率</a:t>
            </a:r>
            <a:r>
              <a:rPr lang="el-GR" altLang="zh-CN" i="1" dirty="0" smtClean="0">
                <a:latin typeface="Times New Roman" pitchFamily="18" charset="0"/>
                <a:ea typeface="黑体" pitchFamily="2" charset="-122"/>
              </a:rPr>
              <a:t>α</a:t>
            </a:r>
            <a:r>
              <a:rPr lang="zh-CN" altLang="en-US" dirty="0" smtClean="0">
                <a:latin typeface="Times New Roman" pitchFamily="18" charset="0"/>
                <a:ea typeface="黑体" pitchFamily="2" charset="-122"/>
              </a:rPr>
              <a:t>舍去，而认为是有效的数据。</a:t>
            </a:r>
          </a:p>
        </p:txBody>
      </p:sp>
      <p:graphicFrame>
        <p:nvGraphicFramePr>
          <p:cNvPr id="423940" name="Group 4"/>
          <p:cNvGraphicFramePr>
            <a:graphicFrameLocks noGrp="1"/>
          </p:cNvGraphicFramePr>
          <p:nvPr>
            <p:ph sz="half" idx="2"/>
          </p:nvPr>
        </p:nvGraphicFramePr>
        <p:xfrm>
          <a:off x="611188" y="3213100"/>
          <a:ext cx="8281987" cy="1211264"/>
        </p:xfrm>
        <a:graphic>
          <a:graphicData uri="http://schemas.openxmlformats.org/drawingml/2006/table">
            <a:tbl>
              <a:tblPr/>
              <a:tblGrid>
                <a:gridCol w="736600"/>
                <a:gridCol w="576262"/>
                <a:gridCol w="577850"/>
                <a:gridCol w="577850"/>
                <a:gridCol w="577850"/>
                <a:gridCol w="576263"/>
                <a:gridCol w="581025"/>
                <a:gridCol w="574675"/>
                <a:gridCol w="581025"/>
                <a:gridCol w="574675"/>
                <a:gridCol w="582612"/>
                <a:gridCol w="574675"/>
                <a:gridCol w="579438"/>
                <a:gridCol w="611187"/>
              </a:tblGrid>
              <a:tr h="52863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14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solidFill>
                        <a:srgbClr val="003300"/>
                      </a:solidFill>
                      <a:prstDash val="solid"/>
                      <a:round/>
                      <a:headEnd type="none" w="med" len="med"/>
                      <a:tailEnd type="none" w="med" len="med"/>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5</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Arial" charset="0"/>
                          <a:ea typeface="宋体" pitchFamily="2" charset="-122"/>
                          <a:cs typeface="Times New Roman" pitchFamily="18" charset="0"/>
                        </a:rPr>
                        <a:t>6</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7</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8</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9</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10</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11</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12</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13</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14</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15</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r>
              <a:tr h="3413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5.0</a:t>
                      </a:r>
                      <a:r>
                        <a:rPr kumimoji="0"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0" lang="zh-CN" altLang="en-US"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1.15</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1.46</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1.67</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1.82</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1.94</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2.03</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2.11</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2.18</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2.23</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2.29</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2.33</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2.37</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2.41</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r>
              <a:tr h="3413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1.0</a:t>
                      </a:r>
                      <a:r>
                        <a:rPr kumimoji="0"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0" lang="zh-CN" altLang="en-US"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1.15</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1.49</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1.75</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1.94</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2.10</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2.22</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2.32</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2.41</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2.48</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2.55</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2.61</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2.66</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2.70</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r>
            </a:tbl>
          </a:graphicData>
        </a:graphic>
      </p:graphicFrame>
      <p:sp>
        <p:nvSpPr>
          <p:cNvPr id="424007" name="Text Box 71"/>
          <p:cNvSpPr txBox="1">
            <a:spLocks noChangeArrowheads="1"/>
          </p:cNvSpPr>
          <p:nvPr/>
        </p:nvSpPr>
        <p:spPr bwMode="auto">
          <a:xfrm>
            <a:off x="1042988" y="3213100"/>
            <a:ext cx="298450" cy="366713"/>
          </a:xfrm>
          <a:prstGeom prst="rect">
            <a:avLst/>
          </a:prstGeom>
          <a:noFill/>
          <a:ln w="9525">
            <a:noFill/>
            <a:miter lim="800000"/>
            <a:headEnd/>
            <a:tailEnd/>
          </a:ln>
          <a:effectLst/>
        </p:spPr>
        <p:txBody>
          <a:bodyPr wrap="none">
            <a:spAutoFit/>
          </a:bodyPr>
          <a:lstStyle/>
          <a:p>
            <a:pPr>
              <a:defRPr/>
            </a:pPr>
            <a:r>
              <a:rPr lang="en-US" altLang="zh-CN" i="1">
                <a:effectLst>
                  <a:outerShdw blurRad="38100" dist="38100" dir="2700000" algn="tl">
                    <a:srgbClr val="C0C0C0"/>
                  </a:outerShdw>
                </a:effectLst>
                <a:latin typeface="Times New Roman" pitchFamily="18" charset="0"/>
              </a:rPr>
              <a:t>n</a:t>
            </a:r>
          </a:p>
        </p:txBody>
      </p:sp>
      <p:sp>
        <p:nvSpPr>
          <p:cNvPr id="424008" name="Text Box 72"/>
          <p:cNvSpPr txBox="1">
            <a:spLocks noChangeArrowheads="1"/>
          </p:cNvSpPr>
          <p:nvPr/>
        </p:nvSpPr>
        <p:spPr bwMode="auto">
          <a:xfrm>
            <a:off x="684213" y="3349625"/>
            <a:ext cx="412750" cy="366713"/>
          </a:xfrm>
          <a:prstGeom prst="rect">
            <a:avLst/>
          </a:prstGeom>
          <a:noFill/>
          <a:ln w="9525">
            <a:noFill/>
            <a:miter lim="800000"/>
            <a:headEnd/>
            <a:tailEnd/>
          </a:ln>
          <a:effectLst/>
        </p:spPr>
        <p:txBody>
          <a:bodyPr wrap="none">
            <a:spAutoFit/>
          </a:bodyPr>
          <a:lstStyle/>
          <a:p>
            <a:pPr>
              <a:defRPr/>
            </a:pPr>
            <a:r>
              <a:rPr lang="el-GR" altLang="zh-CN" i="1">
                <a:effectLst>
                  <a:outerShdw blurRad="38100" dist="38100" dir="2700000" algn="tl">
                    <a:srgbClr val="C0C0C0"/>
                  </a:outerShdw>
                </a:effectLst>
                <a:latin typeface="Times New Roman" pitchFamily="18" charset="0"/>
              </a:rPr>
              <a:t>α</a:t>
            </a:r>
            <a:endParaRPr lang="en-US" altLang="zh-CN" i="1">
              <a:effectLst>
                <a:outerShdw blurRad="38100" dist="38100" dir="2700000" algn="tl">
                  <a:srgbClr val="C0C0C0"/>
                </a:outerShdw>
              </a:effectLst>
              <a:latin typeface="Times New Roman" pitchFamily="18" charset="0"/>
            </a:endParaRPr>
          </a:p>
        </p:txBody>
      </p:sp>
      <p:sp>
        <p:nvSpPr>
          <p:cNvPr id="10"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测量数据的处理</a:t>
            </a:r>
          </a:p>
        </p:txBody>
      </p:sp>
    </p:spTree>
  </p:cSld>
  <p:clrMapOvr>
    <a:masterClrMapping/>
  </p:clrMapOvr>
  <p:transition>
    <p:circl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日期占位符 4"/>
          <p:cNvSpPr>
            <a:spLocks noGrp="1"/>
          </p:cNvSpPr>
          <p:nvPr>
            <p:ph type="dt" sz="quarter" idx="10"/>
          </p:nvPr>
        </p:nvSpPr>
        <p:spPr>
          <a:noFill/>
        </p:spPr>
        <p:txBody>
          <a:bodyPr/>
          <a:lstStyle/>
          <a:p>
            <a:fld id="{B10AF970-9285-4901-9550-DD4AB70AEBBA}" type="datetime1">
              <a:rPr lang="zh-CN" altLang="en-US" smtClean="0">
                <a:latin typeface="Arial" pitchFamily="34" charset="0"/>
              </a:rPr>
              <a:pPr/>
              <a:t>2017/3/5</a:t>
            </a:fld>
            <a:endParaRPr lang="en-US" altLang="zh-CN" smtClean="0">
              <a:latin typeface="Arial" pitchFamily="34" charset="0"/>
            </a:endParaRPr>
          </a:p>
        </p:txBody>
      </p:sp>
      <p:sp>
        <p:nvSpPr>
          <p:cNvPr id="3076" name="灯片编号占位符 6"/>
          <p:cNvSpPr>
            <a:spLocks noGrp="1"/>
          </p:cNvSpPr>
          <p:nvPr>
            <p:ph type="sldNum" sz="quarter" idx="12"/>
          </p:nvPr>
        </p:nvSpPr>
        <p:spPr>
          <a:noFill/>
        </p:spPr>
        <p:txBody>
          <a:bodyPr/>
          <a:lstStyle/>
          <a:p>
            <a:fld id="{C432CE56-9F1B-446F-82DF-EC05CB36445C}" type="slidenum">
              <a:rPr lang="en-US" altLang="zh-CN" smtClean="0">
                <a:latin typeface="Arial" pitchFamily="34" charset="0"/>
              </a:rPr>
              <a:pPr/>
              <a:t>22</a:t>
            </a:fld>
            <a:endParaRPr lang="en-US" altLang="zh-CN" smtClean="0">
              <a:latin typeface="Arial" pitchFamily="34" charset="0"/>
            </a:endParaRPr>
          </a:p>
        </p:txBody>
      </p:sp>
      <p:sp>
        <p:nvSpPr>
          <p:cNvPr id="424963" name="Rectangle 3"/>
          <p:cNvSpPr>
            <a:spLocks noGrp="1" noRot="1" noChangeArrowheads="1"/>
          </p:cNvSpPr>
          <p:nvPr>
            <p:ph type="body" sz="half" idx="1"/>
          </p:nvPr>
        </p:nvSpPr>
        <p:spPr>
          <a:xfrm>
            <a:off x="0" y="1601788"/>
            <a:ext cx="8893175" cy="5256212"/>
          </a:xfrm>
        </p:spPr>
        <p:txBody>
          <a:bodyPr/>
          <a:lstStyle/>
          <a:p>
            <a:pPr marL="714375" eaLnBrk="1" hangingPunct="1">
              <a:buFont typeface="Wingdings" pitchFamily="2" charset="2"/>
              <a:buNone/>
              <a:defRPr/>
            </a:pPr>
            <a:r>
              <a:rPr lang="en-US" altLang="zh-CN" dirty="0" smtClean="0">
                <a:latin typeface="黑体" pitchFamily="2" charset="-122"/>
                <a:ea typeface="黑体" pitchFamily="2" charset="-122"/>
              </a:rPr>
              <a:t>3</a:t>
            </a:r>
            <a:r>
              <a:rPr lang="zh-CN" altLang="en-US" dirty="0" smtClean="0">
                <a:latin typeface="黑体" pitchFamily="2" charset="-122"/>
                <a:ea typeface="黑体" pitchFamily="2" charset="-122"/>
              </a:rPr>
              <a:t>．</a:t>
            </a:r>
            <a:r>
              <a:rPr lang="zh-CN" altLang="en-US" dirty="0" smtClean="0">
                <a:solidFill>
                  <a:srgbClr val="FF0000"/>
                </a:solidFill>
                <a:latin typeface="黑体" pitchFamily="2" charset="-122"/>
                <a:ea typeface="黑体" pitchFamily="2" charset="-122"/>
              </a:rPr>
              <a:t>条件相同重复测量的数据处理步骤</a:t>
            </a:r>
          </a:p>
          <a:p>
            <a:pPr marL="714375" eaLnBrk="1" hangingPunct="1">
              <a:lnSpc>
                <a:spcPct val="115000"/>
              </a:lnSpc>
              <a:buFont typeface="Wingdings" pitchFamily="2" charset="2"/>
              <a:buNone/>
              <a:defRPr/>
            </a:pPr>
            <a:r>
              <a:rPr lang="en-US" altLang="zh-CN" dirty="0" smtClean="0">
                <a:latin typeface="黑体" pitchFamily="2" charset="-122"/>
                <a:ea typeface="黑体" pitchFamily="2" charset="-122"/>
              </a:rPr>
              <a:t>3</a:t>
            </a:r>
            <a:r>
              <a:rPr lang="zh-CN" altLang="en-US" dirty="0" smtClean="0">
                <a:latin typeface="黑体" pitchFamily="2" charset="-122"/>
                <a:ea typeface="黑体" pitchFamily="2" charset="-122"/>
              </a:rPr>
              <a:t>）求算术平均值的标准偏差的估计值。按下式计算</a:t>
            </a:r>
          </a:p>
          <a:p>
            <a:pPr marL="714375" eaLnBrk="1" hangingPunct="1">
              <a:lnSpc>
                <a:spcPct val="115000"/>
              </a:lnSpc>
              <a:buFont typeface="Wingdings" pitchFamily="2" charset="2"/>
              <a:buNone/>
              <a:defRPr/>
            </a:pPr>
            <a:endParaRPr lang="zh-CN" altLang="en-US" dirty="0" smtClean="0">
              <a:latin typeface="黑体" pitchFamily="2" charset="-122"/>
              <a:ea typeface="黑体" pitchFamily="2" charset="-122"/>
            </a:endParaRPr>
          </a:p>
          <a:p>
            <a:pPr marL="714375" eaLnBrk="1" hangingPunct="1">
              <a:lnSpc>
                <a:spcPct val="115000"/>
              </a:lnSpc>
              <a:buFont typeface="Wingdings" pitchFamily="2" charset="2"/>
              <a:buNone/>
              <a:defRPr/>
            </a:pPr>
            <a:endParaRPr lang="zh-CN" altLang="en-US" dirty="0" smtClean="0">
              <a:latin typeface="黑体" pitchFamily="2" charset="-122"/>
              <a:ea typeface="黑体" pitchFamily="2" charset="-122"/>
            </a:endParaRPr>
          </a:p>
          <a:p>
            <a:pPr marL="714375" eaLnBrk="1" hangingPunct="1">
              <a:lnSpc>
                <a:spcPct val="115000"/>
              </a:lnSpc>
              <a:buFont typeface="Wingdings" pitchFamily="2" charset="2"/>
              <a:buNone/>
              <a:defRPr/>
            </a:pPr>
            <a:r>
              <a:rPr lang="en-US" altLang="zh-CN" dirty="0" smtClean="0">
                <a:latin typeface="黑体" pitchFamily="2" charset="-122"/>
                <a:ea typeface="黑体" pitchFamily="2" charset="-122"/>
              </a:rPr>
              <a:t>4</a:t>
            </a:r>
            <a:r>
              <a:rPr lang="zh-CN" altLang="en-US" dirty="0" smtClean="0">
                <a:latin typeface="黑体" pitchFamily="2" charset="-122"/>
                <a:ea typeface="黑体" pitchFamily="2" charset="-122"/>
              </a:rPr>
              <a:t>）判断系统误差。根据发现系统误差的各种方法判断，并设法减小和消除之。这一步主要是为了检查有无因测量工作中的某些疏忽而引入的显著系统误差。</a:t>
            </a:r>
          </a:p>
        </p:txBody>
      </p:sp>
      <p:sp>
        <p:nvSpPr>
          <p:cNvPr id="3078" name="Rectangle 4"/>
          <p:cNvSpPr>
            <a:spLocks noChangeArrowheads="1"/>
          </p:cNvSpPr>
          <p:nvPr/>
        </p:nvSpPr>
        <p:spPr bwMode="auto">
          <a:xfrm>
            <a:off x="0" y="321945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3074" name="Object 5"/>
          <p:cNvGraphicFramePr>
            <a:graphicFrameLocks noChangeAspect="1"/>
          </p:cNvGraphicFramePr>
          <p:nvPr/>
        </p:nvGraphicFramePr>
        <p:xfrm>
          <a:off x="3851275" y="2684463"/>
          <a:ext cx="1152525" cy="889000"/>
        </p:xfrm>
        <a:graphic>
          <a:graphicData uri="http://schemas.openxmlformats.org/presentationml/2006/ole">
            <p:oleObj spid="_x0000_s3074" name="公式" r:id="rId3" imgW="545626" imgH="418737" progId="Equation.3">
              <p:embed/>
            </p:oleObj>
          </a:graphicData>
        </a:graphic>
      </p:graphicFrame>
      <p:sp>
        <p:nvSpPr>
          <p:cNvPr id="9"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测量数据的处理</a:t>
            </a:r>
          </a:p>
        </p:txBody>
      </p:sp>
    </p:spTree>
  </p:cSld>
  <p:clrMapOvr>
    <a:masterClrMapping/>
  </p:clrMapOvr>
  <p:transition>
    <p:circl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日期占位符 4"/>
          <p:cNvSpPr>
            <a:spLocks noGrp="1"/>
          </p:cNvSpPr>
          <p:nvPr>
            <p:ph type="dt" sz="quarter" idx="10"/>
          </p:nvPr>
        </p:nvSpPr>
        <p:spPr>
          <a:noFill/>
        </p:spPr>
        <p:txBody>
          <a:bodyPr/>
          <a:lstStyle/>
          <a:p>
            <a:fld id="{6AEF63DE-CD59-47F7-8594-B1994282FE5F}" type="datetime1">
              <a:rPr lang="zh-CN" altLang="en-US" smtClean="0">
                <a:latin typeface="Arial" pitchFamily="34" charset="0"/>
              </a:rPr>
              <a:pPr/>
              <a:t>2017/3/5</a:t>
            </a:fld>
            <a:endParaRPr lang="en-US" altLang="zh-CN" smtClean="0">
              <a:latin typeface="Arial" pitchFamily="34" charset="0"/>
            </a:endParaRPr>
          </a:p>
        </p:txBody>
      </p:sp>
      <p:sp>
        <p:nvSpPr>
          <p:cNvPr id="4101" name="灯片编号占位符 6"/>
          <p:cNvSpPr>
            <a:spLocks noGrp="1"/>
          </p:cNvSpPr>
          <p:nvPr>
            <p:ph type="sldNum" sz="quarter" idx="12"/>
          </p:nvPr>
        </p:nvSpPr>
        <p:spPr>
          <a:noFill/>
        </p:spPr>
        <p:txBody>
          <a:bodyPr/>
          <a:lstStyle/>
          <a:p>
            <a:fld id="{5176FE44-C17C-4742-919F-7FB94293D4C6}" type="slidenum">
              <a:rPr lang="en-US" altLang="zh-CN" smtClean="0">
                <a:latin typeface="Arial" pitchFamily="34" charset="0"/>
              </a:rPr>
              <a:pPr/>
              <a:t>23</a:t>
            </a:fld>
            <a:endParaRPr lang="en-US" altLang="zh-CN" smtClean="0">
              <a:latin typeface="Arial" pitchFamily="34" charset="0"/>
            </a:endParaRPr>
          </a:p>
        </p:txBody>
      </p:sp>
      <p:sp>
        <p:nvSpPr>
          <p:cNvPr id="425987" name="Rectangle 3"/>
          <p:cNvSpPr>
            <a:spLocks noGrp="1" noRot="1" noChangeArrowheads="1"/>
          </p:cNvSpPr>
          <p:nvPr>
            <p:ph type="body" sz="half" idx="1"/>
          </p:nvPr>
        </p:nvSpPr>
        <p:spPr>
          <a:xfrm>
            <a:off x="0" y="1268413"/>
            <a:ext cx="8893175" cy="5256212"/>
          </a:xfrm>
        </p:spPr>
        <p:txBody>
          <a:bodyPr/>
          <a:lstStyle/>
          <a:p>
            <a:pPr marL="714375" eaLnBrk="1" hangingPunct="1">
              <a:buFont typeface="Wingdings" pitchFamily="2" charset="2"/>
              <a:buNone/>
              <a:defRPr/>
            </a:pPr>
            <a:r>
              <a:rPr lang="en-US" altLang="zh-CN" dirty="0" smtClean="0">
                <a:latin typeface="Times New Roman" pitchFamily="18" charset="0"/>
                <a:ea typeface="黑体" pitchFamily="2" charset="-122"/>
              </a:rPr>
              <a:t>3</a:t>
            </a:r>
            <a:r>
              <a:rPr lang="zh-CN" altLang="en-US" dirty="0" smtClean="0">
                <a:latin typeface="Times New Roman" pitchFamily="18" charset="0"/>
                <a:ea typeface="黑体" pitchFamily="2" charset="-122"/>
              </a:rPr>
              <a:t>．</a:t>
            </a:r>
            <a:r>
              <a:rPr lang="zh-CN" altLang="en-US" dirty="0" smtClean="0">
                <a:solidFill>
                  <a:srgbClr val="FF0000"/>
                </a:solidFill>
                <a:latin typeface="Times New Roman" pitchFamily="18" charset="0"/>
                <a:ea typeface="黑体" pitchFamily="2" charset="-122"/>
              </a:rPr>
              <a:t>条件相同重复测量的数据处理步骤</a:t>
            </a:r>
          </a:p>
          <a:p>
            <a:pPr marL="714375" eaLnBrk="1" hangingPunct="1">
              <a:buFont typeface="Wingdings" pitchFamily="2" charset="2"/>
              <a:buNone/>
              <a:defRPr/>
            </a:pPr>
            <a:r>
              <a:rPr lang="en-US" altLang="zh-CN" dirty="0" smtClean="0">
                <a:latin typeface="Times New Roman" pitchFamily="18" charset="0"/>
                <a:ea typeface="黑体" pitchFamily="2" charset="-122"/>
              </a:rPr>
              <a:t>5</a:t>
            </a:r>
            <a:r>
              <a:rPr lang="zh-CN" altLang="en-US" dirty="0" smtClean="0">
                <a:latin typeface="Times New Roman" pitchFamily="18" charset="0"/>
                <a:ea typeface="黑体" pitchFamily="2" charset="-122"/>
              </a:rPr>
              <a:t>）求测量的扩展不确定度。根据测量的次数</a:t>
            </a:r>
            <a:r>
              <a:rPr lang="en-US" altLang="zh-CN" i="1" dirty="0" smtClean="0">
                <a:latin typeface="Times New Roman" pitchFamily="18" charset="0"/>
                <a:ea typeface="黑体" pitchFamily="2" charset="-122"/>
              </a:rPr>
              <a:t>n</a:t>
            </a:r>
            <a:r>
              <a:rPr lang="zh-CN" altLang="en-US" dirty="0" smtClean="0">
                <a:latin typeface="Times New Roman" pitchFamily="18" charset="0"/>
                <a:ea typeface="黑体" pitchFamily="2" charset="-122"/>
              </a:rPr>
              <a:t>和置信概率</a:t>
            </a:r>
            <a:r>
              <a:rPr lang="en-US" altLang="zh-CN" i="1" dirty="0" smtClean="0">
                <a:latin typeface="Times New Roman" pitchFamily="18" charset="0"/>
                <a:ea typeface="黑体" pitchFamily="2" charset="-122"/>
              </a:rPr>
              <a:t>p</a:t>
            </a:r>
            <a:r>
              <a:rPr lang="zh-CN" altLang="en-US" dirty="0" smtClean="0">
                <a:latin typeface="Times New Roman" pitchFamily="18" charset="0"/>
                <a:ea typeface="黑体" pitchFamily="2" charset="-122"/>
              </a:rPr>
              <a:t>，由下表查出</a:t>
            </a:r>
            <a:r>
              <a:rPr lang="en-US" altLang="zh-CN" i="1" dirty="0" err="1" smtClean="0">
                <a:latin typeface="Times New Roman" pitchFamily="18" charset="0"/>
                <a:ea typeface="黑体" pitchFamily="2" charset="-122"/>
              </a:rPr>
              <a:t>t</a:t>
            </a:r>
            <a:r>
              <a:rPr lang="en-US" altLang="zh-CN" baseline="-25000" dirty="0" err="1" smtClean="0">
                <a:latin typeface="Times New Roman" pitchFamily="18" charset="0"/>
                <a:ea typeface="黑体" pitchFamily="2" charset="-122"/>
              </a:rPr>
              <a:t>p</a:t>
            </a:r>
            <a:r>
              <a:rPr lang="en-US" altLang="zh-CN"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n</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，按下式计算</a:t>
            </a:r>
          </a:p>
          <a:p>
            <a:pPr marL="714375" eaLnBrk="1" hangingPunct="1">
              <a:defRPr/>
            </a:pPr>
            <a:endParaRPr lang="zh-CN" altLang="en-US" dirty="0" smtClean="0">
              <a:latin typeface="Times New Roman" pitchFamily="18" charset="0"/>
              <a:ea typeface="黑体" pitchFamily="2" charset="-122"/>
            </a:endParaRPr>
          </a:p>
          <a:p>
            <a:pPr marL="714375" algn="ctr" eaLnBrk="1" hangingPunct="1">
              <a:buFont typeface="Wingdings" pitchFamily="2" charset="2"/>
              <a:buNone/>
              <a:defRPr/>
            </a:pPr>
            <a:r>
              <a:rPr lang="en-US" altLang="zh-CN" i="1" dirty="0" smtClean="0">
                <a:latin typeface="Times New Roman" pitchFamily="18" charset="0"/>
                <a:ea typeface="黑体" pitchFamily="2" charset="-122"/>
              </a:rPr>
              <a:t>t</a:t>
            </a:r>
            <a:r>
              <a:rPr lang="zh-CN" altLang="en-US" dirty="0" smtClean="0">
                <a:latin typeface="Times New Roman" pitchFamily="18" charset="0"/>
                <a:ea typeface="黑体" pitchFamily="2" charset="-122"/>
              </a:rPr>
              <a:t>分布临界值 </a:t>
            </a:r>
          </a:p>
          <a:p>
            <a:pPr marL="714375" eaLnBrk="1" hangingPunct="1">
              <a:defRPr/>
            </a:pPr>
            <a:endParaRPr lang="zh-CN" altLang="en-US" dirty="0" smtClean="0">
              <a:latin typeface="Times New Roman" pitchFamily="18" charset="0"/>
              <a:ea typeface="黑体" pitchFamily="2" charset="-122"/>
            </a:endParaRPr>
          </a:p>
          <a:p>
            <a:pPr marL="714375" eaLnBrk="1" hangingPunct="1">
              <a:defRPr/>
            </a:pPr>
            <a:endParaRPr lang="zh-CN" altLang="en-US" dirty="0" smtClean="0">
              <a:latin typeface="Times New Roman" pitchFamily="18" charset="0"/>
              <a:ea typeface="黑体" pitchFamily="2" charset="-122"/>
            </a:endParaRPr>
          </a:p>
          <a:p>
            <a:pPr marL="714375" eaLnBrk="1" hangingPunct="1">
              <a:defRPr/>
            </a:pPr>
            <a:endParaRPr lang="zh-CN" altLang="en-US" dirty="0" smtClean="0">
              <a:latin typeface="Times New Roman" pitchFamily="18" charset="0"/>
              <a:ea typeface="黑体" pitchFamily="2" charset="-122"/>
            </a:endParaRPr>
          </a:p>
          <a:p>
            <a:pPr marL="714375" eaLnBrk="1" hangingPunct="1">
              <a:defRPr/>
            </a:pPr>
            <a:r>
              <a:rPr lang="zh-CN" altLang="en-US" dirty="0" smtClean="0">
                <a:latin typeface="Times New Roman" pitchFamily="18" charset="0"/>
                <a:ea typeface="黑体" pitchFamily="2" charset="-122"/>
              </a:rPr>
              <a:t>最后写出测量结果：</a:t>
            </a:r>
          </a:p>
          <a:p>
            <a:pPr marL="714375" eaLnBrk="1" hangingPunct="1">
              <a:defRPr/>
            </a:pPr>
            <a:endParaRPr lang="zh-CN" altLang="en-US" dirty="0" smtClean="0">
              <a:latin typeface="Times New Roman" pitchFamily="18" charset="0"/>
              <a:ea typeface="黑体" pitchFamily="2" charset="-122"/>
            </a:endParaRPr>
          </a:p>
          <a:p>
            <a:pPr marL="714375" eaLnBrk="1" hangingPunct="1">
              <a:buFont typeface="Wingdings" pitchFamily="2" charset="2"/>
              <a:buNone/>
              <a:defRPr/>
            </a:pPr>
            <a:r>
              <a:rPr lang="zh-CN" altLang="en-US" dirty="0" smtClean="0">
                <a:latin typeface="Times New Roman" pitchFamily="18" charset="0"/>
                <a:ea typeface="黑体" pitchFamily="2" charset="-122"/>
              </a:rPr>
              <a:t>     式中，扩展不确定度</a:t>
            </a:r>
            <a:r>
              <a:rPr lang="en-US" altLang="zh-CN" i="1" dirty="0" smtClean="0">
                <a:latin typeface="Times New Roman" pitchFamily="18" charset="0"/>
                <a:ea typeface="黑体" pitchFamily="2" charset="-122"/>
              </a:rPr>
              <a:t>U</a:t>
            </a:r>
            <a:r>
              <a:rPr lang="zh-CN" altLang="en-US" dirty="0" smtClean="0">
                <a:latin typeface="Times New Roman" pitchFamily="18" charset="0"/>
                <a:ea typeface="黑体" pitchFamily="2" charset="-122"/>
              </a:rPr>
              <a:t>应取最多两位有效数字。</a:t>
            </a:r>
          </a:p>
        </p:txBody>
      </p:sp>
      <p:sp>
        <p:nvSpPr>
          <p:cNvPr id="4103" name="Rectangle 4"/>
          <p:cNvSpPr>
            <a:spLocks noChangeArrowheads="1"/>
          </p:cNvSpPr>
          <p:nvPr/>
        </p:nvSpPr>
        <p:spPr bwMode="auto">
          <a:xfrm>
            <a:off x="0" y="329565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4098" name="Object 5"/>
          <p:cNvGraphicFramePr>
            <a:graphicFrameLocks noChangeAspect="1"/>
          </p:cNvGraphicFramePr>
          <p:nvPr/>
        </p:nvGraphicFramePr>
        <p:xfrm>
          <a:off x="5264150" y="2260600"/>
          <a:ext cx="2087563" cy="609600"/>
        </p:xfrm>
        <a:graphic>
          <a:graphicData uri="http://schemas.openxmlformats.org/presentationml/2006/ole">
            <p:oleObj spid="_x0000_s4098" name="公式" r:id="rId3" imgW="914003" imgH="266584" progId="Equation.3">
              <p:embed/>
            </p:oleObj>
          </a:graphicData>
        </a:graphic>
      </p:graphicFrame>
      <p:graphicFrame>
        <p:nvGraphicFramePr>
          <p:cNvPr id="426045" name="Group 61"/>
          <p:cNvGraphicFramePr>
            <a:graphicFrameLocks noGrp="1"/>
          </p:cNvGraphicFramePr>
          <p:nvPr>
            <p:ph sz="half" idx="2"/>
          </p:nvPr>
        </p:nvGraphicFramePr>
        <p:xfrm>
          <a:off x="1833563" y="3416300"/>
          <a:ext cx="6073775" cy="1219200"/>
        </p:xfrm>
        <a:graphic>
          <a:graphicData uri="http://schemas.openxmlformats.org/drawingml/2006/table">
            <a:tbl>
              <a:tblPr/>
              <a:tblGrid>
                <a:gridCol w="676275"/>
                <a:gridCol w="673100"/>
                <a:gridCol w="674687"/>
                <a:gridCol w="676275"/>
                <a:gridCol w="673100"/>
                <a:gridCol w="676275"/>
                <a:gridCol w="674688"/>
                <a:gridCol w="673100"/>
                <a:gridCol w="676275"/>
              </a:tblGrid>
              <a:tr h="2222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1"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n</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5</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6</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7</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8</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9</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10</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r>
              <a:tr h="2222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1"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t</a:t>
                      </a:r>
                      <a:r>
                        <a:rPr kumimoji="0" lang="en-US" altLang="zh-CN" sz="1400" b="1"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0.682</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Arial" charset="0"/>
                          <a:ea typeface="宋体" pitchFamily="2" charset="-122"/>
                          <a:cs typeface="Times New Roman" pitchFamily="18" charset="0"/>
                        </a:rPr>
                        <a:t>1.32</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1.20</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1.14</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1.11</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1.09</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1.08</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1.07</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1.06</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r>
              <a:tr h="2238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1"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t</a:t>
                      </a:r>
                      <a:r>
                        <a:rPr kumimoji="0" lang="en-US" altLang="zh-CN" sz="1400" b="1"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0.95</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4.30</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3.18</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2.78</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2.57</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2.45</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2.37</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2.31</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2.26</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r>
              <a:tr h="2238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1"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t</a:t>
                      </a:r>
                      <a:r>
                        <a:rPr kumimoji="0" lang="en-US" altLang="zh-CN" sz="1400" b="1"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0.99</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9.93</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5.84</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4.60</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4.03</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3.71</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3.50</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3.36</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3.25</a:t>
                      </a:r>
                      <a:endParaRPr kumimoji="0" lang="en-US" altLang="zh-CN" sz="14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r>
            </a:tbl>
          </a:graphicData>
        </a:graphic>
      </p:graphicFrame>
      <p:sp>
        <p:nvSpPr>
          <p:cNvPr id="4157" name="Rectangle 59"/>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4099" name="Object 60"/>
          <p:cNvGraphicFramePr>
            <a:graphicFrameLocks noChangeAspect="1"/>
          </p:cNvGraphicFramePr>
          <p:nvPr/>
        </p:nvGraphicFramePr>
        <p:xfrm>
          <a:off x="3779838" y="4941888"/>
          <a:ext cx="1584325" cy="695325"/>
        </p:xfrm>
        <a:graphic>
          <a:graphicData uri="http://schemas.openxmlformats.org/presentationml/2006/ole">
            <p:oleObj spid="_x0000_s4099" name="公式" r:id="rId4" imgW="545863" imgH="241195" progId="Equation.3">
              <p:embed/>
            </p:oleObj>
          </a:graphicData>
        </a:graphic>
      </p:graphicFrame>
      <p:sp>
        <p:nvSpPr>
          <p:cNvPr id="12"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测量数据的处理</a:t>
            </a:r>
          </a:p>
        </p:txBody>
      </p:sp>
    </p:spTree>
  </p:cSld>
  <p:clrMapOvr>
    <a:masterClrMapping/>
  </p:clrMapOvr>
  <p:transition>
    <p:circl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日期占位符 4"/>
          <p:cNvSpPr>
            <a:spLocks noGrp="1"/>
          </p:cNvSpPr>
          <p:nvPr>
            <p:ph type="dt" sz="quarter" idx="10"/>
          </p:nvPr>
        </p:nvSpPr>
        <p:spPr>
          <a:noFill/>
        </p:spPr>
        <p:txBody>
          <a:bodyPr/>
          <a:lstStyle/>
          <a:p>
            <a:fld id="{12E14EE9-2ECF-4A3B-940A-32131A8DA9C3}" type="datetime1">
              <a:rPr lang="zh-CN" altLang="en-US" smtClean="0">
                <a:latin typeface="Arial" pitchFamily="34" charset="0"/>
              </a:rPr>
              <a:pPr/>
              <a:t>2017/3/5</a:t>
            </a:fld>
            <a:endParaRPr lang="en-US" altLang="zh-CN" smtClean="0">
              <a:latin typeface="Arial" pitchFamily="34" charset="0"/>
            </a:endParaRPr>
          </a:p>
        </p:txBody>
      </p:sp>
      <p:sp>
        <p:nvSpPr>
          <p:cNvPr id="5124" name="灯片编号占位符 6"/>
          <p:cNvSpPr>
            <a:spLocks noGrp="1"/>
          </p:cNvSpPr>
          <p:nvPr>
            <p:ph type="sldNum" sz="quarter" idx="12"/>
          </p:nvPr>
        </p:nvSpPr>
        <p:spPr>
          <a:noFill/>
        </p:spPr>
        <p:txBody>
          <a:bodyPr/>
          <a:lstStyle/>
          <a:p>
            <a:fld id="{F6DE74DE-602B-41ED-94C8-5C234481CE21}" type="slidenum">
              <a:rPr lang="en-US" altLang="zh-CN" smtClean="0">
                <a:latin typeface="Arial" pitchFamily="34" charset="0"/>
              </a:rPr>
              <a:pPr/>
              <a:t>24</a:t>
            </a:fld>
            <a:endParaRPr lang="en-US" altLang="zh-CN" smtClean="0">
              <a:latin typeface="Arial" pitchFamily="34" charset="0"/>
            </a:endParaRPr>
          </a:p>
        </p:txBody>
      </p:sp>
      <p:sp>
        <p:nvSpPr>
          <p:cNvPr id="427011" name="Rectangle 3"/>
          <p:cNvSpPr>
            <a:spLocks noGrp="1" noRot="1" noChangeArrowheads="1"/>
          </p:cNvSpPr>
          <p:nvPr>
            <p:ph type="body" sz="half" idx="1"/>
          </p:nvPr>
        </p:nvSpPr>
        <p:spPr>
          <a:xfrm>
            <a:off x="0" y="1268413"/>
            <a:ext cx="8893175" cy="5256212"/>
          </a:xfrm>
        </p:spPr>
        <p:txBody>
          <a:bodyPr/>
          <a:lstStyle/>
          <a:p>
            <a:pPr marL="714375" eaLnBrk="1" hangingPunct="1">
              <a:buFont typeface="Wingdings" pitchFamily="2" charset="2"/>
              <a:buNone/>
              <a:defRPr/>
            </a:pPr>
            <a:r>
              <a:rPr lang="en-US" altLang="zh-CN" dirty="0" smtClean="0">
                <a:latin typeface="Times New Roman" pitchFamily="18" charset="0"/>
                <a:ea typeface="黑体" pitchFamily="2" charset="-122"/>
              </a:rPr>
              <a:t>4</a:t>
            </a:r>
            <a:r>
              <a:rPr lang="zh-CN" altLang="en-US" dirty="0" smtClean="0">
                <a:latin typeface="Times New Roman" pitchFamily="18" charset="0"/>
                <a:ea typeface="黑体" pitchFamily="2" charset="-122"/>
              </a:rPr>
              <a:t>．</a:t>
            </a:r>
            <a:r>
              <a:rPr lang="zh-CN" altLang="en-US" dirty="0" smtClean="0">
                <a:solidFill>
                  <a:srgbClr val="FF0000"/>
                </a:solidFill>
                <a:latin typeface="Times New Roman" pitchFamily="18" charset="0"/>
                <a:ea typeface="黑体" pitchFamily="2" charset="-122"/>
              </a:rPr>
              <a:t>条件不同的重复测量的数据处理步骤</a:t>
            </a:r>
          </a:p>
          <a:p>
            <a:pPr marL="714375" eaLnBrk="1" hangingPunct="1">
              <a:defRPr/>
            </a:pPr>
            <a:r>
              <a:rPr lang="zh-CN" altLang="en-US" dirty="0" smtClean="0">
                <a:latin typeface="Times New Roman" pitchFamily="18" charset="0"/>
                <a:ea typeface="黑体" pitchFamily="2" charset="-122"/>
              </a:rPr>
              <a:t>如果被测量是在不同时期或不同地点或不同实验室或不同仪器获得的，其测量条件不能保证相同，则应采用加权的方法来评定。设在不同条件下获得的数据列</a:t>
            </a:r>
            <a:r>
              <a:rPr lang="en-US" altLang="zh-CN" i="1" dirty="0" smtClean="0">
                <a:latin typeface="Times New Roman" pitchFamily="18" charset="0"/>
                <a:ea typeface="黑体" pitchFamily="2" charset="-122"/>
              </a:rPr>
              <a:t>x</a:t>
            </a:r>
            <a:r>
              <a:rPr lang="en-US" altLang="zh-CN" baseline="-25000" dirty="0" smtClean="0">
                <a:latin typeface="Times New Roman" pitchFamily="18" charset="0"/>
                <a:ea typeface="黑体" pitchFamily="2" charset="-122"/>
              </a:rPr>
              <a:t>1</a:t>
            </a:r>
            <a:r>
              <a:rPr lang="zh-CN" altLang="en-US"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x</a:t>
            </a:r>
            <a:r>
              <a:rPr lang="en-US" altLang="zh-CN" baseline="-25000" dirty="0" smtClean="0">
                <a:latin typeface="Times New Roman" pitchFamily="18" charset="0"/>
                <a:ea typeface="黑体" pitchFamily="2" charset="-122"/>
              </a:rPr>
              <a:t>2</a:t>
            </a:r>
            <a:r>
              <a:rPr lang="zh-CN" altLang="en-US" dirty="0" smtClean="0">
                <a:latin typeface="Times New Roman" pitchFamily="18" charset="0"/>
                <a:ea typeface="黑体" pitchFamily="2" charset="-122"/>
              </a:rPr>
              <a:t>，</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a:t>
            </a:r>
            <a:r>
              <a:rPr lang="en-US" altLang="zh-CN" i="1" dirty="0" err="1" smtClean="0">
                <a:latin typeface="Times New Roman" pitchFamily="18" charset="0"/>
                <a:ea typeface="黑体" pitchFamily="2" charset="-122"/>
              </a:rPr>
              <a:t>x</a:t>
            </a:r>
            <a:r>
              <a:rPr lang="en-US" altLang="zh-CN" baseline="-25000" dirty="0" err="1" smtClean="0">
                <a:latin typeface="Times New Roman" pitchFamily="18" charset="0"/>
                <a:ea typeface="黑体" pitchFamily="2" charset="-122"/>
              </a:rPr>
              <a:t>n</a:t>
            </a:r>
            <a:r>
              <a:rPr lang="zh-CN" altLang="en-US" dirty="0" smtClean="0">
                <a:latin typeface="Times New Roman" pitchFamily="18" charset="0"/>
                <a:ea typeface="黑体" pitchFamily="2" charset="-122"/>
              </a:rPr>
              <a:t>中不存在系统误差和粗大误差。</a:t>
            </a:r>
          </a:p>
          <a:p>
            <a:pPr marL="714375" eaLnBrk="1" hangingPunct="1">
              <a:buFont typeface="Wingdings" pitchFamily="2" charset="2"/>
              <a:buNone/>
              <a:defRPr/>
            </a:pPr>
            <a:r>
              <a:rPr lang="en-US" altLang="zh-CN" dirty="0" smtClean="0">
                <a:latin typeface="Times New Roman" pitchFamily="18" charset="0"/>
                <a:ea typeface="黑体" pitchFamily="2" charset="-122"/>
              </a:rPr>
              <a:t>1) </a:t>
            </a:r>
            <a:r>
              <a:rPr lang="zh-CN" altLang="en-US" dirty="0" smtClean="0">
                <a:latin typeface="Times New Roman" pitchFamily="18" charset="0"/>
                <a:ea typeface="黑体" pitchFamily="2" charset="-122"/>
              </a:rPr>
              <a:t>确定各测量值的权重。根据测量条件（方法、仪器、环境、人员）的好坏确定权重。</a:t>
            </a:r>
          </a:p>
          <a:p>
            <a:pPr marL="714375" eaLnBrk="1" hangingPunct="1">
              <a:buFont typeface="Wingdings" pitchFamily="2" charset="2"/>
              <a:buNone/>
              <a:defRPr/>
            </a:pPr>
            <a:r>
              <a:rPr lang="en-US" altLang="zh-CN" dirty="0" smtClean="0">
                <a:latin typeface="Times New Roman" pitchFamily="18" charset="0"/>
                <a:ea typeface="黑体" pitchFamily="2" charset="-122"/>
              </a:rPr>
              <a:t>2) </a:t>
            </a:r>
            <a:r>
              <a:rPr lang="zh-CN" altLang="en-US" dirty="0" smtClean="0">
                <a:latin typeface="Times New Roman" pitchFamily="18" charset="0"/>
                <a:ea typeface="黑体" pitchFamily="2" charset="-122"/>
              </a:rPr>
              <a:t>计算数据列的加权算术平均值、残余误差、以及加权算术平均值的标准偏差估计值</a:t>
            </a:r>
          </a:p>
        </p:txBody>
      </p:sp>
      <p:sp>
        <p:nvSpPr>
          <p:cNvPr id="5126" name="Rectangle 4"/>
          <p:cNvSpPr>
            <a:spLocks noChangeArrowheads="1"/>
          </p:cNvSpPr>
          <p:nvPr/>
        </p:nvSpPr>
        <p:spPr bwMode="auto">
          <a:xfrm>
            <a:off x="0" y="3295650"/>
            <a:ext cx="9144000" cy="0"/>
          </a:xfrm>
          <a:prstGeom prst="rect">
            <a:avLst/>
          </a:prstGeom>
          <a:noFill/>
          <a:ln w="9525">
            <a:noFill/>
            <a:miter lim="800000"/>
            <a:headEnd/>
            <a:tailEnd/>
          </a:ln>
        </p:spPr>
        <p:txBody>
          <a:bodyPr wrap="none" anchor="ctr">
            <a:spAutoFit/>
          </a:bodyPr>
          <a:lstStyle/>
          <a:p>
            <a:endParaRPr lang="zh-CN" altLang="en-US"/>
          </a:p>
        </p:txBody>
      </p:sp>
      <p:sp>
        <p:nvSpPr>
          <p:cNvPr id="5127" name="Rectangle 5"/>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sp>
        <p:nvSpPr>
          <p:cNvPr id="5128" name="Rectangle 6"/>
          <p:cNvSpPr>
            <a:spLocks noChangeArrowheads="1"/>
          </p:cNvSpPr>
          <p:nvPr/>
        </p:nvSpPr>
        <p:spPr bwMode="auto">
          <a:xfrm>
            <a:off x="0" y="29860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122" name="Object 7"/>
          <p:cNvGraphicFramePr>
            <a:graphicFrameLocks noChangeAspect="1"/>
          </p:cNvGraphicFramePr>
          <p:nvPr/>
        </p:nvGraphicFramePr>
        <p:xfrm>
          <a:off x="2001838" y="4941888"/>
          <a:ext cx="5570537" cy="1719262"/>
        </p:xfrm>
        <a:graphic>
          <a:graphicData uri="http://schemas.openxmlformats.org/presentationml/2006/ole">
            <p:oleObj spid="_x0000_s5122" name="公式" r:id="rId3" imgW="2869920" imgH="888840" progId="Equation.3">
              <p:embed/>
            </p:oleObj>
          </a:graphicData>
        </a:graphic>
      </p:graphicFrame>
      <p:sp>
        <p:nvSpPr>
          <p:cNvPr id="11"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测量数据的处理</a:t>
            </a:r>
          </a:p>
        </p:txBody>
      </p:sp>
    </p:spTree>
  </p:cSld>
  <p:clrMapOvr>
    <a:masterClrMapping/>
  </p:clrMapOvr>
  <p:transition>
    <p:circl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日期占位符 4"/>
          <p:cNvSpPr>
            <a:spLocks noGrp="1"/>
          </p:cNvSpPr>
          <p:nvPr>
            <p:ph type="dt" sz="quarter" idx="10"/>
          </p:nvPr>
        </p:nvSpPr>
        <p:spPr>
          <a:noFill/>
        </p:spPr>
        <p:txBody>
          <a:bodyPr/>
          <a:lstStyle/>
          <a:p>
            <a:fld id="{B540421C-577C-41AE-AA29-350C30ED899A}" type="datetime1">
              <a:rPr lang="zh-CN" altLang="en-US" smtClean="0">
                <a:latin typeface="Arial" pitchFamily="34" charset="0"/>
              </a:rPr>
              <a:pPr/>
              <a:t>2017/3/5</a:t>
            </a:fld>
            <a:endParaRPr lang="en-US" altLang="zh-CN" smtClean="0">
              <a:latin typeface="Arial" pitchFamily="34" charset="0"/>
            </a:endParaRPr>
          </a:p>
        </p:txBody>
      </p:sp>
      <p:sp>
        <p:nvSpPr>
          <p:cNvPr id="6149" name="灯片编号占位符 6"/>
          <p:cNvSpPr>
            <a:spLocks noGrp="1"/>
          </p:cNvSpPr>
          <p:nvPr>
            <p:ph type="sldNum" sz="quarter" idx="12"/>
          </p:nvPr>
        </p:nvSpPr>
        <p:spPr>
          <a:noFill/>
        </p:spPr>
        <p:txBody>
          <a:bodyPr/>
          <a:lstStyle/>
          <a:p>
            <a:fld id="{69D40BFC-15A3-4733-AB6B-CEC9922592CB}" type="slidenum">
              <a:rPr lang="en-US" altLang="zh-CN" smtClean="0">
                <a:latin typeface="Arial" pitchFamily="34" charset="0"/>
              </a:rPr>
              <a:pPr/>
              <a:t>25</a:t>
            </a:fld>
            <a:endParaRPr lang="en-US" altLang="zh-CN" smtClean="0">
              <a:latin typeface="Arial" pitchFamily="34" charset="0"/>
            </a:endParaRPr>
          </a:p>
        </p:txBody>
      </p:sp>
      <p:sp>
        <p:nvSpPr>
          <p:cNvPr id="428035" name="Rectangle 3"/>
          <p:cNvSpPr>
            <a:spLocks noGrp="1" noRot="1" noChangeArrowheads="1"/>
          </p:cNvSpPr>
          <p:nvPr>
            <p:ph type="body" sz="half" idx="1"/>
          </p:nvPr>
        </p:nvSpPr>
        <p:spPr>
          <a:xfrm>
            <a:off x="0" y="1601788"/>
            <a:ext cx="8893175" cy="5256212"/>
          </a:xfrm>
        </p:spPr>
        <p:txBody>
          <a:bodyPr/>
          <a:lstStyle/>
          <a:p>
            <a:pPr marL="714375" eaLnBrk="1" hangingPunct="1">
              <a:buFont typeface="Wingdings" pitchFamily="2" charset="2"/>
              <a:buNone/>
              <a:defRPr/>
            </a:pPr>
            <a:r>
              <a:rPr lang="en-US" altLang="zh-CN" dirty="0" smtClean="0">
                <a:latin typeface="Times New Roman" pitchFamily="18" charset="0"/>
                <a:ea typeface="黑体" pitchFamily="2" charset="-122"/>
              </a:rPr>
              <a:t>4</a:t>
            </a:r>
            <a:r>
              <a:rPr lang="zh-CN" altLang="en-US" dirty="0" smtClean="0">
                <a:latin typeface="Times New Roman" pitchFamily="18" charset="0"/>
                <a:ea typeface="黑体" pitchFamily="2" charset="-122"/>
              </a:rPr>
              <a:t>．</a:t>
            </a:r>
            <a:r>
              <a:rPr lang="zh-CN" altLang="en-US" dirty="0" smtClean="0">
                <a:solidFill>
                  <a:srgbClr val="FF0000"/>
                </a:solidFill>
                <a:latin typeface="Times New Roman" pitchFamily="18" charset="0"/>
                <a:ea typeface="黑体" pitchFamily="2" charset="-122"/>
              </a:rPr>
              <a:t>条件不同的重复测量的数据处理步骤</a:t>
            </a:r>
          </a:p>
          <a:p>
            <a:pPr marL="714375" eaLnBrk="1" hangingPunct="1">
              <a:buFont typeface="Wingdings" pitchFamily="2" charset="2"/>
              <a:buNone/>
              <a:defRPr/>
            </a:pPr>
            <a:r>
              <a:rPr lang="en-US" altLang="zh-CN" dirty="0" smtClean="0">
                <a:latin typeface="Times New Roman" pitchFamily="18" charset="0"/>
                <a:ea typeface="黑体" pitchFamily="2" charset="-122"/>
              </a:rPr>
              <a:t>3) </a:t>
            </a:r>
            <a:r>
              <a:rPr lang="zh-CN" altLang="en-US" dirty="0" smtClean="0">
                <a:latin typeface="Times New Roman" pitchFamily="18" charset="0"/>
                <a:ea typeface="黑体" pitchFamily="2" charset="-122"/>
              </a:rPr>
              <a:t>求测量的扩展不确定度。根据测量的次数</a:t>
            </a:r>
            <a:r>
              <a:rPr lang="en-US" altLang="zh-CN" i="1" dirty="0" smtClean="0">
                <a:latin typeface="Times New Roman" pitchFamily="18" charset="0"/>
                <a:ea typeface="黑体" pitchFamily="2" charset="-122"/>
              </a:rPr>
              <a:t>n</a:t>
            </a:r>
            <a:r>
              <a:rPr lang="zh-CN" altLang="en-US" dirty="0" smtClean="0">
                <a:latin typeface="Times New Roman" pitchFamily="18" charset="0"/>
                <a:ea typeface="黑体" pitchFamily="2" charset="-122"/>
              </a:rPr>
              <a:t>和置信概率</a:t>
            </a:r>
            <a:r>
              <a:rPr lang="en-US" altLang="zh-CN" i="1" dirty="0" smtClean="0">
                <a:latin typeface="Times New Roman" pitchFamily="18" charset="0"/>
                <a:ea typeface="黑体" pitchFamily="2" charset="-122"/>
              </a:rPr>
              <a:t>p</a:t>
            </a:r>
            <a:r>
              <a:rPr lang="zh-CN" altLang="en-US" dirty="0" smtClean="0">
                <a:latin typeface="Times New Roman" pitchFamily="18" charset="0"/>
                <a:ea typeface="黑体" pitchFamily="2" charset="-122"/>
              </a:rPr>
              <a:t>，由表查出</a:t>
            </a:r>
            <a:r>
              <a:rPr lang="en-US" altLang="zh-CN" i="1" dirty="0" err="1" smtClean="0">
                <a:latin typeface="Times New Roman" pitchFamily="18" charset="0"/>
                <a:ea typeface="黑体" pitchFamily="2" charset="-122"/>
              </a:rPr>
              <a:t>t</a:t>
            </a:r>
            <a:r>
              <a:rPr lang="en-US" altLang="zh-CN" baseline="-25000" dirty="0" err="1" smtClean="0">
                <a:latin typeface="Times New Roman" pitchFamily="18" charset="0"/>
                <a:ea typeface="黑体" pitchFamily="2" charset="-122"/>
              </a:rPr>
              <a:t>p</a:t>
            </a:r>
            <a:r>
              <a:rPr lang="en-US" altLang="zh-CN"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n</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，则</a:t>
            </a:r>
          </a:p>
          <a:p>
            <a:pPr marL="714375" eaLnBrk="1" hangingPunct="1">
              <a:buFont typeface="Wingdings" pitchFamily="2" charset="2"/>
              <a:buNone/>
              <a:defRPr/>
            </a:pPr>
            <a:endParaRPr lang="zh-CN" altLang="en-US" dirty="0" smtClean="0">
              <a:latin typeface="Times New Roman" pitchFamily="18" charset="0"/>
              <a:ea typeface="黑体" pitchFamily="2" charset="-122"/>
            </a:endParaRPr>
          </a:p>
          <a:p>
            <a:pPr marL="714375" eaLnBrk="1" hangingPunct="1">
              <a:buFont typeface="Wingdings" pitchFamily="2" charset="2"/>
              <a:buNone/>
              <a:defRPr/>
            </a:pPr>
            <a:endParaRPr lang="zh-CN" altLang="en-US" dirty="0" smtClean="0">
              <a:latin typeface="Times New Roman" pitchFamily="18" charset="0"/>
              <a:ea typeface="黑体" pitchFamily="2" charset="-122"/>
            </a:endParaRPr>
          </a:p>
          <a:p>
            <a:pPr marL="714375" eaLnBrk="1" hangingPunct="1">
              <a:buFont typeface="Wingdings" pitchFamily="2" charset="2"/>
              <a:buNone/>
              <a:defRPr/>
            </a:pPr>
            <a:endParaRPr lang="zh-CN" altLang="en-US" dirty="0" smtClean="0">
              <a:latin typeface="Times New Roman" pitchFamily="18" charset="0"/>
              <a:ea typeface="黑体" pitchFamily="2" charset="-122"/>
            </a:endParaRPr>
          </a:p>
          <a:p>
            <a:pPr marL="714375" eaLnBrk="1" hangingPunct="1">
              <a:buFont typeface="Wingdings" pitchFamily="2" charset="2"/>
              <a:buNone/>
              <a:defRPr/>
            </a:pPr>
            <a:r>
              <a:rPr lang="en-US" altLang="zh-CN" dirty="0" smtClean="0">
                <a:latin typeface="Times New Roman" pitchFamily="18" charset="0"/>
                <a:ea typeface="黑体" pitchFamily="2" charset="-122"/>
              </a:rPr>
              <a:t>4</a:t>
            </a:r>
            <a:r>
              <a:rPr lang="zh-CN" altLang="en-US" dirty="0" smtClean="0">
                <a:latin typeface="Times New Roman" pitchFamily="18" charset="0"/>
                <a:ea typeface="黑体" pitchFamily="2" charset="-122"/>
              </a:rPr>
              <a:t>）最后写出测量结果：</a:t>
            </a:r>
          </a:p>
          <a:p>
            <a:pPr marL="714375" eaLnBrk="1" hangingPunct="1">
              <a:buFont typeface="Wingdings" pitchFamily="2" charset="2"/>
              <a:buNone/>
              <a:defRPr/>
            </a:pPr>
            <a:endParaRPr lang="zh-CN" altLang="en-US" dirty="0" smtClean="0">
              <a:latin typeface="Times New Roman" pitchFamily="18" charset="0"/>
              <a:ea typeface="黑体" pitchFamily="2" charset="-122"/>
            </a:endParaRPr>
          </a:p>
          <a:p>
            <a:pPr marL="714375" eaLnBrk="1" hangingPunct="1">
              <a:buFont typeface="Wingdings" pitchFamily="2" charset="2"/>
              <a:buNone/>
              <a:defRPr/>
            </a:pPr>
            <a:r>
              <a:rPr lang="zh-CN" altLang="en-US" dirty="0" smtClean="0">
                <a:latin typeface="Times New Roman" pitchFamily="18" charset="0"/>
                <a:ea typeface="黑体" pitchFamily="2" charset="-122"/>
              </a:rPr>
              <a:t>     其中，扩展不确定度</a:t>
            </a:r>
            <a:r>
              <a:rPr lang="en-US" altLang="zh-CN" i="1" dirty="0" smtClean="0">
                <a:latin typeface="Times New Roman" pitchFamily="18" charset="0"/>
                <a:ea typeface="黑体" pitchFamily="2" charset="-122"/>
              </a:rPr>
              <a:t>U</a:t>
            </a:r>
            <a:r>
              <a:rPr lang="zh-CN" altLang="en-US" dirty="0" smtClean="0">
                <a:latin typeface="Times New Roman" pitchFamily="18" charset="0"/>
                <a:ea typeface="黑体" pitchFamily="2" charset="-122"/>
              </a:rPr>
              <a:t>应取最多两位有效数字。</a:t>
            </a:r>
          </a:p>
        </p:txBody>
      </p:sp>
      <p:sp>
        <p:nvSpPr>
          <p:cNvPr id="6151" name="Rectangle 4"/>
          <p:cNvSpPr>
            <a:spLocks noChangeArrowheads="1"/>
          </p:cNvSpPr>
          <p:nvPr/>
        </p:nvSpPr>
        <p:spPr bwMode="auto">
          <a:xfrm>
            <a:off x="0" y="3295650"/>
            <a:ext cx="9144000" cy="0"/>
          </a:xfrm>
          <a:prstGeom prst="rect">
            <a:avLst/>
          </a:prstGeom>
          <a:noFill/>
          <a:ln w="9525">
            <a:noFill/>
            <a:miter lim="800000"/>
            <a:headEnd/>
            <a:tailEnd/>
          </a:ln>
        </p:spPr>
        <p:txBody>
          <a:bodyPr wrap="none" anchor="ctr">
            <a:spAutoFit/>
          </a:bodyPr>
          <a:lstStyle/>
          <a:p>
            <a:endParaRPr lang="zh-CN" altLang="en-US"/>
          </a:p>
        </p:txBody>
      </p:sp>
      <p:sp>
        <p:nvSpPr>
          <p:cNvPr id="6152" name="Rectangle 5"/>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sp>
        <p:nvSpPr>
          <p:cNvPr id="6153" name="Rectangle 6"/>
          <p:cNvSpPr>
            <a:spLocks noChangeArrowheads="1"/>
          </p:cNvSpPr>
          <p:nvPr/>
        </p:nvSpPr>
        <p:spPr bwMode="auto">
          <a:xfrm>
            <a:off x="0" y="329565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146" name="Object 7"/>
          <p:cNvGraphicFramePr>
            <a:graphicFrameLocks noChangeAspect="1"/>
          </p:cNvGraphicFramePr>
          <p:nvPr/>
        </p:nvGraphicFramePr>
        <p:xfrm>
          <a:off x="3309938" y="3068638"/>
          <a:ext cx="2668587" cy="796925"/>
        </p:xfrm>
        <a:graphic>
          <a:graphicData uri="http://schemas.openxmlformats.org/presentationml/2006/ole">
            <p:oleObj spid="_x0000_s6146" name="公式" r:id="rId3" imgW="888840" imgH="266400" progId="Equation.3">
              <p:embed/>
            </p:oleObj>
          </a:graphicData>
        </a:graphic>
      </p:graphicFrame>
      <p:sp>
        <p:nvSpPr>
          <p:cNvPr id="6154" name="Rectangle 8"/>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147" name="Object 9"/>
          <p:cNvGraphicFramePr>
            <a:graphicFrameLocks noChangeAspect="1"/>
          </p:cNvGraphicFramePr>
          <p:nvPr/>
        </p:nvGraphicFramePr>
        <p:xfrm>
          <a:off x="3697288" y="4221163"/>
          <a:ext cx="1751012" cy="776287"/>
        </p:xfrm>
        <a:graphic>
          <a:graphicData uri="http://schemas.openxmlformats.org/presentationml/2006/ole">
            <p:oleObj spid="_x0000_s6147" name="公式" r:id="rId4" imgW="533160" imgH="241200" progId="Equation.3">
              <p:embed/>
            </p:oleObj>
          </a:graphicData>
        </a:graphic>
      </p:graphicFrame>
      <p:sp>
        <p:nvSpPr>
          <p:cNvPr id="13"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测量数据的处理</a:t>
            </a:r>
          </a:p>
        </p:txBody>
      </p:sp>
    </p:spTree>
  </p:cSld>
  <p:clrMapOvr>
    <a:masterClrMapping/>
  </p:clrMapOvr>
  <p:transition>
    <p:circl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日期占位符 4"/>
          <p:cNvSpPr>
            <a:spLocks noGrp="1"/>
          </p:cNvSpPr>
          <p:nvPr>
            <p:ph type="dt" sz="quarter" idx="10"/>
          </p:nvPr>
        </p:nvSpPr>
        <p:spPr>
          <a:noFill/>
        </p:spPr>
        <p:txBody>
          <a:bodyPr/>
          <a:lstStyle/>
          <a:p>
            <a:fld id="{CD035CCC-20C3-4978-AF6E-1C9413CEC33F}" type="datetime1">
              <a:rPr lang="zh-CN" altLang="en-US" smtClean="0">
                <a:latin typeface="Arial" pitchFamily="34" charset="0"/>
              </a:rPr>
              <a:pPr/>
              <a:t>2017/3/5</a:t>
            </a:fld>
            <a:endParaRPr lang="en-US" altLang="zh-CN" smtClean="0">
              <a:latin typeface="Arial" pitchFamily="34" charset="0"/>
            </a:endParaRPr>
          </a:p>
        </p:txBody>
      </p:sp>
      <p:sp>
        <p:nvSpPr>
          <p:cNvPr id="7174" name="灯片编号占位符 6"/>
          <p:cNvSpPr>
            <a:spLocks noGrp="1"/>
          </p:cNvSpPr>
          <p:nvPr>
            <p:ph type="sldNum" sz="quarter" idx="12"/>
          </p:nvPr>
        </p:nvSpPr>
        <p:spPr>
          <a:noFill/>
        </p:spPr>
        <p:txBody>
          <a:bodyPr/>
          <a:lstStyle/>
          <a:p>
            <a:fld id="{6C2D734A-CE16-4A8E-B0D4-EA2F89D5C2CE}" type="slidenum">
              <a:rPr lang="en-US" altLang="zh-CN" smtClean="0">
                <a:latin typeface="Arial" pitchFamily="34" charset="0"/>
              </a:rPr>
              <a:pPr/>
              <a:t>26</a:t>
            </a:fld>
            <a:endParaRPr lang="en-US" altLang="zh-CN" smtClean="0">
              <a:latin typeface="Arial" pitchFamily="34" charset="0"/>
            </a:endParaRPr>
          </a:p>
        </p:txBody>
      </p:sp>
      <p:sp>
        <p:nvSpPr>
          <p:cNvPr id="429059" name="Rectangle 3"/>
          <p:cNvSpPr>
            <a:spLocks noGrp="1" noRot="1" noChangeArrowheads="1"/>
          </p:cNvSpPr>
          <p:nvPr>
            <p:ph type="body" sz="half" idx="1"/>
          </p:nvPr>
        </p:nvSpPr>
        <p:spPr>
          <a:xfrm>
            <a:off x="0" y="1601788"/>
            <a:ext cx="8893175" cy="5256212"/>
          </a:xfrm>
        </p:spPr>
        <p:txBody>
          <a:bodyPr/>
          <a:lstStyle/>
          <a:p>
            <a:pPr marL="714375" eaLnBrk="1" hangingPunct="1">
              <a:buFont typeface="Wingdings" pitchFamily="2" charset="2"/>
              <a:buNone/>
              <a:defRPr/>
            </a:pPr>
            <a:r>
              <a:rPr lang="en-US" altLang="zh-CN" dirty="0" smtClean="0">
                <a:latin typeface="Times New Roman" pitchFamily="18" charset="0"/>
                <a:ea typeface="黑体" pitchFamily="2" charset="-122"/>
              </a:rPr>
              <a:t>5</a:t>
            </a:r>
            <a:r>
              <a:rPr lang="zh-CN" altLang="en-US" dirty="0" smtClean="0">
                <a:latin typeface="Times New Roman" pitchFamily="18" charset="0"/>
                <a:ea typeface="黑体" pitchFamily="2" charset="-122"/>
              </a:rPr>
              <a:t>．</a:t>
            </a:r>
            <a:r>
              <a:rPr lang="zh-CN" altLang="en-US" dirty="0" smtClean="0">
                <a:solidFill>
                  <a:srgbClr val="FF0000"/>
                </a:solidFill>
                <a:latin typeface="Times New Roman" pitchFamily="18" charset="0"/>
                <a:ea typeface="黑体" pitchFamily="2" charset="-122"/>
              </a:rPr>
              <a:t>间接测量的数据处理步骤</a:t>
            </a:r>
          </a:p>
          <a:p>
            <a:pPr marL="714375" eaLnBrk="1" hangingPunct="1">
              <a:lnSpc>
                <a:spcPct val="115000"/>
              </a:lnSpc>
              <a:defRPr/>
            </a:pPr>
            <a:r>
              <a:rPr lang="zh-CN" altLang="en-US" dirty="0" smtClean="0">
                <a:latin typeface="Times New Roman" pitchFamily="18" charset="0"/>
                <a:ea typeface="黑体" pitchFamily="2" charset="-122"/>
              </a:rPr>
              <a:t>间接测量值为直接测量值的函数</a:t>
            </a:r>
          </a:p>
          <a:p>
            <a:pPr marL="714375" eaLnBrk="1" hangingPunct="1">
              <a:lnSpc>
                <a:spcPct val="115000"/>
              </a:lnSpc>
              <a:defRPr/>
            </a:pPr>
            <a:endParaRPr lang="zh-CN" altLang="en-US" dirty="0" smtClean="0">
              <a:latin typeface="Times New Roman" pitchFamily="18" charset="0"/>
              <a:ea typeface="黑体" pitchFamily="2" charset="-122"/>
            </a:endParaRPr>
          </a:p>
          <a:p>
            <a:pPr marL="714375" eaLnBrk="1" hangingPunct="1">
              <a:lnSpc>
                <a:spcPct val="115000"/>
              </a:lnSpc>
              <a:defRPr/>
            </a:pPr>
            <a:r>
              <a:rPr lang="zh-CN" altLang="en-US" dirty="0" smtClean="0">
                <a:latin typeface="Times New Roman" pitchFamily="18" charset="0"/>
                <a:ea typeface="黑体" pitchFamily="2" charset="-122"/>
              </a:rPr>
              <a:t>当各个测量值及其误差为已知时，按下列步骤处理数据。</a:t>
            </a:r>
          </a:p>
          <a:p>
            <a:pPr marL="714375" eaLnBrk="1" hangingPunct="1">
              <a:lnSpc>
                <a:spcPct val="115000"/>
              </a:lnSpc>
              <a:buFont typeface="Wingdings" pitchFamily="2" charset="2"/>
              <a:buNone/>
              <a:defRPr/>
            </a:pPr>
            <a:r>
              <a:rPr lang="en-US" altLang="zh-CN" dirty="0" smtClean="0">
                <a:latin typeface="Times New Roman" pitchFamily="18" charset="0"/>
                <a:ea typeface="黑体" pitchFamily="2" charset="-122"/>
              </a:rPr>
              <a:t>1) </a:t>
            </a:r>
            <a:r>
              <a:rPr lang="zh-CN" altLang="en-US" dirty="0" smtClean="0">
                <a:latin typeface="Times New Roman" pitchFamily="18" charset="0"/>
                <a:ea typeface="黑体" pitchFamily="2" charset="-122"/>
              </a:rPr>
              <a:t>计算间接测量值     。将各直接测量值的算术平均值代入函数式求     。</a:t>
            </a:r>
          </a:p>
          <a:p>
            <a:pPr marL="714375" eaLnBrk="1" hangingPunct="1">
              <a:lnSpc>
                <a:spcPct val="115000"/>
              </a:lnSpc>
              <a:buFont typeface="Wingdings" pitchFamily="2" charset="2"/>
              <a:buNone/>
              <a:defRPr/>
            </a:pPr>
            <a:r>
              <a:rPr lang="en-US" altLang="zh-CN" dirty="0" smtClean="0">
                <a:latin typeface="Times New Roman" pitchFamily="18" charset="0"/>
                <a:ea typeface="黑体" pitchFamily="2" charset="-122"/>
              </a:rPr>
              <a:t>2) </a:t>
            </a:r>
            <a:r>
              <a:rPr lang="zh-CN" altLang="en-US" dirty="0" smtClean="0">
                <a:latin typeface="Times New Roman" pitchFamily="18" charset="0"/>
                <a:ea typeface="黑体" pitchFamily="2" charset="-122"/>
              </a:rPr>
              <a:t>根据各误差传递系数和标准偏差估计值的大小可以判知哪个（几个）直接测量值对测量结果影响较大，则尽量减小或消除该项（几项）量值的系统误差。</a:t>
            </a:r>
          </a:p>
        </p:txBody>
      </p:sp>
      <p:sp>
        <p:nvSpPr>
          <p:cNvPr id="7176" name="Rectangle 4"/>
          <p:cNvSpPr>
            <a:spLocks noChangeArrowheads="1"/>
          </p:cNvSpPr>
          <p:nvPr/>
        </p:nvSpPr>
        <p:spPr bwMode="auto">
          <a:xfrm>
            <a:off x="0" y="3295650"/>
            <a:ext cx="9144000" cy="0"/>
          </a:xfrm>
          <a:prstGeom prst="rect">
            <a:avLst/>
          </a:prstGeom>
          <a:noFill/>
          <a:ln w="9525">
            <a:noFill/>
            <a:miter lim="800000"/>
            <a:headEnd/>
            <a:tailEnd/>
          </a:ln>
        </p:spPr>
        <p:txBody>
          <a:bodyPr wrap="none" anchor="ctr">
            <a:spAutoFit/>
          </a:bodyPr>
          <a:lstStyle/>
          <a:p>
            <a:endParaRPr lang="zh-CN" altLang="en-US"/>
          </a:p>
        </p:txBody>
      </p:sp>
      <p:sp>
        <p:nvSpPr>
          <p:cNvPr id="7177" name="Rectangle 5"/>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sp>
        <p:nvSpPr>
          <p:cNvPr id="7178" name="Rectangle 6"/>
          <p:cNvSpPr>
            <a:spLocks noChangeArrowheads="1"/>
          </p:cNvSpPr>
          <p:nvPr/>
        </p:nvSpPr>
        <p:spPr bwMode="auto">
          <a:xfrm>
            <a:off x="0" y="3295650"/>
            <a:ext cx="9144000" cy="0"/>
          </a:xfrm>
          <a:prstGeom prst="rect">
            <a:avLst/>
          </a:prstGeom>
          <a:noFill/>
          <a:ln w="9525">
            <a:noFill/>
            <a:miter lim="800000"/>
            <a:headEnd/>
            <a:tailEnd/>
          </a:ln>
        </p:spPr>
        <p:txBody>
          <a:bodyPr wrap="none" anchor="ctr">
            <a:spAutoFit/>
          </a:bodyPr>
          <a:lstStyle/>
          <a:p>
            <a:endParaRPr lang="zh-CN" altLang="en-US"/>
          </a:p>
        </p:txBody>
      </p:sp>
      <p:sp>
        <p:nvSpPr>
          <p:cNvPr id="7179" name="Rectangle 7"/>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sp>
        <p:nvSpPr>
          <p:cNvPr id="7180" name="Rectangle 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7170" name="Object 9"/>
          <p:cNvGraphicFramePr>
            <a:graphicFrameLocks noChangeAspect="1"/>
          </p:cNvGraphicFramePr>
          <p:nvPr/>
        </p:nvGraphicFramePr>
        <p:xfrm>
          <a:off x="2987675" y="2649538"/>
          <a:ext cx="2520950" cy="500062"/>
        </p:xfrm>
        <a:graphic>
          <a:graphicData uri="http://schemas.openxmlformats.org/presentationml/2006/ole">
            <p:oleObj spid="_x0000_s7170" name="公式" r:id="rId3" imgW="1155700" imgH="228600" progId="Equation.3">
              <p:embed/>
            </p:oleObj>
          </a:graphicData>
        </a:graphic>
      </p:graphicFrame>
      <p:sp>
        <p:nvSpPr>
          <p:cNvPr id="7181" name="Rectangle 10"/>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7171" name="Object 11"/>
          <p:cNvGraphicFramePr>
            <a:graphicFrameLocks noChangeAspect="1"/>
          </p:cNvGraphicFramePr>
          <p:nvPr/>
        </p:nvGraphicFramePr>
        <p:xfrm>
          <a:off x="3000375" y="3662363"/>
          <a:ext cx="252413" cy="363537"/>
        </p:xfrm>
        <a:graphic>
          <a:graphicData uri="http://schemas.openxmlformats.org/presentationml/2006/ole">
            <p:oleObj spid="_x0000_s7171" name="公式" r:id="rId4" imgW="152400" imgH="215900" progId="Equation.3">
              <p:embed/>
            </p:oleObj>
          </a:graphicData>
        </a:graphic>
      </p:graphicFrame>
      <p:graphicFrame>
        <p:nvGraphicFramePr>
          <p:cNvPr id="7172" name="Object 12"/>
          <p:cNvGraphicFramePr>
            <a:graphicFrameLocks noChangeAspect="1"/>
          </p:cNvGraphicFramePr>
          <p:nvPr/>
        </p:nvGraphicFramePr>
        <p:xfrm>
          <a:off x="1824038" y="4037013"/>
          <a:ext cx="252412" cy="363537"/>
        </p:xfrm>
        <a:graphic>
          <a:graphicData uri="http://schemas.openxmlformats.org/presentationml/2006/ole">
            <p:oleObj spid="_x0000_s7172" name="公式" r:id="rId5" imgW="152400" imgH="215900" progId="Equation.3">
              <p:embed/>
            </p:oleObj>
          </a:graphicData>
        </a:graphic>
      </p:graphicFrame>
      <p:sp>
        <p:nvSpPr>
          <p:cNvPr id="16"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测量数据的处理</a:t>
            </a:r>
          </a:p>
        </p:txBody>
      </p:sp>
    </p:spTree>
  </p:cSld>
  <p:clrMapOvr>
    <a:masterClrMapping/>
  </p:clrMapOvr>
  <p:transition>
    <p:circl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日期占位符 4"/>
          <p:cNvSpPr>
            <a:spLocks noGrp="1"/>
          </p:cNvSpPr>
          <p:nvPr>
            <p:ph type="dt" sz="quarter" idx="10"/>
          </p:nvPr>
        </p:nvSpPr>
        <p:spPr>
          <a:noFill/>
        </p:spPr>
        <p:txBody>
          <a:bodyPr/>
          <a:lstStyle/>
          <a:p>
            <a:fld id="{763DA2C4-D46C-490E-B624-EDF5B390A587}" type="datetime1">
              <a:rPr lang="zh-CN" altLang="en-US" smtClean="0">
                <a:latin typeface="Arial" pitchFamily="34" charset="0"/>
              </a:rPr>
              <a:pPr/>
              <a:t>2017/3/5</a:t>
            </a:fld>
            <a:endParaRPr lang="en-US" altLang="zh-CN" smtClean="0">
              <a:latin typeface="Arial" pitchFamily="34" charset="0"/>
            </a:endParaRPr>
          </a:p>
        </p:txBody>
      </p:sp>
      <p:sp>
        <p:nvSpPr>
          <p:cNvPr id="8197" name="灯片编号占位符 6"/>
          <p:cNvSpPr>
            <a:spLocks noGrp="1"/>
          </p:cNvSpPr>
          <p:nvPr>
            <p:ph type="sldNum" sz="quarter" idx="12"/>
          </p:nvPr>
        </p:nvSpPr>
        <p:spPr>
          <a:noFill/>
        </p:spPr>
        <p:txBody>
          <a:bodyPr/>
          <a:lstStyle/>
          <a:p>
            <a:fld id="{E6880367-BD68-4ADB-878F-D5C76786595D}" type="slidenum">
              <a:rPr lang="en-US" altLang="zh-CN" smtClean="0">
                <a:latin typeface="Arial" pitchFamily="34" charset="0"/>
              </a:rPr>
              <a:pPr/>
              <a:t>27</a:t>
            </a:fld>
            <a:endParaRPr lang="en-US" altLang="zh-CN" smtClean="0">
              <a:latin typeface="Arial" pitchFamily="34" charset="0"/>
            </a:endParaRPr>
          </a:p>
        </p:txBody>
      </p:sp>
      <p:sp>
        <p:nvSpPr>
          <p:cNvPr id="430083" name="Rectangle 3"/>
          <p:cNvSpPr>
            <a:spLocks noGrp="1" noRot="1" noChangeArrowheads="1"/>
          </p:cNvSpPr>
          <p:nvPr>
            <p:ph type="body" sz="half" idx="1"/>
          </p:nvPr>
        </p:nvSpPr>
        <p:spPr>
          <a:xfrm>
            <a:off x="0" y="1601788"/>
            <a:ext cx="8893175" cy="5256212"/>
          </a:xfrm>
        </p:spPr>
        <p:txBody>
          <a:bodyPr/>
          <a:lstStyle/>
          <a:p>
            <a:pPr marL="714375" eaLnBrk="1" hangingPunct="1">
              <a:buFont typeface="Wingdings" pitchFamily="2" charset="2"/>
              <a:buNone/>
              <a:defRPr/>
            </a:pPr>
            <a:r>
              <a:rPr lang="en-US" altLang="zh-CN" dirty="0" smtClean="0">
                <a:latin typeface="黑体" pitchFamily="2" charset="-122"/>
                <a:ea typeface="黑体" pitchFamily="2" charset="-122"/>
              </a:rPr>
              <a:t>5</a:t>
            </a:r>
            <a:r>
              <a:rPr lang="zh-CN" altLang="en-US" dirty="0" smtClean="0">
                <a:latin typeface="黑体" pitchFamily="2" charset="-122"/>
                <a:ea typeface="黑体" pitchFamily="2" charset="-122"/>
              </a:rPr>
              <a:t>．</a:t>
            </a:r>
            <a:r>
              <a:rPr lang="zh-CN" altLang="en-US" dirty="0" smtClean="0">
                <a:solidFill>
                  <a:srgbClr val="FF0000"/>
                </a:solidFill>
                <a:latin typeface="黑体" pitchFamily="2" charset="-122"/>
                <a:ea typeface="黑体" pitchFamily="2" charset="-122"/>
              </a:rPr>
              <a:t>间接测量的数据处理步骤</a:t>
            </a:r>
          </a:p>
          <a:p>
            <a:pPr marL="714375" eaLnBrk="1" hangingPunct="1">
              <a:buFont typeface="Wingdings" pitchFamily="2" charset="2"/>
              <a:buNone/>
              <a:defRPr/>
            </a:pPr>
            <a:r>
              <a:rPr lang="en-US" altLang="zh-CN" dirty="0" smtClean="0">
                <a:latin typeface="黑体" pitchFamily="2" charset="-122"/>
                <a:ea typeface="黑体" pitchFamily="2" charset="-122"/>
              </a:rPr>
              <a:t>3</a:t>
            </a:r>
            <a:r>
              <a:rPr lang="zh-CN" altLang="en-US" dirty="0" smtClean="0">
                <a:latin typeface="黑体" pitchFamily="2" charset="-122"/>
                <a:ea typeface="黑体" pitchFamily="2" charset="-122"/>
              </a:rPr>
              <a:t>）计算间接测量结果的合成标准不确定度。</a:t>
            </a:r>
          </a:p>
          <a:p>
            <a:pPr marL="714375" eaLnBrk="1" hangingPunct="1">
              <a:defRPr/>
            </a:pPr>
            <a:r>
              <a:rPr lang="zh-CN" altLang="en-US" dirty="0" smtClean="0">
                <a:latin typeface="黑体" pitchFamily="2" charset="-122"/>
                <a:ea typeface="黑体" pitchFamily="2" charset="-122"/>
              </a:rPr>
              <a:t>标准偏差的估计值为</a:t>
            </a:r>
          </a:p>
          <a:p>
            <a:pPr marL="714375" eaLnBrk="1" hangingPunct="1">
              <a:defRPr/>
            </a:pPr>
            <a:endParaRPr lang="zh-CN" altLang="en-US" dirty="0" smtClean="0">
              <a:latin typeface="黑体" pitchFamily="2" charset="-122"/>
              <a:ea typeface="黑体" pitchFamily="2" charset="-122"/>
            </a:endParaRPr>
          </a:p>
          <a:p>
            <a:pPr marL="714375" eaLnBrk="1" hangingPunct="1">
              <a:defRPr/>
            </a:pPr>
            <a:endParaRPr lang="zh-CN" altLang="en-US" dirty="0" smtClean="0">
              <a:latin typeface="黑体" pitchFamily="2" charset="-122"/>
              <a:ea typeface="黑体" pitchFamily="2" charset="-122"/>
            </a:endParaRPr>
          </a:p>
          <a:p>
            <a:pPr marL="714375" eaLnBrk="1" hangingPunct="1">
              <a:defRPr/>
            </a:pPr>
            <a:endParaRPr lang="zh-CN" altLang="en-US" dirty="0" smtClean="0">
              <a:latin typeface="黑体" pitchFamily="2" charset="-122"/>
              <a:ea typeface="黑体" pitchFamily="2" charset="-122"/>
            </a:endParaRPr>
          </a:p>
          <a:p>
            <a:pPr marL="714375" eaLnBrk="1" hangingPunct="1">
              <a:defRPr/>
            </a:pPr>
            <a:endParaRPr lang="zh-CN" altLang="en-US" dirty="0" smtClean="0">
              <a:latin typeface="黑体" pitchFamily="2" charset="-122"/>
              <a:ea typeface="黑体" pitchFamily="2" charset="-122"/>
            </a:endParaRPr>
          </a:p>
          <a:p>
            <a:pPr marL="714375" eaLnBrk="1" hangingPunct="1">
              <a:defRPr/>
            </a:pPr>
            <a:r>
              <a:rPr lang="zh-CN" altLang="en-US" dirty="0" smtClean="0">
                <a:latin typeface="黑体" pitchFamily="2" charset="-122"/>
                <a:ea typeface="黑体" pitchFamily="2" charset="-122"/>
              </a:rPr>
              <a:t>合成标准不确定度为</a:t>
            </a:r>
          </a:p>
          <a:p>
            <a:pPr marL="714375" eaLnBrk="1" hangingPunct="1">
              <a:defRPr/>
            </a:pPr>
            <a:endParaRPr lang="en-US" altLang="zh-CN" dirty="0" smtClean="0">
              <a:latin typeface="黑体" pitchFamily="2" charset="-122"/>
              <a:ea typeface="黑体" pitchFamily="2" charset="-122"/>
            </a:endParaRPr>
          </a:p>
        </p:txBody>
      </p:sp>
      <p:sp>
        <p:nvSpPr>
          <p:cNvPr id="8199" name="Rectangle 4"/>
          <p:cNvSpPr>
            <a:spLocks noChangeArrowheads="1"/>
          </p:cNvSpPr>
          <p:nvPr/>
        </p:nvSpPr>
        <p:spPr bwMode="auto">
          <a:xfrm>
            <a:off x="0" y="3295650"/>
            <a:ext cx="9144000" cy="0"/>
          </a:xfrm>
          <a:prstGeom prst="rect">
            <a:avLst/>
          </a:prstGeom>
          <a:noFill/>
          <a:ln w="9525">
            <a:noFill/>
            <a:miter lim="800000"/>
            <a:headEnd/>
            <a:tailEnd/>
          </a:ln>
        </p:spPr>
        <p:txBody>
          <a:bodyPr wrap="none" anchor="ctr">
            <a:spAutoFit/>
          </a:bodyPr>
          <a:lstStyle/>
          <a:p>
            <a:endParaRPr lang="zh-CN" altLang="en-US"/>
          </a:p>
        </p:txBody>
      </p:sp>
      <p:sp>
        <p:nvSpPr>
          <p:cNvPr id="8200" name="Rectangle 5"/>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sp>
        <p:nvSpPr>
          <p:cNvPr id="8201" name="Rectangle 6"/>
          <p:cNvSpPr>
            <a:spLocks noChangeArrowheads="1"/>
          </p:cNvSpPr>
          <p:nvPr/>
        </p:nvSpPr>
        <p:spPr bwMode="auto">
          <a:xfrm>
            <a:off x="0" y="3295650"/>
            <a:ext cx="9144000" cy="0"/>
          </a:xfrm>
          <a:prstGeom prst="rect">
            <a:avLst/>
          </a:prstGeom>
          <a:noFill/>
          <a:ln w="9525">
            <a:noFill/>
            <a:miter lim="800000"/>
            <a:headEnd/>
            <a:tailEnd/>
          </a:ln>
        </p:spPr>
        <p:txBody>
          <a:bodyPr wrap="none" anchor="ctr">
            <a:spAutoFit/>
          </a:bodyPr>
          <a:lstStyle/>
          <a:p>
            <a:endParaRPr lang="zh-CN" altLang="en-US"/>
          </a:p>
        </p:txBody>
      </p:sp>
      <p:sp>
        <p:nvSpPr>
          <p:cNvPr id="8202" name="Rectangle 7"/>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sp>
        <p:nvSpPr>
          <p:cNvPr id="8203" name="Rectangle 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8204" name="Rectangle 9"/>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8205" name="Rectangle 10"/>
          <p:cNvSpPr>
            <a:spLocks noChangeArrowheads="1"/>
          </p:cNvSpPr>
          <p:nvPr/>
        </p:nvSpPr>
        <p:spPr bwMode="auto">
          <a:xfrm>
            <a:off x="0" y="31480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8194" name="Object 11"/>
          <p:cNvGraphicFramePr>
            <a:graphicFrameLocks noChangeAspect="1"/>
          </p:cNvGraphicFramePr>
          <p:nvPr/>
        </p:nvGraphicFramePr>
        <p:xfrm>
          <a:off x="2157413" y="3276600"/>
          <a:ext cx="5114925" cy="1016000"/>
        </p:xfrm>
        <a:graphic>
          <a:graphicData uri="http://schemas.openxmlformats.org/presentationml/2006/ole">
            <p:oleObj spid="_x0000_s8194" name="公式" r:id="rId3" imgW="2830871" imgH="558558" progId="Equation.3">
              <p:embed/>
            </p:oleObj>
          </a:graphicData>
        </a:graphic>
      </p:graphicFrame>
      <p:sp>
        <p:nvSpPr>
          <p:cNvPr id="8206" name="Rectangle 12"/>
          <p:cNvSpPr>
            <a:spLocks noChangeArrowheads="1"/>
          </p:cNvSpPr>
          <p:nvPr/>
        </p:nvSpPr>
        <p:spPr bwMode="auto">
          <a:xfrm>
            <a:off x="0" y="31480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8195" name="Object 13"/>
          <p:cNvGraphicFramePr>
            <a:graphicFrameLocks noChangeAspect="1"/>
          </p:cNvGraphicFramePr>
          <p:nvPr/>
        </p:nvGraphicFramePr>
        <p:xfrm>
          <a:off x="2114550" y="5248275"/>
          <a:ext cx="5486400" cy="1058863"/>
        </p:xfrm>
        <a:graphic>
          <a:graphicData uri="http://schemas.openxmlformats.org/presentationml/2006/ole">
            <p:oleObj spid="_x0000_s8195" name="公式" r:id="rId4" imgW="3784600" imgH="558800" progId="Equation.3">
              <p:embed/>
            </p:oleObj>
          </a:graphicData>
        </a:graphic>
      </p:graphicFrame>
      <p:sp>
        <p:nvSpPr>
          <p:cNvPr id="17"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测量数据的处理</a:t>
            </a:r>
          </a:p>
        </p:txBody>
      </p:sp>
    </p:spTree>
  </p:cSld>
  <p:clrMapOvr>
    <a:masterClrMapping/>
  </p:clrMapOvr>
  <p:transition>
    <p:circl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日期占位符 4"/>
          <p:cNvSpPr>
            <a:spLocks noGrp="1"/>
          </p:cNvSpPr>
          <p:nvPr>
            <p:ph type="dt" sz="quarter" idx="10"/>
          </p:nvPr>
        </p:nvSpPr>
        <p:spPr>
          <a:noFill/>
        </p:spPr>
        <p:txBody>
          <a:bodyPr/>
          <a:lstStyle/>
          <a:p>
            <a:fld id="{FF27A7D2-DFC1-4F5E-99EE-FD2C202CE987}" type="datetime1">
              <a:rPr lang="zh-CN" altLang="en-US" smtClean="0">
                <a:latin typeface="Arial" pitchFamily="34" charset="0"/>
              </a:rPr>
              <a:pPr/>
              <a:t>2017/3/5</a:t>
            </a:fld>
            <a:endParaRPr lang="en-US" altLang="zh-CN" smtClean="0">
              <a:latin typeface="Arial" pitchFamily="34" charset="0"/>
            </a:endParaRPr>
          </a:p>
        </p:txBody>
      </p:sp>
      <p:sp>
        <p:nvSpPr>
          <p:cNvPr id="9221" name="灯片编号占位符 6"/>
          <p:cNvSpPr>
            <a:spLocks noGrp="1"/>
          </p:cNvSpPr>
          <p:nvPr>
            <p:ph type="sldNum" sz="quarter" idx="12"/>
          </p:nvPr>
        </p:nvSpPr>
        <p:spPr>
          <a:noFill/>
        </p:spPr>
        <p:txBody>
          <a:bodyPr/>
          <a:lstStyle/>
          <a:p>
            <a:fld id="{505C7810-0EEF-43A7-872C-4B8EE5E5FAEE}" type="slidenum">
              <a:rPr lang="en-US" altLang="zh-CN" smtClean="0">
                <a:latin typeface="Arial" pitchFamily="34" charset="0"/>
              </a:rPr>
              <a:pPr/>
              <a:t>28</a:t>
            </a:fld>
            <a:endParaRPr lang="en-US" altLang="zh-CN" smtClean="0">
              <a:latin typeface="Arial" pitchFamily="34" charset="0"/>
            </a:endParaRPr>
          </a:p>
        </p:txBody>
      </p:sp>
      <p:sp>
        <p:nvSpPr>
          <p:cNvPr id="431107" name="Rectangle 3"/>
          <p:cNvSpPr>
            <a:spLocks noGrp="1" noRot="1" noChangeArrowheads="1"/>
          </p:cNvSpPr>
          <p:nvPr>
            <p:ph type="body" sz="half" idx="1"/>
          </p:nvPr>
        </p:nvSpPr>
        <p:spPr>
          <a:xfrm>
            <a:off x="0" y="1601788"/>
            <a:ext cx="8893175" cy="4127500"/>
          </a:xfrm>
        </p:spPr>
        <p:txBody>
          <a:bodyPr/>
          <a:lstStyle/>
          <a:p>
            <a:pPr marL="714375" eaLnBrk="1" hangingPunct="1">
              <a:lnSpc>
                <a:spcPct val="90000"/>
              </a:lnSpc>
              <a:buFont typeface="Wingdings" pitchFamily="2" charset="2"/>
              <a:buNone/>
              <a:defRPr/>
            </a:pPr>
            <a:r>
              <a:rPr lang="en-US" altLang="zh-CN" dirty="0" smtClean="0">
                <a:latin typeface="Times New Roman" pitchFamily="18" charset="0"/>
                <a:ea typeface="黑体" pitchFamily="2" charset="-122"/>
              </a:rPr>
              <a:t>5</a:t>
            </a:r>
            <a:r>
              <a:rPr lang="zh-CN" altLang="en-US" dirty="0" smtClean="0">
                <a:latin typeface="Times New Roman" pitchFamily="18" charset="0"/>
                <a:ea typeface="黑体" pitchFamily="2" charset="-122"/>
              </a:rPr>
              <a:t>．</a:t>
            </a:r>
            <a:r>
              <a:rPr lang="zh-CN" altLang="en-US" dirty="0" smtClean="0">
                <a:solidFill>
                  <a:srgbClr val="FF0000"/>
                </a:solidFill>
                <a:latin typeface="Times New Roman" pitchFamily="18" charset="0"/>
                <a:ea typeface="黑体" pitchFamily="2" charset="-122"/>
              </a:rPr>
              <a:t>间接测量的数据处理步骤</a:t>
            </a:r>
          </a:p>
          <a:p>
            <a:pPr marL="714375" eaLnBrk="1" hangingPunct="1">
              <a:lnSpc>
                <a:spcPct val="90000"/>
              </a:lnSpc>
              <a:buFont typeface="Wingdings" pitchFamily="2" charset="2"/>
              <a:buNone/>
              <a:defRPr/>
            </a:pPr>
            <a:r>
              <a:rPr lang="en-US" altLang="zh-CN" dirty="0" smtClean="0">
                <a:latin typeface="Times New Roman" pitchFamily="18" charset="0"/>
                <a:ea typeface="黑体" pitchFamily="2" charset="-122"/>
              </a:rPr>
              <a:t>4</a:t>
            </a:r>
            <a:r>
              <a:rPr lang="zh-CN" altLang="en-US" dirty="0" smtClean="0">
                <a:latin typeface="Times New Roman" pitchFamily="18" charset="0"/>
                <a:ea typeface="黑体" pitchFamily="2" charset="-122"/>
              </a:rPr>
              <a:t>）求测量的扩展不确定度。按下式计算</a:t>
            </a:r>
          </a:p>
          <a:p>
            <a:pPr marL="714375" eaLnBrk="1" hangingPunct="1">
              <a:lnSpc>
                <a:spcPct val="90000"/>
              </a:lnSpc>
              <a:defRPr/>
            </a:pPr>
            <a:endParaRPr lang="zh-CN" altLang="en-US" dirty="0" smtClean="0">
              <a:latin typeface="Times New Roman" pitchFamily="18" charset="0"/>
              <a:ea typeface="黑体" pitchFamily="2" charset="-122"/>
            </a:endParaRPr>
          </a:p>
          <a:p>
            <a:pPr marL="714375" eaLnBrk="1" hangingPunct="1">
              <a:lnSpc>
                <a:spcPct val="90000"/>
              </a:lnSpc>
              <a:defRPr/>
            </a:pPr>
            <a:endParaRPr lang="zh-CN" altLang="en-US" dirty="0" smtClean="0">
              <a:latin typeface="Times New Roman" pitchFamily="18" charset="0"/>
              <a:ea typeface="黑体" pitchFamily="2" charset="-122"/>
            </a:endParaRPr>
          </a:p>
          <a:p>
            <a:pPr marL="714375" eaLnBrk="1" hangingPunct="1">
              <a:lnSpc>
                <a:spcPct val="90000"/>
              </a:lnSpc>
              <a:defRPr/>
            </a:pPr>
            <a:endParaRPr lang="zh-CN" altLang="en-US" dirty="0" smtClean="0">
              <a:latin typeface="Times New Roman" pitchFamily="18" charset="0"/>
              <a:ea typeface="黑体" pitchFamily="2" charset="-122"/>
            </a:endParaRPr>
          </a:p>
          <a:p>
            <a:pPr marL="714375" eaLnBrk="1" hangingPunct="1">
              <a:defRPr/>
            </a:pPr>
            <a:r>
              <a:rPr lang="zh-CN" altLang="en-US" dirty="0" smtClean="0">
                <a:latin typeface="Times New Roman" pitchFamily="18" charset="0"/>
                <a:ea typeface="黑体" pitchFamily="2" charset="-122"/>
              </a:rPr>
              <a:t>根据置信概率</a:t>
            </a:r>
            <a:r>
              <a:rPr lang="en-US" altLang="zh-CN" i="1" dirty="0" smtClean="0">
                <a:latin typeface="Times New Roman" pitchFamily="18" charset="0"/>
                <a:ea typeface="黑体" pitchFamily="2" charset="-122"/>
              </a:rPr>
              <a:t>p</a:t>
            </a:r>
            <a:r>
              <a:rPr lang="zh-CN" altLang="en-US" dirty="0" smtClean="0">
                <a:latin typeface="Times New Roman" pitchFamily="18" charset="0"/>
                <a:ea typeface="黑体" pitchFamily="2" charset="-122"/>
              </a:rPr>
              <a:t>，由表查出</a:t>
            </a:r>
            <a:r>
              <a:rPr lang="en-US" altLang="zh-CN" i="1" dirty="0" err="1" smtClean="0">
                <a:latin typeface="Times New Roman" pitchFamily="18" charset="0"/>
                <a:ea typeface="黑体" pitchFamily="2" charset="-122"/>
              </a:rPr>
              <a:t>t</a:t>
            </a:r>
            <a:r>
              <a:rPr lang="en-US" altLang="zh-CN" baseline="-25000" dirty="0" err="1" smtClean="0">
                <a:latin typeface="Times New Roman" pitchFamily="18" charset="0"/>
                <a:ea typeface="黑体" pitchFamily="2" charset="-122"/>
              </a:rPr>
              <a:t>p</a:t>
            </a:r>
            <a:r>
              <a:rPr lang="en-US" altLang="zh-CN" dirty="0" smtClean="0">
                <a:latin typeface="Times New Roman" pitchFamily="18" charset="0"/>
                <a:ea typeface="黑体" pitchFamily="2" charset="-122"/>
              </a:rPr>
              <a:t>(</a:t>
            </a:r>
            <a:r>
              <a:rPr lang="en-US" altLang="zh-CN" i="1" dirty="0" err="1" smtClean="0">
                <a:latin typeface="Times New Roman" pitchFamily="18" charset="0"/>
                <a:ea typeface="黑体" pitchFamily="2" charset="-122"/>
              </a:rPr>
              <a:t>n</a:t>
            </a:r>
            <a:r>
              <a:rPr lang="en-US" altLang="zh-CN" baseline="-25000" dirty="0" err="1" smtClean="0">
                <a:latin typeface="Times New Roman" pitchFamily="18" charset="0"/>
                <a:ea typeface="黑体" pitchFamily="2" charset="-122"/>
              </a:rPr>
              <a:t>eff</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a:t>
            </a:r>
          </a:p>
          <a:p>
            <a:pPr marL="714375" eaLnBrk="1" hangingPunct="1">
              <a:defRPr/>
            </a:pPr>
            <a:r>
              <a:rPr lang="zh-CN" altLang="en-US" dirty="0" smtClean="0">
                <a:latin typeface="Times New Roman" pitchFamily="18" charset="0"/>
                <a:ea typeface="黑体" pitchFamily="2" charset="-122"/>
              </a:rPr>
              <a:t>在不少场合，因为不能详细获取与被测量有关的各个量及其合成分布的信息，故难以指明被测量值的估计区间的置信水平。则通常</a:t>
            </a:r>
            <a:r>
              <a:rPr lang="en-US" altLang="zh-CN" i="1" dirty="0" err="1" smtClean="0">
                <a:latin typeface="Times New Roman" pitchFamily="18" charset="0"/>
                <a:ea typeface="黑体" pitchFamily="2" charset="-122"/>
              </a:rPr>
              <a:t>t</a:t>
            </a:r>
            <a:r>
              <a:rPr lang="en-US" altLang="zh-CN" baseline="-25000" dirty="0" err="1" smtClean="0">
                <a:latin typeface="Times New Roman" pitchFamily="18" charset="0"/>
                <a:ea typeface="黑体" pitchFamily="2" charset="-122"/>
              </a:rPr>
              <a:t>p</a:t>
            </a:r>
            <a:r>
              <a:rPr lang="en-US" altLang="zh-CN"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n</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取</a:t>
            </a:r>
            <a:r>
              <a:rPr lang="en-US" altLang="zh-CN" dirty="0" smtClean="0">
                <a:latin typeface="Times New Roman" pitchFamily="18" charset="0"/>
                <a:ea typeface="黑体" pitchFamily="2" charset="-122"/>
              </a:rPr>
              <a:t>2</a:t>
            </a:r>
            <a:r>
              <a:rPr lang="zh-CN" altLang="en-US" dirty="0" smtClean="0">
                <a:latin typeface="Times New Roman" pitchFamily="18" charset="0"/>
                <a:ea typeface="黑体" pitchFamily="2" charset="-122"/>
              </a:rPr>
              <a:t>～</a:t>
            </a:r>
            <a:r>
              <a:rPr lang="en-US" altLang="zh-CN" dirty="0" smtClean="0">
                <a:latin typeface="Times New Roman" pitchFamily="18" charset="0"/>
                <a:ea typeface="黑体" pitchFamily="2" charset="-122"/>
              </a:rPr>
              <a:t>3</a:t>
            </a:r>
            <a:r>
              <a:rPr lang="zh-CN" altLang="en-US" dirty="0" smtClean="0">
                <a:latin typeface="Times New Roman" pitchFamily="18" charset="0"/>
                <a:ea typeface="黑体" pitchFamily="2" charset="-122"/>
              </a:rPr>
              <a:t>，如美国</a:t>
            </a:r>
            <a:r>
              <a:rPr lang="en-US" altLang="zh-CN" dirty="0" smtClean="0">
                <a:latin typeface="Times New Roman" pitchFamily="18" charset="0"/>
                <a:ea typeface="黑体" pitchFamily="2" charset="-122"/>
              </a:rPr>
              <a:t>NIST</a:t>
            </a:r>
            <a:r>
              <a:rPr lang="zh-CN" altLang="en-US" dirty="0" smtClean="0">
                <a:latin typeface="Times New Roman" pitchFamily="18" charset="0"/>
                <a:ea typeface="黑体" pitchFamily="2" charset="-122"/>
              </a:rPr>
              <a:t>常取</a:t>
            </a:r>
            <a:r>
              <a:rPr lang="en-US" altLang="zh-CN" i="1" dirty="0" err="1" smtClean="0">
                <a:latin typeface="Times New Roman" pitchFamily="18" charset="0"/>
                <a:ea typeface="黑体" pitchFamily="2" charset="-122"/>
              </a:rPr>
              <a:t>t</a:t>
            </a:r>
            <a:r>
              <a:rPr lang="en-US" altLang="zh-CN" baseline="-25000" dirty="0" err="1" smtClean="0">
                <a:latin typeface="Times New Roman" pitchFamily="18" charset="0"/>
                <a:ea typeface="黑体" pitchFamily="2" charset="-122"/>
              </a:rPr>
              <a:t>p</a:t>
            </a:r>
            <a:r>
              <a:rPr lang="en-US" altLang="zh-CN"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n</a:t>
            </a:r>
            <a:r>
              <a:rPr lang="en-US" altLang="zh-CN" dirty="0" smtClean="0">
                <a:latin typeface="Times New Roman" pitchFamily="18" charset="0"/>
                <a:ea typeface="黑体" pitchFamily="2" charset="-122"/>
              </a:rPr>
              <a:t>)=2</a:t>
            </a:r>
            <a:r>
              <a:rPr lang="zh-CN" altLang="en-US" dirty="0" smtClean="0">
                <a:latin typeface="Times New Roman" pitchFamily="18" charset="0"/>
                <a:ea typeface="黑体" pitchFamily="2" charset="-122"/>
              </a:rPr>
              <a:t>。</a:t>
            </a:r>
          </a:p>
          <a:p>
            <a:pPr marL="714375" eaLnBrk="1" hangingPunct="1">
              <a:buFont typeface="Wingdings" pitchFamily="2" charset="2"/>
              <a:buNone/>
              <a:defRPr/>
            </a:pPr>
            <a:r>
              <a:rPr lang="en-US" altLang="zh-CN" dirty="0" smtClean="0">
                <a:latin typeface="Times New Roman" pitchFamily="18" charset="0"/>
                <a:ea typeface="黑体" pitchFamily="2" charset="-122"/>
              </a:rPr>
              <a:t>5</a:t>
            </a:r>
            <a:r>
              <a:rPr lang="zh-CN" altLang="en-US" dirty="0" smtClean="0">
                <a:latin typeface="Times New Roman" pitchFamily="18" charset="0"/>
                <a:ea typeface="黑体" pitchFamily="2" charset="-122"/>
              </a:rPr>
              <a:t>）最后写出测量结果：</a:t>
            </a:r>
          </a:p>
        </p:txBody>
      </p:sp>
      <p:sp>
        <p:nvSpPr>
          <p:cNvPr id="9223"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9218" name="Object 5"/>
          <p:cNvGraphicFramePr>
            <a:graphicFrameLocks noChangeAspect="1"/>
          </p:cNvGraphicFramePr>
          <p:nvPr/>
        </p:nvGraphicFramePr>
        <p:xfrm>
          <a:off x="2898775" y="2700338"/>
          <a:ext cx="3276600" cy="609600"/>
        </p:xfrm>
        <a:graphic>
          <a:graphicData uri="http://schemas.openxmlformats.org/presentationml/2006/ole">
            <p:oleObj spid="_x0000_s9218" name="公式" r:id="rId3" imgW="1231560" imgH="266400" progId="Equation.3">
              <p:embed/>
            </p:oleObj>
          </a:graphicData>
        </a:graphic>
      </p:graphicFrame>
      <p:sp>
        <p:nvSpPr>
          <p:cNvPr id="9224" name="Rectangle 6"/>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9219" name="Object 7"/>
          <p:cNvGraphicFramePr>
            <a:graphicFrameLocks noChangeAspect="1"/>
          </p:cNvGraphicFramePr>
          <p:nvPr/>
        </p:nvGraphicFramePr>
        <p:xfrm>
          <a:off x="3871913" y="5410200"/>
          <a:ext cx="1731962" cy="709613"/>
        </p:xfrm>
        <a:graphic>
          <a:graphicData uri="http://schemas.openxmlformats.org/presentationml/2006/ole">
            <p:oleObj spid="_x0000_s9219" name="公式" r:id="rId4" imgW="583947" imgH="241195" progId="Equation.3">
              <p:embed/>
            </p:oleObj>
          </a:graphicData>
        </a:graphic>
      </p:graphicFrame>
      <p:sp>
        <p:nvSpPr>
          <p:cNvPr id="11"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测量数据的处理</a:t>
            </a:r>
          </a:p>
        </p:txBody>
      </p:sp>
    </p:spTree>
  </p:cSld>
  <p:clrMapOvr>
    <a:masterClrMapping/>
  </p:clrMapOvr>
  <p:transition>
    <p:circl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Picture 18"/>
          <p:cNvPicPr>
            <a:picLocks noChangeAspect="1" noChangeArrowheads="1"/>
          </p:cNvPicPr>
          <p:nvPr/>
        </p:nvPicPr>
        <p:blipFill>
          <a:blip r:embed="rId3"/>
          <a:srcRect l="4555" t="46536" r="3528"/>
          <a:stretch>
            <a:fillRect/>
          </a:stretch>
        </p:blipFill>
        <p:spPr bwMode="auto">
          <a:xfrm>
            <a:off x="428625" y="2933700"/>
            <a:ext cx="8286750" cy="3333750"/>
          </a:xfrm>
          <a:prstGeom prst="rect">
            <a:avLst/>
          </a:prstGeom>
          <a:noFill/>
          <a:ln w="9525">
            <a:noFill/>
            <a:miter lim="800000"/>
            <a:headEnd/>
            <a:tailEnd/>
          </a:ln>
        </p:spPr>
      </p:pic>
      <p:sp>
        <p:nvSpPr>
          <p:cNvPr id="10244" name="日期占位符 4"/>
          <p:cNvSpPr>
            <a:spLocks noGrp="1"/>
          </p:cNvSpPr>
          <p:nvPr>
            <p:ph type="dt" sz="quarter" idx="10"/>
          </p:nvPr>
        </p:nvSpPr>
        <p:spPr>
          <a:noFill/>
        </p:spPr>
        <p:txBody>
          <a:bodyPr/>
          <a:lstStyle/>
          <a:p>
            <a:fld id="{F0493B68-42BB-4E6B-A7A1-0249E4A73E6B}" type="datetime1">
              <a:rPr lang="zh-CN" altLang="en-US" smtClean="0">
                <a:latin typeface="Arial" pitchFamily="34" charset="0"/>
              </a:rPr>
              <a:pPr/>
              <a:t>2017/3/5</a:t>
            </a:fld>
            <a:endParaRPr lang="en-US" altLang="zh-CN" smtClean="0">
              <a:latin typeface="Arial" pitchFamily="34" charset="0"/>
            </a:endParaRPr>
          </a:p>
        </p:txBody>
      </p:sp>
      <p:sp>
        <p:nvSpPr>
          <p:cNvPr id="10245" name="灯片编号占位符 6"/>
          <p:cNvSpPr>
            <a:spLocks noGrp="1"/>
          </p:cNvSpPr>
          <p:nvPr>
            <p:ph type="sldNum" sz="quarter" idx="12"/>
          </p:nvPr>
        </p:nvSpPr>
        <p:spPr>
          <a:noFill/>
        </p:spPr>
        <p:txBody>
          <a:bodyPr/>
          <a:lstStyle/>
          <a:p>
            <a:fld id="{362D8312-348E-44C3-97DF-7F0006A197F6}" type="slidenum">
              <a:rPr lang="en-US" altLang="zh-CN" smtClean="0">
                <a:latin typeface="Arial" pitchFamily="34" charset="0"/>
              </a:rPr>
              <a:pPr/>
              <a:t>29</a:t>
            </a:fld>
            <a:endParaRPr lang="en-US" altLang="zh-CN" smtClean="0">
              <a:latin typeface="Arial" pitchFamily="34" charset="0"/>
            </a:endParaRPr>
          </a:p>
        </p:txBody>
      </p:sp>
      <p:sp>
        <p:nvSpPr>
          <p:cNvPr id="10246"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10247" name="Rectangle 6"/>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sp>
        <p:nvSpPr>
          <p:cNvPr id="11"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测量数据的处理</a:t>
            </a:r>
          </a:p>
        </p:txBody>
      </p:sp>
      <p:sp>
        <p:nvSpPr>
          <p:cNvPr id="10249" name="Rectangle 39"/>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10250" name="Rectangle 41"/>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10251" name="Rectangle 4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10252" name="Rectangle 4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pic>
        <p:nvPicPr>
          <p:cNvPr id="10253" name="Picture 18"/>
          <p:cNvPicPr>
            <a:picLocks noChangeAspect="1" noChangeArrowheads="1"/>
          </p:cNvPicPr>
          <p:nvPr/>
        </p:nvPicPr>
        <p:blipFill>
          <a:blip r:embed="rId4"/>
          <a:srcRect/>
          <a:stretch>
            <a:fillRect/>
          </a:stretch>
        </p:blipFill>
        <p:spPr bwMode="auto">
          <a:xfrm>
            <a:off x="4305300" y="242888"/>
            <a:ext cx="4467225" cy="2508250"/>
          </a:xfrm>
          <a:prstGeom prst="rect">
            <a:avLst/>
          </a:prstGeom>
          <a:noFill/>
          <a:ln w="9525">
            <a:noFill/>
            <a:miter lim="800000"/>
            <a:headEnd/>
            <a:tailEnd/>
          </a:ln>
        </p:spPr>
      </p:pic>
      <p:sp>
        <p:nvSpPr>
          <p:cNvPr id="54" name="矩形 53"/>
          <p:cNvSpPr/>
          <p:nvPr/>
        </p:nvSpPr>
        <p:spPr>
          <a:xfrm>
            <a:off x="28575" y="374650"/>
            <a:ext cx="4276725" cy="2862263"/>
          </a:xfrm>
          <a:prstGeom prst="rect">
            <a:avLst/>
          </a:prstGeom>
          <a:solidFill>
            <a:schemeClr val="bg1"/>
          </a:solidFill>
        </p:spPr>
        <p:txBody>
          <a:bodyPr>
            <a:spAutoFit/>
          </a:bodyPr>
          <a:lstStyle/>
          <a:p>
            <a:pPr algn="just">
              <a:defRPr/>
            </a:pPr>
            <a:r>
              <a:rPr lang="zh-CN" altLang="en-US" b="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例：测量一个物镜的焦距。在被测物镜的焦平面上设置一玻璃刻线尺，其中</a:t>
            </a:r>
            <a:r>
              <a:rPr lang="en-US" altLang="zh-CN" b="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A</a:t>
            </a:r>
            <a:r>
              <a:rPr lang="zh-CN" altLang="en-US" b="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 和</a:t>
            </a:r>
            <a:r>
              <a:rPr lang="en-US" altLang="zh-CN" b="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B</a:t>
            </a:r>
            <a:r>
              <a:rPr lang="zh-CN" altLang="en-US" b="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是玻璃刻线尺上已知间隔为</a:t>
            </a:r>
            <a:r>
              <a:rPr lang="en-US" altLang="zh-CN" b="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2</a:t>
            </a:r>
            <a:r>
              <a:rPr lang="en-US" altLang="zh-CN" b="1" i="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y</a:t>
            </a:r>
            <a:r>
              <a:rPr lang="en-US" altLang="zh-CN" b="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=10mm</a:t>
            </a:r>
            <a:r>
              <a:rPr lang="zh-CN" altLang="en-US" b="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的两条刻线。这两条刻线对被测物镜主点的张角为</a:t>
            </a:r>
            <a:r>
              <a:rPr lang="en-US" altLang="zh-CN" b="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2</a:t>
            </a:r>
            <a:r>
              <a:rPr lang="en-US" altLang="zh-CN" b="1" i="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ω</a:t>
            </a:r>
            <a:r>
              <a:rPr lang="zh-CN" altLang="en-US" b="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。观察望远镜先对准刻线</a:t>
            </a:r>
            <a:r>
              <a:rPr lang="en-US" altLang="zh-CN" b="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B</a:t>
            </a:r>
            <a:r>
              <a:rPr lang="zh-CN" altLang="en-US" b="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，然后转到对准刻线</a:t>
            </a:r>
            <a:r>
              <a:rPr lang="en-US" altLang="zh-CN" b="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A</a:t>
            </a:r>
            <a:r>
              <a:rPr lang="zh-CN" altLang="en-US" b="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的位置，并可以在度盘上准确地读出</a:t>
            </a:r>
            <a:r>
              <a:rPr lang="en-US" altLang="zh-CN" b="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2</a:t>
            </a:r>
            <a:r>
              <a:rPr lang="en-US" altLang="zh-CN" b="1" i="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ω</a:t>
            </a:r>
            <a:r>
              <a:rPr lang="en-US" altLang="zh-CN" b="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=3°</a:t>
            </a:r>
            <a:r>
              <a:rPr lang="zh-CN" altLang="en-US" b="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。则应用下式可以计算出焦距：</a:t>
            </a:r>
            <a:endParaRPr lang="en-US" altLang="zh-CN" b="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endParaRPr>
          </a:p>
          <a:p>
            <a:pPr algn="just">
              <a:defRPr/>
            </a:pPr>
            <a:endParaRPr lang="en-US" altLang="zh-CN" b="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endParaRPr>
          </a:p>
          <a:p>
            <a:pPr algn="just">
              <a:defRPr/>
            </a:pPr>
            <a:endParaRPr lang="zh-CN" altLang="en-US" b="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endParaRPr>
          </a:p>
        </p:txBody>
      </p:sp>
      <p:graphicFrame>
        <p:nvGraphicFramePr>
          <p:cNvPr id="10242" name="Object 44"/>
          <p:cNvGraphicFramePr>
            <a:graphicFrameLocks noChangeAspect="1"/>
          </p:cNvGraphicFramePr>
          <p:nvPr/>
        </p:nvGraphicFramePr>
        <p:xfrm>
          <a:off x="2990850" y="2362200"/>
          <a:ext cx="1098550" cy="652463"/>
        </p:xfrm>
        <a:graphic>
          <a:graphicData uri="http://schemas.openxmlformats.org/presentationml/2006/ole">
            <p:oleObj spid="_x0000_s10242" name="Equation" r:id="rId5" imgW="660400" imgH="393700" progId="Equation.DSMT4">
              <p:embed/>
            </p:oleObj>
          </a:graphicData>
        </a:graphic>
      </p:graphicFrame>
    </p:spTree>
  </p:cSld>
  <p:clrMapOvr>
    <a:masterClrMapping/>
  </p:clrMapOvr>
  <p:transition>
    <p:circl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1" name="日期占位符 4"/>
          <p:cNvSpPr>
            <a:spLocks noGrp="1"/>
          </p:cNvSpPr>
          <p:nvPr>
            <p:ph type="dt" sz="quarter" idx="10"/>
          </p:nvPr>
        </p:nvSpPr>
        <p:spPr>
          <a:noFill/>
        </p:spPr>
        <p:txBody>
          <a:bodyPr/>
          <a:lstStyle/>
          <a:p>
            <a:fld id="{10009186-5570-4CEA-962D-57A06CA6907A}" type="datetime1">
              <a:rPr lang="zh-CN" altLang="en-US" smtClean="0">
                <a:latin typeface="Arial" pitchFamily="34" charset="0"/>
              </a:rPr>
              <a:pPr/>
              <a:t>2017/3/5</a:t>
            </a:fld>
            <a:endParaRPr lang="en-US" altLang="zh-CN" smtClean="0">
              <a:latin typeface="Arial" pitchFamily="34" charset="0"/>
            </a:endParaRPr>
          </a:p>
        </p:txBody>
      </p:sp>
      <p:sp>
        <p:nvSpPr>
          <p:cNvPr id="11272" name="灯片编号占位符 6"/>
          <p:cNvSpPr>
            <a:spLocks noGrp="1"/>
          </p:cNvSpPr>
          <p:nvPr>
            <p:ph type="sldNum" sz="quarter" idx="12"/>
          </p:nvPr>
        </p:nvSpPr>
        <p:spPr>
          <a:noFill/>
        </p:spPr>
        <p:txBody>
          <a:bodyPr/>
          <a:lstStyle/>
          <a:p>
            <a:fld id="{9FA8912B-76B4-45A5-9BBF-C43D4635D890}" type="slidenum">
              <a:rPr lang="en-US" altLang="zh-CN" smtClean="0">
                <a:latin typeface="Arial" pitchFamily="34" charset="0"/>
              </a:rPr>
              <a:pPr/>
              <a:t>30</a:t>
            </a:fld>
            <a:endParaRPr lang="en-US" altLang="zh-CN" smtClean="0">
              <a:latin typeface="Arial" pitchFamily="34" charset="0"/>
            </a:endParaRPr>
          </a:p>
        </p:txBody>
      </p:sp>
      <p:sp>
        <p:nvSpPr>
          <p:cNvPr id="11273"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11274" name="Rectangle 6"/>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sp>
        <p:nvSpPr>
          <p:cNvPr id="11"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测量数据的处理</a:t>
            </a:r>
          </a:p>
        </p:txBody>
      </p:sp>
      <p:grpSp>
        <p:nvGrpSpPr>
          <p:cNvPr id="2" name="Group 4"/>
          <p:cNvGrpSpPr>
            <a:grpSpLocks/>
          </p:cNvGrpSpPr>
          <p:nvPr/>
        </p:nvGrpSpPr>
        <p:grpSpPr bwMode="auto">
          <a:xfrm>
            <a:off x="2308225" y="3082924"/>
            <a:ext cx="3721100" cy="1927225"/>
            <a:chOff x="5990" y="9590"/>
            <a:chExt cx="4875" cy="2268"/>
          </a:xfrm>
          <a:noFill/>
        </p:grpSpPr>
        <p:grpSp>
          <p:nvGrpSpPr>
            <p:cNvPr id="3" name="Group 5"/>
            <p:cNvGrpSpPr>
              <a:grpSpLocks/>
            </p:cNvGrpSpPr>
            <p:nvPr/>
          </p:nvGrpSpPr>
          <p:grpSpPr bwMode="auto">
            <a:xfrm>
              <a:off x="7350" y="9700"/>
              <a:ext cx="360" cy="1165"/>
              <a:chOff x="7350" y="9700"/>
              <a:chExt cx="360" cy="1165"/>
            </a:xfrm>
            <a:grpFill/>
          </p:grpSpPr>
          <p:sp>
            <p:nvSpPr>
              <p:cNvPr id="48134" name="Arc 6"/>
              <p:cNvSpPr>
                <a:spLocks/>
              </p:cNvSpPr>
              <p:nvPr/>
            </p:nvSpPr>
            <p:spPr bwMode="auto">
              <a:xfrm flipH="1">
                <a:off x="7350" y="9702"/>
                <a:ext cx="180" cy="1163"/>
              </a:xfrm>
              <a:custGeom>
                <a:avLst/>
                <a:gdLst>
                  <a:gd name="G0" fmla="+- 0 0 0"/>
                  <a:gd name="G1" fmla="+- 19479 0 0"/>
                  <a:gd name="G2" fmla="+- 21600 0 0"/>
                  <a:gd name="T0" fmla="*/ 9334 w 21600"/>
                  <a:gd name="T1" fmla="*/ 0 h 39242"/>
                  <a:gd name="T2" fmla="*/ 8717 w 21600"/>
                  <a:gd name="T3" fmla="*/ 39242 h 39242"/>
                  <a:gd name="T4" fmla="*/ 0 w 21600"/>
                  <a:gd name="T5" fmla="*/ 19479 h 39242"/>
                </a:gdLst>
                <a:ahLst/>
                <a:cxnLst>
                  <a:cxn ang="0">
                    <a:pos x="T0" y="T1"/>
                  </a:cxn>
                  <a:cxn ang="0">
                    <a:pos x="T2" y="T3"/>
                  </a:cxn>
                  <a:cxn ang="0">
                    <a:pos x="T4" y="T5"/>
                  </a:cxn>
                </a:cxnLst>
                <a:rect l="0" t="0" r="r" b="b"/>
                <a:pathLst>
                  <a:path w="21600" h="39242" fill="none" extrusionOk="0">
                    <a:moveTo>
                      <a:pt x="9334" y="-1"/>
                    </a:moveTo>
                    <a:cubicBezTo>
                      <a:pt x="16830" y="3591"/>
                      <a:pt x="21600" y="11166"/>
                      <a:pt x="21600" y="19479"/>
                    </a:cubicBezTo>
                    <a:cubicBezTo>
                      <a:pt x="21600" y="28037"/>
                      <a:pt x="16547" y="35788"/>
                      <a:pt x="8716" y="39241"/>
                    </a:cubicBezTo>
                  </a:path>
                  <a:path w="21600" h="39242" stroke="0" extrusionOk="0">
                    <a:moveTo>
                      <a:pt x="9334" y="-1"/>
                    </a:moveTo>
                    <a:cubicBezTo>
                      <a:pt x="16830" y="3591"/>
                      <a:pt x="21600" y="11166"/>
                      <a:pt x="21600" y="19479"/>
                    </a:cubicBezTo>
                    <a:cubicBezTo>
                      <a:pt x="21600" y="28037"/>
                      <a:pt x="16547" y="35788"/>
                      <a:pt x="8716" y="39241"/>
                    </a:cubicBezTo>
                    <a:lnTo>
                      <a:pt x="0" y="19479"/>
                    </a:lnTo>
                    <a:close/>
                  </a:path>
                </a:pathLst>
              </a:custGeom>
              <a:grpFill/>
              <a:ln w="9525">
                <a:solidFill>
                  <a:srgbClr val="000000"/>
                </a:solidFill>
                <a:round/>
                <a:headEnd/>
                <a:tailEnd/>
              </a:ln>
            </p:spPr>
            <p:txBody>
              <a:bodyPr/>
              <a:lstStyle/>
              <a:p>
                <a:pPr>
                  <a:defRPr/>
                </a:pPr>
                <a:endParaRPr lang="zh-CN" altLang="en-US">
                  <a:latin typeface="Arial" charset="0"/>
                </a:endParaRPr>
              </a:p>
            </p:txBody>
          </p:sp>
          <p:sp>
            <p:nvSpPr>
              <p:cNvPr id="48135" name="Arc 7"/>
              <p:cNvSpPr>
                <a:spLocks/>
              </p:cNvSpPr>
              <p:nvPr/>
            </p:nvSpPr>
            <p:spPr bwMode="auto">
              <a:xfrm>
                <a:off x="7450" y="9702"/>
                <a:ext cx="180" cy="1163"/>
              </a:xfrm>
              <a:custGeom>
                <a:avLst/>
                <a:gdLst>
                  <a:gd name="G0" fmla="+- 0 0 0"/>
                  <a:gd name="G1" fmla="+- 19479 0 0"/>
                  <a:gd name="G2" fmla="+- 21600 0 0"/>
                  <a:gd name="T0" fmla="*/ 9334 w 21600"/>
                  <a:gd name="T1" fmla="*/ 0 h 39242"/>
                  <a:gd name="T2" fmla="*/ 8717 w 21600"/>
                  <a:gd name="T3" fmla="*/ 39242 h 39242"/>
                  <a:gd name="T4" fmla="*/ 0 w 21600"/>
                  <a:gd name="T5" fmla="*/ 19479 h 39242"/>
                </a:gdLst>
                <a:ahLst/>
                <a:cxnLst>
                  <a:cxn ang="0">
                    <a:pos x="T0" y="T1"/>
                  </a:cxn>
                  <a:cxn ang="0">
                    <a:pos x="T2" y="T3"/>
                  </a:cxn>
                  <a:cxn ang="0">
                    <a:pos x="T4" y="T5"/>
                  </a:cxn>
                </a:cxnLst>
                <a:rect l="0" t="0" r="r" b="b"/>
                <a:pathLst>
                  <a:path w="21600" h="39242" fill="none" extrusionOk="0">
                    <a:moveTo>
                      <a:pt x="9334" y="-1"/>
                    </a:moveTo>
                    <a:cubicBezTo>
                      <a:pt x="16830" y="3591"/>
                      <a:pt x="21600" y="11166"/>
                      <a:pt x="21600" y="19479"/>
                    </a:cubicBezTo>
                    <a:cubicBezTo>
                      <a:pt x="21600" y="28037"/>
                      <a:pt x="16547" y="35788"/>
                      <a:pt x="8716" y="39241"/>
                    </a:cubicBezTo>
                  </a:path>
                  <a:path w="21600" h="39242" stroke="0" extrusionOk="0">
                    <a:moveTo>
                      <a:pt x="9334" y="-1"/>
                    </a:moveTo>
                    <a:cubicBezTo>
                      <a:pt x="16830" y="3591"/>
                      <a:pt x="21600" y="11166"/>
                      <a:pt x="21600" y="19479"/>
                    </a:cubicBezTo>
                    <a:cubicBezTo>
                      <a:pt x="21600" y="28037"/>
                      <a:pt x="16547" y="35788"/>
                      <a:pt x="8716" y="39241"/>
                    </a:cubicBezTo>
                    <a:lnTo>
                      <a:pt x="0" y="19479"/>
                    </a:lnTo>
                    <a:close/>
                  </a:path>
                </a:pathLst>
              </a:custGeom>
              <a:grpFill/>
              <a:ln w="9525">
                <a:solidFill>
                  <a:srgbClr val="000000"/>
                </a:solidFill>
                <a:round/>
                <a:headEnd/>
                <a:tailEnd/>
              </a:ln>
            </p:spPr>
            <p:txBody>
              <a:bodyPr/>
              <a:lstStyle/>
              <a:p>
                <a:pPr>
                  <a:defRPr/>
                </a:pPr>
                <a:endParaRPr lang="zh-CN" altLang="en-US">
                  <a:latin typeface="Arial" charset="0"/>
                </a:endParaRPr>
              </a:p>
            </p:txBody>
          </p:sp>
          <p:sp>
            <p:nvSpPr>
              <p:cNvPr id="48136" name="Arc 8"/>
              <p:cNvSpPr>
                <a:spLocks/>
              </p:cNvSpPr>
              <p:nvPr/>
            </p:nvSpPr>
            <p:spPr bwMode="auto">
              <a:xfrm>
                <a:off x="7590" y="9702"/>
                <a:ext cx="120" cy="1163"/>
              </a:xfrm>
              <a:custGeom>
                <a:avLst/>
                <a:gdLst>
                  <a:gd name="G0" fmla="+- 0 0 0"/>
                  <a:gd name="G1" fmla="+- 19479 0 0"/>
                  <a:gd name="G2" fmla="+- 21600 0 0"/>
                  <a:gd name="T0" fmla="*/ 9334 w 21600"/>
                  <a:gd name="T1" fmla="*/ 0 h 39242"/>
                  <a:gd name="T2" fmla="*/ 8717 w 21600"/>
                  <a:gd name="T3" fmla="*/ 39242 h 39242"/>
                  <a:gd name="T4" fmla="*/ 0 w 21600"/>
                  <a:gd name="T5" fmla="*/ 19479 h 39242"/>
                </a:gdLst>
                <a:ahLst/>
                <a:cxnLst>
                  <a:cxn ang="0">
                    <a:pos x="T0" y="T1"/>
                  </a:cxn>
                  <a:cxn ang="0">
                    <a:pos x="T2" y="T3"/>
                  </a:cxn>
                  <a:cxn ang="0">
                    <a:pos x="T4" y="T5"/>
                  </a:cxn>
                </a:cxnLst>
                <a:rect l="0" t="0" r="r" b="b"/>
                <a:pathLst>
                  <a:path w="21600" h="39242" fill="none" extrusionOk="0">
                    <a:moveTo>
                      <a:pt x="9334" y="-1"/>
                    </a:moveTo>
                    <a:cubicBezTo>
                      <a:pt x="16830" y="3591"/>
                      <a:pt x="21600" y="11166"/>
                      <a:pt x="21600" y="19479"/>
                    </a:cubicBezTo>
                    <a:cubicBezTo>
                      <a:pt x="21600" y="28037"/>
                      <a:pt x="16547" y="35788"/>
                      <a:pt x="8716" y="39241"/>
                    </a:cubicBezTo>
                  </a:path>
                  <a:path w="21600" h="39242" stroke="0" extrusionOk="0">
                    <a:moveTo>
                      <a:pt x="9334" y="-1"/>
                    </a:moveTo>
                    <a:cubicBezTo>
                      <a:pt x="16830" y="3591"/>
                      <a:pt x="21600" y="11166"/>
                      <a:pt x="21600" y="19479"/>
                    </a:cubicBezTo>
                    <a:cubicBezTo>
                      <a:pt x="21600" y="28037"/>
                      <a:pt x="16547" y="35788"/>
                      <a:pt x="8716" y="39241"/>
                    </a:cubicBezTo>
                    <a:lnTo>
                      <a:pt x="0" y="19479"/>
                    </a:lnTo>
                    <a:close/>
                  </a:path>
                </a:pathLst>
              </a:custGeom>
              <a:grpFill/>
              <a:ln w="9525">
                <a:solidFill>
                  <a:srgbClr val="000000"/>
                </a:solidFill>
                <a:round/>
                <a:headEnd/>
                <a:tailEnd/>
              </a:ln>
            </p:spPr>
            <p:txBody>
              <a:bodyPr/>
              <a:lstStyle/>
              <a:p>
                <a:pPr>
                  <a:defRPr/>
                </a:pPr>
                <a:endParaRPr lang="zh-CN" altLang="en-US">
                  <a:latin typeface="Arial" charset="0"/>
                </a:endParaRPr>
              </a:p>
            </p:txBody>
          </p:sp>
          <p:sp>
            <p:nvSpPr>
              <p:cNvPr id="48137" name="Line 9"/>
              <p:cNvSpPr>
                <a:spLocks noChangeShapeType="1"/>
              </p:cNvSpPr>
              <p:nvPr/>
            </p:nvSpPr>
            <p:spPr bwMode="auto">
              <a:xfrm>
                <a:off x="7450" y="9700"/>
                <a:ext cx="190" cy="0"/>
              </a:xfrm>
              <a:prstGeom prst="line">
                <a:avLst/>
              </a:prstGeom>
              <a:grpFill/>
              <a:ln w="9525">
                <a:solidFill>
                  <a:srgbClr val="000000"/>
                </a:solidFill>
                <a:round/>
                <a:headEnd/>
                <a:tailEnd/>
              </a:ln>
            </p:spPr>
            <p:txBody>
              <a:bodyPr/>
              <a:lstStyle/>
              <a:p>
                <a:pPr>
                  <a:defRPr/>
                </a:pPr>
                <a:endParaRPr lang="zh-CN" altLang="en-US">
                  <a:latin typeface="Arial" charset="0"/>
                </a:endParaRPr>
              </a:p>
            </p:txBody>
          </p:sp>
          <p:sp>
            <p:nvSpPr>
              <p:cNvPr id="48138" name="Line 10"/>
              <p:cNvSpPr>
                <a:spLocks noChangeShapeType="1"/>
              </p:cNvSpPr>
              <p:nvPr/>
            </p:nvSpPr>
            <p:spPr bwMode="auto">
              <a:xfrm>
                <a:off x="7450" y="10860"/>
                <a:ext cx="190" cy="0"/>
              </a:xfrm>
              <a:prstGeom prst="line">
                <a:avLst/>
              </a:prstGeom>
              <a:grpFill/>
              <a:ln w="9525">
                <a:solidFill>
                  <a:srgbClr val="000000"/>
                </a:solidFill>
                <a:round/>
                <a:headEnd/>
                <a:tailEnd/>
              </a:ln>
            </p:spPr>
            <p:txBody>
              <a:bodyPr/>
              <a:lstStyle/>
              <a:p>
                <a:pPr>
                  <a:defRPr/>
                </a:pPr>
                <a:endParaRPr lang="zh-CN" altLang="en-US">
                  <a:latin typeface="Arial" charset="0"/>
                </a:endParaRPr>
              </a:p>
            </p:txBody>
          </p:sp>
        </p:grpSp>
        <p:sp>
          <p:nvSpPr>
            <p:cNvPr id="48139" name="Line 11"/>
            <p:cNvSpPr>
              <a:spLocks noChangeShapeType="1"/>
            </p:cNvSpPr>
            <p:nvPr/>
          </p:nvSpPr>
          <p:spPr bwMode="auto">
            <a:xfrm>
              <a:off x="6615" y="10290"/>
              <a:ext cx="3540" cy="0"/>
            </a:xfrm>
            <a:prstGeom prst="line">
              <a:avLst/>
            </a:prstGeom>
            <a:grpFill/>
            <a:ln w="6350">
              <a:solidFill>
                <a:srgbClr val="000000"/>
              </a:solidFill>
              <a:prstDash val="lgDashDot"/>
              <a:round/>
              <a:headEnd/>
              <a:tailEnd/>
            </a:ln>
          </p:spPr>
          <p:txBody>
            <a:bodyPr/>
            <a:lstStyle/>
            <a:p>
              <a:pPr>
                <a:defRPr/>
              </a:pPr>
              <a:endParaRPr lang="zh-CN" altLang="en-US">
                <a:latin typeface="Arial" charset="0"/>
              </a:endParaRPr>
            </a:p>
          </p:txBody>
        </p:sp>
        <p:sp>
          <p:nvSpPr>
            <p:cNvPr id="48140" name="Line 12"/>
            <p:cNvSpPr>
              <a:spLocks noChangeShapeType="1"/>
            </p:cNvSpPr>
            <p:nvPr/>
          </p:nvSpPr>
          <p:spPr bwMode="auto">
            <a:xfrm>
              <a:off x="10099" y="9600"/>
              <a:ext cx="0" cy="1370"/>
            </a:xfrm>
            <a:prstGeom prst="line">
              <a:avLst/>
            </a:prstGeom>
            <a:grpFill/>
            <a:ln w="9525">
              <a:solidFill>
                <a:srgbClr val="000000"/>
              </a:solidFill>
              <a:round/>
              <a:headEnd/>
              <a:tailEnd/>
            </a:ln>
          </p:spPr>
          <p:txBody>
            <a:bodyPr/>
            <a:lstStyle/>
            <a:p>
              <a:pPr>
                <a:defRPr/>
              </a:pPr>
              <a:endParaRPr lang="zh-CN" altLang="en-US">
                <a:latin typeface="Arial" charset="0"/>
              </a:endParaRPr>
            </a:p>
          </p:txBody>
        </p:sp>
        <p:grpSp>
          <p:nvGrpSpPr>
            <p:cNvPr id="4" name="Group 13"/>
            <p:cNvGrpSpPr>
              <a:grpSpLocks/>
            </p:cNvGrpSpPr>
            <p:nvPr/>
          </p:nvGrpSpPr>
          <p:grpSpPr bwMode="auto">
            <a:xfrm>
              <a:off x="6450" y="9590"/>
              <a:ext cx="3650" cy="1220"/>
              <a:chOff x="6450" y="9590"/>
              <a:chExt cx="3650" cy="1220"/>
            </a:xfrm>
            <a:grpFill/>
          </p:grpSpPr>
          <p:sp>
            <p:nvSpPr>
              <p:cNvPr id="48142" name="Freeform 14"/>
              <p:cNvSpPr>
                <a:spLocks/>
              </p:cNvSpPr>
              <p:nvPr/>
            </p:nvSpPr>
            <p:spPr bwMode="auto">
              <a:xfrm>
                <a:off x="6460" y="9590"/>
                <a:ext cx="3640" cy="1130"/>
              </a:xfrm>
              <a:custGeom>
                <a:avLst/>
                <a:gdLst/>
                <a:ahLst/>
                <a:cxnLst>
                  <a:cxn ang="0">
                    <a:pos x="0" y="0"/>
                  </a:cxn>
                  <a:cxn ang="0">
                    <a:pos x="1090" y="190"/>
                  </a:cxn>
                  <a:cxn ang="0">
                    <a:pos x="3640" y="1130"/>
                  </a:cxn>
                </a:cxnLst>
                <a:rect l="0" t="0" r="r" b="b"/>
                <a:pathLst>
                  <a:path w="3640" h="1130">
                    <a:moveTo>
                      <a:pt x="0" y="0"/>
                    </a:moveTo>
                    <a:lnTo>
                      <a:pt x="1090" y="190"/>
                    </a:lnTo>
                    <a:lnTo>
                      <a:pt x="3640" y="1130"/>
                    </a:lnTo>
                  </a:path>
                </a:pathLst>
              </a:custGeom>
              <a:grpFill/>
              <a:ln w="9525">
                <a:solidFill>
                  <a:srgbClr val="000000"/>
                </a:solidFill>
                <a:round/>
                <a:headEnd/>
                <a:tailEnd/>
              </a:ln>
            </p:spPr>
            <p:txBody>
              <a:bodyPr/>
              <a:lstStyle/>
              <a:p>
                <a:pPr>
                  <a:defRPr/>
                </a:pPr>
                <a:endParaRPr lang="zh-CN" altLang="en-US">
                  <a:latin typeface="Arial" charset="0"/>
                </a:endParaRPr>
              </a:p>
            </p:txBody>
          </p:sp>
          <p:sp>
            <p:nvSpPr>
              <p:cNvPr id="48143" name="Line 15"/>
              <p:cNvSpPr>
                <a:spLocks noChangeShapeType="1"/>
              </p:cNvSpPr>
              <p:nvPr/>
            </p:nvSpPr>
            <p:spPr bwMode="auto">
              <a:xfrm flipH="1" flipV="1">
                <a:off x="6450" y="10110"/>
                <a:ext cx="3650" cy="600"/>
              </a:xfrm>
              <a:prstGeom prst="line">
                <a:avLst/>
              </a:prstGeom>
              <a:grpFill/>
              <a:ln w="9525">
                <a:solidFill>
                  <a:srgbClr val="000000"/>
                </a:solidFill>
                <a:round/>
                <a:headEnd/>
                <a:tailEnd/>
              </a:ln>
            </p:spPr>
            <p:txBody>
              <a:bodyPr/>
              <a:lstStyle/>
              <a:p>
                <a:pPr>
                  <a:defRPr/>
                </a:pPr>
                <a:endParaRPr lang="zh-CN" altLang="en-US">
                  <a:latin typeface="Arial" charset="0"/>
                </a:endParaRPr>
              </a:p>
            </p:txBody>
          </p:sp>
          <p:sp>
            <p:nvSpPr>
              <p:cNvPr id="48144" name="Freeform 16"/>
              <p:cNvSpPr>
                <a:spLocks/>
              </p:cNvSpPr>
              <p:nvPr/>
            </p:nvSpPr>
            <p:spPr bwMode="auto">
              <a:xfrm>
                <a:off x="6450" y="10620"/>
                <a:ext cx="3640" cy="190"/>
              </a:xfrm>
              <a:custGeom>
                <a:avLst/>
                <a:gdLst/>
                <a:ahLst/>
                <a:cxnLst>
                  <a:cxn ang="0">
                    <a:pos x="0" y="0"/>
                  </a:cxn>
                  <a:cxn ang="0">
                    <a:pos x="1100" y="190"/>
                  </a:cxn>
                  <a:cxn ang="0">
                    <a:pos x="3640" y="90"/>
                  </a:cxn>
                </a:cxnLst>
                <a:rect l="0" t="0" r="r" b="b"/>
                <a:pathLst>
                  <a:path w="3640" h="190">
                    <a:moveTo>
                      <a:pt x="0" y="0"/>
                    </a:moveTo>
                    <a:lnTo>
                      <a:pt x="1100" y="190"/>
                    </a:lnTo>
                    <a:lnTo>
                      <a:pt x="3640" y="90"/>
                    </a:lnTo>
                  </a:path>
                </a:pathLst>
              </a:custGeom>
              <a:grpFill/>
              <a:ln w="9525">
                <a:solidFill>
                  <a:srgbClr val="000000"/>
                </a:solidFill>
                <a:round/>
                <a:headEnd/>
                <a:tailEnd/>
              </a:ln>
            </p:spPr>
            <p:txBody>
              <a:bodyPr/>
              <a:lstStyle/>
              <a:p>
                <a:pPr>
                  <a:defRPr/>
                </a:pPr>
                <a:endParaRPr lang="zh-CN" altLang="en-US">
                  <a:latin typeface="Arial" charset="0"/>
                </a:endParaRPr>
              </a:p>
            </p:txBody>
          </p:sp>
        </p:grpSp>
        <p:grpSp>
          <p:nvGrpSpPr>
            <p:cNvPr id="5" name="Group 17"/>
            <p:cNvGrpSpPr>
              <a:grpSpLocks/>
            </p:cNvGrpSpPr>
            <p:nvPr/>
          </p:nvGrpSpPr>
          <p:grpSpPr bwMode="auto">
            <a:xfrm flipV="1">
              <a:off x="6440" y="9760"/>
              <a:ext cx="3650" cy="1220"/>
              <a:chOff x="6450" y="9590"/>
              <a:chExt cx="3650" cy="1220"/>
            </a:xfrm>
            <a:grpFill/>
          </p:grpSpPr>
          <p:sp>
            <p:nvSpPr>
              <p:cNvPr id="48146" name="Freeform 18"/>
              <p:cNvSpPr>
                <a:spLocks/>
              </p:cNvSpPr>
              <p:nvPr/>
            </p:nvSpPr>
            <p:spPr bwMode="auto">
              <a:xfrm>
                <a:off x="6460" y="9590"/>
                <a:ext cx="3640" cy="1130"/>
              </a:xfrm>
              <a:custGeom>
                <a:avLst/>
                <a:gdLst/>
                <a:ahLst/>
                <a:cxnLst>
                  <a:cxn ang="0">
                    <a:pos x="0" y="0"/>
                  </a:cxn>
                  <a:cxn ang="0">
                    <a:pos x="1090" y="190"/>
                  </a:cxn>
                  <a:cxn ang="0">
                    <a:pos x="3640" y="1130"/>
                  </a:cxn>
                </a:cxnLst>
                <a:rect l="0" t="0" r="r" b="b"/>
                <a:pathLst>
                  <a:path w="3640" h="1130">
                    <a:moveTo>
                      <a:pt x="0" y="0"/>
                    </a:moveTo>
                    <a:lnTo>
                      <a:pt x="1090" y="190"/>
                    </a:lnTo>
                    <a:lnTo>
                      <a:pt x="3640" y="1130"/>
                    </a:lnTo>
                  </a:path>
                </a:pathLst>
              </a:custGeom>
              <a:grpFill/>
              <a:ln w="9525">
                <a:solidFill>
                  <a:srgbClr val="000000"/>
                </a:solidFill>
                <a:round/>
                <a:headEnd/>
                <a:tailEnd/>
              </a:ln>
            </p:spPr>
            <p:txBody>
              <a:bodyPr/>
              <a:lstStyle/>
              <a:p>
                <a:pPr>
                  <a:defRPr/>
                </a:pPr>
                <a:endParaRPr lang="zh-CN" altLang="en-US">
                  <a:latin typeface="Arial" charset="0"/>
                </a:endParaRPr>
              </a:p>
            </p:txBody>
          </p:sp>
          <p:sp>
            <p:nvSpPr>
              <p:cNvPr id="48147" name="Line 19"/>
              <p:cNvSpPr>
                <a:spLocks noChangeShapeType="1"/>
              </p:cNvSpPr>
              <p:nvPr/>
            </p:nvSpPr>
            <p:spPr bwMode="auto">
              <a:xfrm flipH="1" flipV="1">
                <a:off x="6450" y="10110"/>
                <a:ext cx="3650" cy="600"/>
              </a:xfrm>
              <a:prstGeom prst="line">
                <a:avLst/>
              </a:prstGeom>
              <a:grpFill/>
              <a:ln w="9525">
                <a:solidFill>
                  <a:srgbClr val="000000"/>
                </a:solidFill>
                <a:round/>
                <a:headEnd/>
                <a:tailEnd/>
              </a:ln>
            </p:spPr>
            <p:txBody>
              <a:bodyPr/>
              <a:lstStyle/>
              <a:p>
                <a:pPr>
                  <a:defRPr/>
                </a:pPr>
                <a:endParaRPr lang="zh-CN" altLang="en-US">
                  <a:latin typeface="Arial" charset="0"/>
                </a:endParaRPr>
              </a:p>
            </p:txBody>
          </p:sp>
          <p:sp>
            <p:nvSpPr>
              <p:cNvPr id="48148" name="Freeform 20"/>
              <p:cNvSpPr>
                <a:spLocks/>
              </p:cNvSpPr>
              <p:nvPr/>
            </p:nvSpPr>
            <p:spPr bwMode="auto">
              <a:xfrm>
                <a:off x="6450" y="10620"/>
                <a:ext cx="3640" cy="190"/>
              </a:xfrm>
              <a:custGeom>
                <a:avLst/>
                <a:gdLst/>
                <a:ahLst/>
                <a:cxnLst>
                  <a:cxn ang="0">
                    <a:pos x="0" y="0"/>
                  </a:cxn>
                  <a:cxn ang="0">
                    <a:pos x="1100" y="190"/>
                  </a:cxn>
                  <a:cxn ang="0">
                    <a:pos x="3640" y="90"/>
                  </a:cxn>
                </a:cxnLst>
                <a:rect l="0" t="0" r="r" b="b"/>
                <a:pathLst>
                  <a:path w="3640" h="190">
                    <a:moveTo>
                      <a:pt x="0" y="0"/>
                    </a:moveTo>
                    <a:lnTo>
                      <a:pt x="1100" y="190"/>
                    </a:lnTo>
                    <a:lnTo>
                      <a:pt x="3640" y="90"/>
                    </a:lnTo>
                  </a:path>
                </a:pathLst>
              </a:custGeom>
              <a:grpFill/>
              <a:ln w="9525">
                <a:solidFill>
                  <a:srgbClr val="000000"/>
                </a:solidFill>
                <a:round/>
                <a:headEnd/>
                <a:tailEnd/>
              </a:ln>
            </p:spPr>
            <p:txBody>
              <a:bodyPr/>
              <a:lstStyle/>
              <a:p>
                <a:pPr>
                  <a:defRPr/>
                </a:pPr>
                <a:endParaRPr lang="zh-CN" altLang="en-US">
                  <a:latin typeface="Arial" charset="0"/>
                </a:endParaRPr>
              </a:p>
            </p:txBody>
          </p:sp>
        </p:grpSp>
        <p:sp>
          <p:nvSpPr>
            <p:cNvPr id="48149" name="Line 21"/>
            <p:cNvSpPr>
              <a:spLocks noChangeShapeType="1"/>
            </p:cNvSpPr>
            <p:nvPr/>
          </p:nvSpPr>
          <p:spPr bwMode="auto">
            <a:xfrm flipV="1">
              <a:off x="6620" y="10900"/>
              <a:ext cx="290" cy="50"/>
            </a:xfrm>
            <a:prstGeom prst="line">
              <a:avLst/>
            </a:prstGeom>
            <a:grpFill/>
            <a:ln w="6350">
              <a:solidFill>
                <a:srgbClr val="000000"/>
              </a:solidFill>
              <a:round/>
              <a:headEnd/>
              <a:tailEnd type="stealth" w="sm" len="sm"/>
            </a:ln>
          </p:spPr>
          <p:txBody>
            <a:bodyPr/>
            <a:lstStyle/>
            <a:p>
              <a:pPr>
                <a:defRPr/>
              </a:pPr>
              <a:endParaRPr lang="zh-CN" altLang="en-US">
                <a:latin typeface="Arial" charset="0"/>
              </a:endParaRPr>
            </a:p>
          </p:txBody>
        </p:sp>
        <p:sp>
          <p:nvSpPr>
            <p:cNvPr id="48150" name="Line 22"/>
            <p:cNvSpPr>
              <a:spLocks noChangeShapeType="1"/>
            </p:cNvSpPr>
            <p:nvPr/>
          </p:nvSpPr>
          <p:spPr bwMode="auto">
            <a:xfrm flipV="1">
              <a:off x="6640" y="10380"/>
              <a:ext cx="290" cy="50"/>
            </a:xfrm>
            <a:prstGeom prst="line">
              <a:avLst/>
            </a:prstGeom>
            <a:grpFill/>
            <a:ln w="6350">
              <a:solidFill>
                <a:srgbClr val="000000"/>
              </a:solidFill>
              <a:round/>
              <a:headEnd/>
              <a:tailEnd type="stealth" w="sm" len="sm"/>
            </a:ln>
          </p:spPr>
          <p:txBody>
            <a:bodyPr/>
            <a:lstStyle/>
            <a:p>
              <a:pPr>
                <a:defRPr/>
              </a:pPr>
              <a:endParaRPr lang="zh-CN" altLang="en-US">
                <a:latin typeface="Arial" charset="0"/>
              </a:endParaRPr>
            </a:p>
          </p:txBody>
        </p:sp>
        <p:sp>
          <p:nvSpPr>
            <p:cNvPr id="48151" name="Line 23"/>
            <p:cNvSpPr>
              <a:spLocks noChangeShapeType="1"/>
            </p:cNvSpPr>
            <p:nvPr/>
          </p:nvSpPr>
          <p:spPr bwMode="auto">
            <a:xfrm flipV="1">
              <a:off x="6620" y="9870"/>
              <a:ext cx="290" cy="50"/>
            </a:xfrm>
            <a:prstGeom prst="line">
              <a:avLst/>
            </a:prstGeom>
            <a:grpFill/>
            <a:ln w="6350">
              <a:solidFill>
                <a:srgbClr val="000000"/>
              </a:solidFill>
              <a:round/>
              <a:headEnd/>
              <a:tailEnd type="stealth" w="sm" len="sm"/>
            </a:ln>
          </p:spPr>
          <p:txBody>
            <a:bodyPr/>
            <a:lstStyle/>
            <a:p>
              <a:pPr>
                <a:defRPr/>
              </a:pPr>
              <a:endParaRPr lang="zh-CN" altLang="en-US">
                <a:latin typeface="Arial" charset="0"/>
              </a:endParaRPr>
            </a:p>
          </p:txBody>
        </p:sp>
        <p:sp>
          <p:nvSpPr>
            <p:cNvPr id="48152" name="Line 24"/>
            <p:cNvSpPr>
              <a:spLocks noChangeShapeType="1"/>
            </p:cNvSpPr>
            <p:nvPr/>
          </p:nvSpPr>
          <p:spPr bwMode="auto">
            <a:xfrm>
              <a:off x="8430" y="9800"/>
              <a:ext cx="306" cy="10"/>
            </a:xfrm>
            <a:prstGeom prst="line">
              <a:avLst/>
            </a:prstGeom>
            <a:grpFill/>
            <a:ln w="6350">
              <a:solidFill>
                <a:srgbClr val="000000"/>
              </a:solidFill>
              <a:round/>
              <a:headEnd/>
              <a:tailEnd type="stealth" w="sm" len="sm"/>
            </a:ln>
          </p:spPr>
          <p:txBody>
            <a:bodyPr/>
            <a:lstStyle/>
            <a:p>
              <a:pPr>
                <a:defRPr/>
              </a:pPr>
              <a:endParaRPr lang="zh-CN" altLang="en-US">
                <a:latin typeface="Arial" charset="0"/>
              </a:endParaRPr>
            </a:p>
          </p:txBody>
        </p:sp>
        <p:sp>
          <p:nvSpPr>
            <p:cNvPr id="48153" name="Line 25"/>
            <p:cNvSpPr>
              <a:spLocks noChangeShapeType="1"/>
            </p:cNvSpPr>
            <p:nvPr/>
          </p:nvSpPr>
          <p:spPr bwMode="auto">
            <a:xfrm flipV="1">
              <a:off x="8793" y="10032"/>
              <a:ext cx="258" cy="41"/>
            </a:xfrm>
            <a:prstGeom prst="line">
              <a:avLst/>
            </a:prstGeom>
            <a:grpFill/>
            <a:ln w="6350">
              <a:solidFill>
                <a:srgbClr val="000000"/>
              </a:solidFill>
              <a:round/>
              <a:headEnd/>
              <a:tailEnd type="stealth" w="sm" len="sm"/>
            </a:ln>
          </p:spPr>
          <p:txBody>
            <a:bodyPr/>
            <a:lstStyle/>
            <a:p>
              <a:pPr>
                <a:defRPr/>
              </a:pPr>
              <a:endParaRPr lang="zh-CN" altLang="en-US">
                <a:latin typeface="Arial" charset="0"/>
              </a:endParaRPr>
            </a:p>
          </p:txBody>
        </p:sp>
        <p:sp>
          <p:nvSpPr>
            <p:cNvPr id="48154" name="Line 26"/>
            <p:cNvSpPr>
              <a:spLocks noChangeShapeType="1"/>
            </p:cNvSpPr>
            <p:nvPr/>
          </p:nvSpPr>
          <p:spPr bwMode="auto">
            <a:xfrm flipV="1">
              <a:off x="9150" y="10107"/>
              <a:ext cx="240" cy="89"/>
            </a:xfrm>
            <a:prstGeom prst="line">
              <a:avLst/>
            </a:prstGeom>
            <a:grpFill/>
            <a:ln w="6350">
              <a:solidFill>
                <a:srgbClr val="000000"/>
              </a:solidFill>
              <a:round/>
              <a:headEnd/>
              <a:tailEnd type="stealth" w="sm" len="sm"/>
            </a:ln>
          </p:spPr>
          <p:txBody>
            <a:bodyPr/>
            <a:lstStyle/>
            <a:p>
              <a:pPr>
                <a:defRPr/>
              </a:pPr>
              <a:endParaRPr lang="zh-CN" altLang="en-US">
                <a:latin typeface="Arial" charset="0"/>
              </a:endParaRPr>
            </a:p>
          </p:txBody>
        </p:sp>
        <p:sp>
          <p:nvSpPr>
            <p:cNvPr id="48155" name="Line 27"/>
            <p:cNvSpPr>
              <a:spLocks noChangeShapeType="1"/>
            </p:cNvSpPr>
            <p:nvPr/>
          </p:nvSpPr>
          <p:spPr bwMode="auto">
            <a:xfrm>
              <a:off x="7535" y="11055"/>
              <a:ext cx="0" cy="215"/>
            </a:xfrm>
            <a:prstGeom prst="line">
              <a:avLst/>
            </a:prstGeom>
            <a:grpFill/>
            <a:ln w="6350">
              <a:solidFill>
                <a:srgbClr val="000000"/>
              </a:solidFill>
              <a:round/>
              <a:headEnd/>
              <a:tailEnd/>
            </a:ln>
          </p:spPr>
          <p:txBody>
            <a:bodyPr/>
            <a:lstStyle/>
            <a:p>
              <a:pPr>
                <a:defRPr/>
              </a:pPr>
              <a:endParaRPr lang="zh-CN" altLang="en-US">
                <a:latin typeface="Arial" charset="0"/>
              </a:endParaRPr>
            </a:p>
          </p:txBody>
        </p:sp>
        <p:sp>
          <p:nvSpPr>
            <p:cNvPr id="48156" name="Line 28"/>
            <p:cNvSpPr>
              <a:spLocks noChangeShapeType="1"/>
            </p:cNvSpPr>
            <p:nvPr/>
          </p:nvSpPr>
          <p:spPr bwMode="auto">
            <a:xfrm>
              <a:off x="10100" y="11060"/>
              <a:ext cx="0" cy="215"/>
            </a:xfrm>
            <a:prstGeom prst="line">
              <a:avLst/>
            </a:prstGeom>
            <a:grpFill/>
            <a:ln w="6350">
              <a:solidFill>
                <a:srgbClr val="000000"/>
              </a:solidFill>
              <a:round/>
              <a:headEnd/>
              <a:tailEnd/>
            </a:ln>
          </p:spPr>
          <p:txBody>
            <a:bodyPr/>
            <a:lstStyle/>
            <a:p>
              <a:pPr>
                <a:defRPr/>
              </a:pPr>
              <a:endParaRPr lang="zh-CN" altLang="en-US">
                <a:latin typeface="Arial" charset="0"/>
              </a:endParaRPr>
            </a:p>
          </p:txBody>
        </p:sp>
        <p:sp>
          <p:nvSpPr>
            <p:cNvPr id="48157" name="Line 29"/>
            <p:cNvSpPr>
              <a:spLocks noChangeShapeType="1"/>
            </p:cNvSpPr>
            <p:nvPr/>
          </p:nvSpPr>
          <p:spPr bwMode="auto">
            <a:xfrm>
              <a:off x="7540" y="11203"/>
              <a:ext cx="2560" cy="0"/>
            </a:xfrm>
            <a:prstGeom prst="line">
              <a:avLst/>
            </a:prstGeom>
            <a:grpFill/>
            <a:ln w="6350">
              <a:solidFill>
                <a:srgbClr val="000000"/>
              </a:solidFill>
              <a:round/>
              <a:headEnd type="stealth" w="sm" len="sm"/>
              <a:tailEnd type="stealth" w="sm" len="sm"/>
            </a:ln>
          </p:spPr>
          <p:txBody>
            <a:bodyPr/>
            <a:lstStyle/>
            <a:p>
              <a:pPr>
                <a:defRPr/>
              </a:pPr>
              <a:endParaRPr lang="zh-CN" altLang="en-US">
                <a:latin typeface="Arial" charset="0"/>
              </a:endParaRPr>
            </a:p>
          </p:txBody>
        </p:sp>
        <p:sp>
          <p:nvSpPr>
            <p:cNvPr id="48158" name="Text Box 30"/>
            <p:cNvSpPr txBox="1">
              <a:spLocks noChangeArrowheads="1"/>
            </p:cNvSpPr>
            <p:nvPr/>
          </p:nvSpPr>
          <p:spPr bwMode="auto">
            <a:xfrm>
              <a:off x="8450" y="10870"/>
              <a:ext cx="685" cy="505"/>
            </a:xfrm>
            <a:prstGeom prst="rect">
              <a:avLst/>
            </a:prstGeom>
            <a:grpFill/>
            <a:ln w="9525">
              <a:noFill/>
              <a:miter lim="800000"/>
              <a:headEnd/>
              <a:tailEnd/>
            </a:ln>
          </p:spPr>
          <p:txBody>
            <a:bodyPr/>
            <a:lstStyle/>
            <a:p>
              <a:pPr algn="just">
                <a:defRPr/>
              </a:pPr>
              <a:r>
                <a:rPr lang="en-US" altLang="zh-CN" sz="1000">
                  <a:latin typeface="Calibri" pitchFamily="34" charset="0"/>
                </a:rPr>
                <a:t>  </a:t>
              </a:r>
              <a:endParaRPr lang="zh-CN" altLang="zh-CN"/>
            </a:p>
          </p:txBody>
        </p:sp>
        <p:sp>
          <p:nvSpPr>
            <p:cNvPr id="48159" name="Line 31"/>
            <p:cNvSpPr>
              <a:spLocks noChangeShapeType="1"/>
            </p:cNvSpPr>
            <p:nvPr/>
          </p:nvSpPr>
          <p:spPr bwMode="auto">
            <a:xfrm>
              <a:off x="10160" y="9850"/>
              <a:ext cx="260" cy="0"/>
            </a:xfrm>
            <a:prstGeom prst="line">
              <a:avLst/>
            </a:prstGeom>
            <a:grpFill/>
            <a:ln w="6350">
              <a:solidFill>
                <a:srgbClr val="000000"/>
              </a:solidFill>
              <a:round/>
              <a:headEnd/>
              <a:tailEnd/>
            </a:ln>
          </p:spPr>
          <p:txBody>
            <a:bodyPr/>
            <a:lstStyle/>
            <a:p>
              <a:pPr>
                <a:defRPr/>
              </a:pPr>
              <a:endParaRPr lang="zh-CN" altLang="en-US">
                <a:latin typeface="Arial" charset="0"/>
              </a:endParaRPr>
            </a:p>
          </p:txBody>
        </p:sp>
        <p:sp>
          <p:nvSpPr>
            <p:cNvPr id="48160" name="Line 32"/>
            <p:cNvSpPr>
              <a:spLocks noChangeShapeType="1"/>
            </p:cNvSpPr>
            <p:nvPr/>
          </p:nvSpPr>
          <p:spPr bwMode="auto">
            <a:xfrm>
              <a:off x="10165" y="10715"/>
              <a:ext cx="285" cy="0"/>
            </a:xfrm>
            <a:prstGeom prst="line">
              <a:avLst/>
            </a:prstGeom>
            <a:grpFill/>
            <a:ln w="6350">
              <a:solidFill>
                <a:srgbClr val="000000"/>
              </a:solidFill>
              <a:round/>
              <a:headEnd/>
              <a:tailEnd/>
            </a:ln>
          </p:spPr>
          <p:txBody>
            <a:bodyPr/>
            <a:lstStyle/>
            <a:p>
              <a:pPr>
                <a:defRPr/>
              </a:pPr>
              <a:endParaRPr lang="zh-CN" altLang="en-US">
                <a:latin typeface="Arial" charset="0"/>
              </a:endParaRPr>
            </a:p>
          </p:txBody>
        </p:sp>
        <p:sp>
          <p:nvSpPr>
            <p:cNvPr id="48161" name="Line 33"/>
            <p:cNvSpPr>
              <a:spLocks noChangeShapeType="1"/>
            </p:cNvSpPr>
            <p:nvPr/>
          </p:nvSpPr>
          <p:spPr bwMode="auto">
            <a:xfrm>
              <a:off x="10280" y="9848"/>
              <a:ext cx="5" cy="855"/>
            </a:xfrm>
            <a:prstGeom prst="line">
              <a:avLst/>
            </a:prstGeom>
            <a:grpFill/>
            <a:ln w="6350">
              <a:solidFill>
                <a:srgbClr val="000000"/>
              </a:solidFill>
              <a:round/>
              <a:headEnd type="stealth" w="sm" len="sm"/>
              <a:tailEnd type="stealth" w="sm" len="sm"/>
            </a:ln>
          </p:spPr>
          <p:txBody>
            <a:bodyPr/>
            <a:lstStyle/>
            <a:p>
              <a:pPr>
                <a:defRPr/>
              </a:pPr>
              <a:endParaRPr lang="zh-CN" altLang="en-US">
                <a:latin typeface="Arial" charset="0"/>
              </a:endParaRPr>
            </a:p>
          </p:txBody>
        </p:sp>
        <p:sp>
          <p:nvSpPr>
            <p:cNvPr id="48162" name="Text Box 34"/>
            <p:cNvSpPr txBox="1">
              <a:spLocks noChangeArrowheads="1"/>
            </p:cNvSpPr>
            <p:nvPr/>
          </p:nvSpPr>
          <p:spPr bwMode="auto">
            <a:xfrm>
              <a:off x="10065" y="10055"/>
              <a:ext cx="800" cy="450"/>
            </a:xfrm>
            <a:prstGeom prst="rect">
              <a:avLst/>
            </a:prstGeom>
            <a:grpFill/>
            <a:ln w="9525">
              <a:noFill/>
              <a:miter lim="800000"/>
              <a:headEnd/>
              <a:tailEnd/>
            </a:ln>
          </p:spPr>
          <p:txBody>
            <a:bodyPr/>
            <a:lstStyle/>
            <a:p>
              <a:pPr algn="just">
                <a:defRPr/>
              </a:pPr>
              <a:r>
                <a:rPr lang="en-US" altLang="zh-CN" sz="1000">
                  <a:latin typeface="Calibri" pitchFamily="34" charset="0"/>
                </a:rPr>
                <a:t>  </a:t>
              </a:r>
              <a:endParaRPr lang="zh-CN" altLang="zh-CN"/>
            </a:p>
          </p:txBody>
        </p:sp>
        <p:sp>
          <p:nvSpPr>
            <p:cNvPr id="48163" name="Freeform 35"/>
            <p:cNvSpPr>
              <a:spLocks/>
            </p:cNvSpPr>
            <p:nvPr/>
          </p:nvSpPr>
          <p:spPr bwMode="auto">
            <a:xfrm>
              <a:off x="6453" y="10130"/>
              <a:ext cx="57" cy="320"/>
            </a:xfrm>
            <a:custGeom>
              <a:avLst/>
              <a:gdLst/>
              <a:ahLst/>
              <a:cxnLst>
                <a:cxn ang="0">
                  <a:pos x="47" y="0"/>
                </a:cxn>
                <a:cxn ang="0">
                  <a:pos x="2" y="160"/>
                </a:cxn>
                <a:cxn ang="0">
                  <a:pos x="57" y="320"/>
                </a:cxn>
              </a:cxnLst>
              <a:rect l="0" t="0" r="r" b="b"/>
              <a:pathLst>
                <a:path w="57" h="320">
                  <a:moveTo>
                    <a:pt x="47" y="0"/>
                  </a:moveTo>
                  <a:cubicBezTo>
                    <a:pt x="40" y="27"/>
                    <a:pt x="0" y="107"/>
                    <a:pt x="2" y="160"/>
                  </a:cubicBezTo>
                  <a:cubicBezTo>
                    <a:pt x="4" y="213"/>
                    <a:pt x="46" y="287"/>
                    <a:pt x="57" y="320"/>
                  </a:cubicBezTo>
                </a:path>
              </a:pathLst>
            </a:custGeom>
            <a:grpFill/>
            <a:ln w="6350" cmpd="sng">
              <a:solidFill>
                <a:srgbClr val="000000"/>
              </a:solidFill>
              <a:round/>
              <a:headEnd type="stealth" w="sm" len="sm"/>
              <a:tailEnd type="stealth" w="sm" len="sm"/>
            </a:ln>
          </p:spPr>
          <p:txBody>
            <a:bodyPr/>
            <a:lstStyle/>
            <a:p>
              <a:pPr>
                <a:defRPr/>
              </a:pPr>
              <a:endParaRPr lang="zh-CN" altLang="en-US">
                <a:latin typeface="Arial" charset="0"/>
              </a:endParaRPr>
            </a:p>
          </p:txBody>
        </p:sp>
        <p:sp>
          <p:nvSpPr>
            <p:cNvPr id="48164" name="Text Box 36"/>
            <p:cNvSpPr txBox="1">
              <a:spLocks noChangeArrowheads="1"/>
            </p:cNvSpPr>
            <p:nvPr/>
          </p:nvSpPr>
          <p:spPr bwMode="auto">
            <a:xfrm>
              <a:off x="5990" y="10035"/>
              <a:ext cx="685" cy="505"/>
            </a:xfrm>
            <a:prstGeom prst="rect">
              <a:avLst/>
            </a:prstGeom>
            <a:grpFill/>
            <a:ln w="9525">
              <a:noFill/>
              <a:miter lim="800000"/>
              <a:headEnd/>
              <a:tailEnd/>
            </a:ln>
          </p:spPr>
          <p:txBody>
            <a:bodyPr/>
            <a:lstStyle/>
            <a:p>
              <a:pPr algn="just">
                <a:defRPr/>
              </a:pPr>
              <a:r>
                <a:rPr lang="en-US" altLang="zh-CN" sz="1000">
                  <a:latin typeface="Calibri" pitchFamily="34" charset="0"/>
                </a:rPr>
                <a:t>  </a:t>
              </a:r>
              <a:endParaRPr lang="zh-CN" altLang="zh-CN"/>
            </a:p>
          </p:txBody>
        </p:sp>
        <p:sp>
          <p:nvSpPr>
            <p:cNvPr id="48165" name="Text Box 37"/>
            <p:cNvSpPr txBox="1">
              <a:spLocks noChangeArrowheads="1"/>
            </p:cNvSpPr>
            <p:nvPr/>
          </p:nvSpPr>
          <p:spPr bwMode="auto">
            <a:xfrm>
              <a:off x="6757" y="11408"/>
              <a:ext cx="3690" cy="450"/>
            </a:xfrm>
            <a:prstGeom prst="rect">
              <a:avLst/>
            </a:prstGeom>
            <a:grpFill/>
            <a:ln w="9525">
              <a:noFill/>
              <a:miter lim="800000"/>
              <a:headEnd/>
              <a:tailEnd/>
            </a:ln>
          </p:spPr>
          <p:txBody>
            <a:bodyPr/>
            <a:lstStyle/>
            <a:p>
              <a:pPr algn="ctr">
                <a:defRPr/>
              </a:pPr>
              <a:r>
                <a:rPr lang="zh-CN" altLang="en-US" sz="1600" dirty="0">
                  <a:latin typeface="黑体" pitchFamily="2" charset="-122"/>
                </a:rPr>
                <a:t>测量望远物镜焦距原理图</a:t>
              </a:r>
              <a:endParaRPr lang="zh-CN" sz="1600" dirty="0"/>
            </a:p>
          </p:txBody>
        </p:sp>
      </p:grpSp>
      <p:sp>
        <p:nvSpPr>
          <p:cNvPr id="11277" name="Rectangle 39"/>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1266" name="Object 38"/>
          <p:cNvGraphicFramePr>
            <a:graphicFrameLocks noChangeAspect="1"/>
          </p:cNvGraphicFramePr>
          <p:nvPr/>
        </p:nvGraphicFramePr>
        <p:xfrm>
          <a:off x="2225675" y="3514725"/>
          <a:ext cx="363538" cy="295275"/>
        </p:xfrm>
        <a:graphic>
          <a:graphicData uri="http://schemas.openxmlformats.org/presentationml/2006/ole">
            <p:oleObj spid="_x0000_s11266" name="Equation" r:id="rId3" imgW="152400" imgH="127000" progId="Equation.DSMT4">
              <p:embed/>
            </p:oleObj>
          </a:graphicData>
        </a:graphic>
      </p:graphicFrame>
      <p:sp>
        <p:nvSpPr>
          <p:cNvPr id="11278" name="Rectangle 41"/>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1267" name="Object 40"/>
          <p:cNvGraphicFramePr>
            <a:graphicFrameLocks noChangeAspect="1"/>
          </p:cNvGraphicFramePr>
          <p:nvPr/>
        </p:nvGraphicFramePr>
        <p:xfrm>
          <a:off x="5705475" y="3552825"/>
          <a:ext cx="280988" cy="247650"/>
        </p:xfrm>
        <a:graphic>
          <a:graphicData uri="http://schemas.openxmlformats.org/presentationml/2006/ole">
            <p:oleObj spid="_x0000_s11267" name="Equation" r:id="rId4" imgW="165172" imgH="139761" progId="Equation.DSMT4">
              <p:embed/>
            </p:oleObj>
          </a:graphicData>
        </a:graphic>
      </p:graphicFrame>
      <p:sp>
        <p:nvSpPr>
          <p:cNvPr id="11279" name="Rectangle 4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1268" name="Object 42"/>
          <p:cNvGraphicFramePr>
            <a:graphicFrameLocks noChangeAspect="1"/>
          </p:cNvGraphicFramePr>
          <p:nvPr/>
        </p:nvGraphicFramePr>
        <p:xfrm>
          <a:off x="4324350" y="4200525"/>
          <a:ext cx="219075" cy="252413"/>
        </p:xfrm>
        <a:graphic>
          <a:graphicData uri="http://schemas.openxmlformats.org/presentationml/2006/ole">
            <p:oleObj spid="_x0000_s11268" name="Equation" r:id="rId5" imgW="127055" imgH="139761" progId="Equation.DSMT4">
              <p:embed/>
            </p:oleObj>
          </a:graphicData>
        </a:graphic>
      </p:graphicFrame>
      <p:sp>
        <p:nvSpPr>
          <p:cNvPr id="11280" name="Rectangle 4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1269" name="Object 44"/>
          <p:cNvGraphicFramePr>
            <a:graphicFrameLocks noChangeAspect="1"/>
          </p:cNvGraphicFramePr>
          <p:nvPr/>
        </p:nvGraphicFramePr>
        <p:xfrm>
          <a:off x="6410325" y="3457575"/>
          <a:ext cx="1419225" cy="842963"/>
        </p:xfrm>
        <a:graphic>
          <a:graphicData uri="http://schemas.openxmlformats.org/presentationml/2006/ole">
            <p:oleObj spid="_x0000_s11269" name="Equation" r:id="rId6" imgW="660400" imgH="393700" progId="Equation.DSMT4">
              <p:embed/>
            </p:oleObj>
          </a:graphicData>
        </a:graphic>
      </p:graphicFrame>
      <p:graphicFrame>
        <p:nvGraphicFramePr>
          <p:cNvPr id="11270" name="Object 6"/>
          <p:cNvGraphicFramePr>
            <a:graphicFrameLocks noChangeAspect="1"/>
          </p:cNvGraphicFramePr>
          <p:nvPr/>
        </p:nvGraphicFramePr>
        <p:xfrm>
          <a:off x="3108325" y="5461000"/>
          <a:ext cx="2974975" cy="434975"/>
        </p:xfrm>
        <a:graphic>
          <a:graphicData uri="http://schemas.openxmlformats.org/presentationml/2006/ole">
            <p:oleObj spid="_x0000_s11270" name="Equation" r:id="rId7" imgW="1384200" imgH="203040" progId="Equation.DSMT4">
              <p:embed/>
            </p:oleObj>
          </a:graphicData>
        </a:graphic>
      </p:graphicFrame>
      <p:pic>
        <p:nvPicPr>
          <p:cNvPr id="11281" name="Picture 19"/>
          <p:cNvPicPr>
            <a:picLocks noChangeAspect="1" noChangeArrowheads="1"/>
          </p:cNvPicPr>
          <p:nvPr/>
        </p:nvPicPr>
        <p:blipFill>
          <a:blip r:embed="rId8"/>
          <a:srcRect/>
          <a:stretch>
            <a:fillRect/>
          </a:stretch>
        </p:blipFill>
        <p:spPr bwMode="auto">
          <a:xfrm>
            <a:off x="990600" y="280988"/>
            <a:ext cx="7324725" cy="6076950"/>
          </a:xfrm>
          <a:prstGeom prst="rect">
            <a:avLst/>
          </a:prstGeom>
          <a:noFill/>
          <a:ln w="9525">
            <a:noFill/>
            <a:miter lim="800000"/>
            <a:headEnd/>
            <a:tailEnd/>
          </a:ln>
        </p:spPr>
      </p:pic>
    </p:spTree>
  </p:cSld>
  <p:clrMapOvr>
    <a:masterClrMapping/>
  </p:clrMapOvr>
  <p:transition>
    <p:circl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日期占位符 4"/>
          <p:cNvSpPr>
            <a:spLocks noGrp="1"/>
          </p:cNvSpPr>
          <p:nvPr>
            <p:ph type="dt" sz="quarter" idx="10"/>
          </p:nvPr>
        </p:nvSpPr>
        <p:spPr>
          <a:noFill/>
        </p:spPr>
        <p:txBody>
          <a:bodyPr/>
          <a:lstStyle/>
          <a:p>
            <a:fld id="{28E34D66-147A-43D5-9996-61244F927436}" type="datetime1">
              <a:rPr lang="zh-CN" altLang="en-US" smtClean="0">
                <a:latin typeface="Arial" pitchFamily="34" charset="0"/>
              </a:rPr>
              <a:pPr/>
              <a:t>2017/3/5</a:t>
            </a:fld>
            <a:endParaRPr lang="en-US" altLang="zh-CN" smtClean="0">
              <a:latin typeface="Arial" pitchFamily="34" charset="0"/>
            </a:endParaRPr>
          </a:p>
        </p:txBody>
      </p:sp>
      <p:sp>
        <p:nvSpPr>
          <p:cNvPr id="12292" name="灯片编号占位符 6"/>
          <p:cNvSpPr>
            <a:spLocks noGrp="1"/>
          </p:cNvSpPr>
          <p:nvPr>
            <p:ph type="sldNum" sz="quarter" idx="12"/>
          </p:nvPr>
        </p:nvSpPr>
        <p:spPr>
          <a:noFill/>
        </p:spPr>
        <p:txBody>
          <a:bodyPr/>
          <a:lstStyle/>
          <a:p>
            <a:fld id="{B864C25C-84D8-43CE-9973-1F776591A303}" type="slidenum">
              <a:rPr lang="en-US" altLang="zh-CN" smtClean="0">
                <a:latin typeface="Arial" pitchFamily="34" charset="0"/>
              </a:rPr>
              <a:pPr/>
              <a:t>31</a:t>
            </a:fld>
            <a:endParaRPr lang="en-US" altLang="zh-CN" smtClean="0">
              <a:latin typeface="Arial" pitchFamily="34" charset="0"/>
            </a:endParaRPr>
          </a:p>
        </p:txBody>
      </p:sp>
      <p:sp>
        <p:nvSpPr>
          <p:cNvPr id="432131" name="Rectangle 3"/>
          <p:cNvSpPr>
            <a:spLocks noGrp="1" noRot="1" noChangeArrowheads="1"/>
          </p:cNvSpPr>
          <p:nvPr>
            <p:ph type="body" sz="half" idx="1"/>
          </p:nvPr>
        </p:nvSpPr>
        <p:spPr>
          <a:xfrm>
            <a:off x="0" y="1216025"/>
            <a:ext cx="8893175" cy="5341938"/>
          </a:xfrm>
        </p:spPr>
        <p:txBody>
          <a:bodyPr/>
          <a:lstStyle/>
          <a:p>
            <a:pPr marL="714375" eaLnBrk="1" hangingPunct="1">
              <a:lnSpc>
                <a:spcPct val="90000"/>
              </a:lnSpc>
              <a:buFont typeface="Wingdings" pitchFamily="2" charset="2"/>
              <a:buNone/>
              <a:defRPr/>
            </a:pPr>
            <a:r>
              <a:rPr lang="en-US" altLang="zh-CN" dirty="0" smtClean="0">
                <a:latin typeface="Times New Roman" pitchFamily="18" charset="0"/>
                <a:ea typeface="黑体" pitchFamily="2" charset="-122"/>
              </a:rPr>
              <a:t>6</a:t>
            </a:r>
            <a:r>
              <a:rPr lang="zh-CN" altLang="en-US" dirty="0" smtClean="0">
                <a:latin typeface="Times New Roman" pitchFamily="18" charset="0"/>
                <a:ea typeface="黑体" pitchFamily="2" charset="-122"/>
              </a:rPr>
              <a:t>．</a:t>
            </a:r>
            <a:r>
              <a:rPr lang="zh-CN" altLang="en-US" dirty="0" smtClean="0">
                <a:solidFill>
                  <a:srgbClr val="FF0000"/>
                </a:solidFill>
                <a:latin typeface="Times New Roman" pitchFamily="18" charset="0"/>
                <a:ea typeface="黑体" pitchFamily="2" charset="-122"/>
              </a:rPr>
              <a:t>有效数字</a:t>
            </a:r>
          </a:p>
          <a:p>
            <a:pPr marL="714375" eaLnBrk="1" hangingPunct="1">
              <a:lnSpc>
                <a:spcPct val="90000"/>
              </a:lnSpc>
              <a:buFont typeface="Wingdings" pitchFamily="2" charset="2"/>
              <a:buNone/>
              <a:defRPr/>
            </a:pPr>
            <a:r>
              <a:rPr lang="en-US" altLang="zh-CN" dirty="0" smtClean="0">
                <a:latin typeface="Times New Roman" pitchFamily="18" charset="0"/>
                <a:ea typeface="黑体" pitchFamily="2" charset="-122"/>
              </a:rPr>
              <a:t>1</a:t>
            </a:r>
            <a:r>
              <a:rPr lang="zh-CN" altLang="en-US" dirty="0" smtClean="0">
                <a:latin typeface="Times New Roman" pitchFamily="18" charset="0"/>
                <a:ea typeface="黑体" pitchFamily="2" charset="-122"/>
              </a:rPr>
              <a:t>）有效数字</a:t>
            </a:r>
          </a:p>
          <a:p>
            <a:pPr marL="714375" eaLnBrk="1" hangingPunct="1">
              <a:lnSpc>
                <a:spcPct val="90000"/>
              </a:lnSpc>
              <a:defRPr/>
            </a:pPr>
            <a:r>
              <a:rPr lang="zh-CN" altLang="en-US" dirty="0" smtClean="0">
                <a:latin typeface="Times New Roman" pitchFamily="18" charset="0"/>
                <a:ea typeface="黑体" pitchFamily="2" charset="-122"/>
              </a:rPr>
              <a:t>如果测量结果</a:t>
            </a:r>
            <a:r>
              <a:rPr lang="en-US" altLang="zh-CN" i="1" dirty="0" smtClean="0">
                <a:latin typeface="Times New Roman" pitchFamily="18" charset="0"/>
                <a:ea typeface="黑体" pitchFamily="2" charset="-122"/>
              </a:rPr>
              <a:t>L</a:t>
            </a:r>
            <a:r>
              <a:rPr lang="zh-CN" altLang="en-US" dirty="0" smtClean="0">
                <a:latin typeface="Times New Roman" pitchFamily="18" charset="0"/>
                <a:ea typeface="黑体" pitchFamily="2" charset="-122"/>
              </a:rPr>
              <a:t>的极限误差是某一位上的半个单位，自该位到</a:t>
            </a:r>
            <a:r>
              <a:rPr lang="en-US" altLang="zh-CN" i="1" dirty="0" smtClean="0">
                <a:latin typeface="Times New Roman" pitchFamily="18" charset="0"/>
                <a:ea typeface="黑体" pitchFamily="2" charset="-122"/>
              </a:rPr>
              <a:t>L</a:t>
            </a:r>
            <a:r>
              <a:rPr lang="zh-CN" altLang="en-US" dirty="0" smtClean="0">
                <a:latin typeface="Times New Roman" pitchFamily="18" charset="0"/>
                <a:ea typeface="黑体" pitchFamily="2" charset="-122"/>
              </a:rPr>
              <a:t>的左起第一个非零数字一共有</a:t>
            </a:r>
            <a:r>
              <a:rPr lang="en-US" altLang="zh-CN" i="1" dirty="0" smtClean="0">
                <a:latin typeface="Times New Roman" pitchFamily="18" charset="0"/>
                <a:ea typeface="黑体" pitchFamily="2" charset="-122"/>
              </a:rPr>
              <a:t>n</a:t>
            </a:r>
            <a:r>
              <a:rPr lang="zh-CN" altLang="en-US" dirty="0" smtClean="0">
                <a:latin typeface="Times New Roman" pitchFamily="18" charset="0"/>
                <a:ea typeface="黑体" pitchFamily="2" charset="-122"/>
              </a:rPr>
              <a:t>位，那么</a:t>
            </a:r>
            <a:r>
              <a:rPr lang="en-US" altLang="zh-CN" i="1" dirty="0" smtClean="0">
                <a:latin typeface="Times New Roman" pitchFamily="18" charset="0"/>
                <a:ea typeface="黑体" pitchFamily="2" charset="-122"/>
              </a:rPr>
              <a:t>L</a:t>
            </a:r>
            <a:r>
              <a:rPr lang="zh-CN" altLang="en-US" dirty="0" smtClean="0">
                <a:latin typeface="Times New Roman" pitchFamily="18" charset="0"/>
                <a:ea typeface="黑体" pitchFamily="2" charset="-122"/>
              </a:rPr>
              <a:t>就有</a:t>
            </a:r>
            <a:r>
              <a:rPr lang="en-US" altLang="zh-CN" i="1" dirty="0" smtClean="0">
                <a:latin typeface="Times New Roman" pitchFamily="18" charset="0"/>
                <a:ea typeface="黑体" pitchFamily="2" charset="-122"/>
              </a:rPr>
              <a:t>n</a:t>
            </a:r>
            <a:r>
              <a:rPr lang="zh-CN" altLang="en-US" dirty="0" smtClean="0">
                <a:latin typeface="Times New Roman" pitchFamily="18" charset="0"/>
                <a:ea typeface="黑体" pitchFamily="2" charset="-122"/>
              </a:rPr>
              <a:t>位有效数字。例如，</a:t>
            </a:r>
            <a:r>
              <a:rPr lang="en-US" altLang="zh-CN" dirty="0" smtClean="0">
                <a:latin typeface="Times New Roman" pitchFamily="18" charset="0"/>
                <a:ea typeface="黑体" pitchFamily="2" charset="-122"/>
              </a:rPr>
              <a:t>0.618</a:t>
            </a:r>
            <a:r>
              <a:rPr lang="zh-CN" altLang="en-US" dirty="0" smtClean="0">
                <a:latin typeface="Times New Roman" pitchFamily="18" charset="0"/>
                <a:ea typeface="黑体" pitchFamily="2" charset="-122"/>
              </a:rPr>
              <a:t>（三位有效数字），</a:t>
            </a:r>
            <a:r>
              <a:rPr lang="en-US" altLang="zh-CN" dirty="0" smtClean="0">
                <a:latin typeface="Times New Roman" pitchFamily="18" charset="0"/>
                <a:ea typeface="黑体" pitchFamily="2" charset="-122"/>
              </a:rPr>
              <a:t>350.60</a:t>
            </a:r>
            <a:r>
              <a:rPr lang="zh-CN" altLang="en-US" dirty="0" smtClean="0">
                <a:latin typeface="Times New Roman" pitchFamily="18" charset="0"/>
                <a:ea typeface="黑体" pitchFamily="2" charset="-122"/>
              </a:rPr>
              <a:t>（五位），</a:t>
            </a:r>
            <a:r>
              <a:rPr lang="en-US" altLang="zh-CN" dirty="0" smtClean="0">
                <a:latin typeface="Times New Roman" pitchFamily="18" charset="0"/>
                <a:ea typeface="黑体" pitchFamily="2" charset="-122"/>
              </a:rPr>
              <a:t>1.20×10</a:t>
            </a:r>
            <a:r>
              <a:rPr lang="en-US" altLang="zh-CN" baseline="30000" dirty="0" smtClean="0">
                <a:latin typeface="Times New Roman" pitchFamily="18" charset="0"/>
                <a:ea typeface="黑体" pitchFamily="2" charset="-122"/>
              </a:rPr>
              <a:t>3</a:t>
            </a:r>
            <a:r>
              <a:rPr lang="zh-CN" altLang="en-US" dirty="0" smtClean="0">
                <a:latin typeface="Times New Roman" pitchFamily="18" charset="0"/>
                <a:ea typeface="黑体" pitchFamily="2" charset="-122"/>
              </a:rPr>
              <a:t>（三位），</a:t>
            </a:r>
            <a:r>
              <a:rPr lang="en-US" altLang="zh-CN" dirty="0" smtClean="0">
                <a:latin typeface="Times New Roman" pitchFamily="18" charset="0"/>
                <a:ea typeface="黑体" pitchFamily="2" charset="-122"/>
              </a:rPr>
              <a:t>1.2×10</a:t>
            </a:r>
            <a:r>
              <a:rPr lang="en-US" altLang="zh-CN" baseline="30000" dirty="0" smtClean="0">
                <a:latin typeface="Times New Roman" pitchFamily="18" charset="0"/>
                <a:ea typeface="黑体" pitchFamily="2" charset="-122"/>
              </a:rPr>
              <a:t>3</a:t>
            </a:r>
            <a:r>
              <a:rPr lang="zh-CN" altLang="en-US" dirty="0" smtClean="0">
                <a:latin typeface="Times New Roman" pitchFamily="18" charset="0"/>
                <a:ea typeface="黑体" pitchFamily="2" charset="-122"/>
              </a:rPr>
              <a:t>（二位）。</a:t>
            </a:r>
          </a:p>
          <a:p>
            <a:pPr marL="714375" eaLnBrk="1" hangingPunct="1">
              <a:lnSpc>
                <a:spcPct val="90000"/>
              </a:lnSpc>
              <a:defRPr/>
            </a:pPr>
            <a:r>
              <a:rPr lang="zh-CN" altLang="en-US" dirty="0" smtClean="0">
                <a:latin typeface="Times New Roman" pitchFamily="18" charset="0"/>
                <a:ea typeface="黑体" pitchFamily="2" charset="-122"/>
              </a:rPr>
              <a:t>下面几条规则是经常用到的，应予注意：</a:t>
            </a:r>
          </a:p>
          <a:p>
            <a:pPr marL="1179513" lvl="1" eaLnBrk="1" hangingPunct="1">
              <a:lnSpc>
                <a:spcPct val="130000"/>
              </a:lnSpc>
              <a:defRPr/>
            </a:pPr>
            <a:r>
              <a:rPr lang="zh-CN" altLang="en-US" dirty="0" smtClean="0">
                <a:latin typeface="Times New Roman" pitchFamily="18" charset="0"/>
                <a:ea typeface="黑体" pitchFamily="2" charset="-122"/>
              </a:rPr>
              <a:t>一切表示误差或精度的数字，一般保留一位，最多保留二位有效数字。</a:t>
            </a:r>
          </a:p>
          <a:p>
            <a:pPr marL="1179513" lvl="1" eaLnBrk="1" hangingPunct="1">
              <a:lnSpc>
                <a:spcPct val="130000"/>
              </a:lnSpc>
              <a:defRPr/>
            </a:pPr>
            <a:r>
              <a:rPr lang="zh-CN" altLang="en-US" dirty="0" smtClean="0">
                <a:latin typeface="Times New Roman" pitchFamily="18" charset="0"/>
                <a:ea typeface="黑体" pitchFamily="2" charset="-122"/>
              </a:rPr>
              <a:t>测量结果数据的位数，应与结果的误差的位数相适应。如算出值为</a:t>
            </a:r>
            <a:r>
              <a:rPr lang="en-US" altLang="zh-CN" dirty="0" smtClean="0">
                <a:latin typeface="Times New Roman" pitchFamily="18" charset="0"/>
                <a:ea typeface="黑体" pitchFamily="2" charset="-122"/>
              </a:rPr>
              <a:t>202.025</a:t>
            </a:r>
            <a:r>
              <a:rPr lang="en-US" altLang="zh-CN" dirty="0" smtClean="0">
                <a:latin typeface="Times New Roman" pitchFamily="18" charset="0"/>
                <a:ea typeface="黑体" pitchFamily="2" charset="-122"/>
                <a:cs typeface="Times New Roman" pitchFamily="18" charset="0"/>
              </a:rPr>
              <a:t>±</a:t>
            </a:r>
            <a:r>
              <a:rPr lang="en-US" altLang="zh-CN" dirty="0" smtClean="0">
                <a:latin typeface="Times New Roman" pitchFamily="18" charset="0"/>
                <a:ea typeface="黑体" pitchFamily="2" charset="-122"/>
              </a:rPr>
              <a:t>0.114mm</a:t>
            </a:r>
            <a:r>
              <a:rPr lang="zh-CN" altLang="en-US" dirty="0" smtClean="0">
                <a:latin typeface="Times New Roman" pitchFamily="18" charset="0"/>
                <a:ea typeface="黑体" pitchFamily="2" charset="-122"/>
              </a:rPr>
              <a:t>，结果应写为</a:t>
            </a:r>
            <a:r>
              <a:rPr lang="en-US" altLang="zh-CN" dirty="0" smtClean="0">
                <a:latin typeface="Times New Roman" pitchFamily="18" charset="0"/>
                <a:ea typeface="黑体" pitchFamily="2" charset="-122"/>
              </a:rPr>
              <a:t>202.0±0.1mm</a:t>
            </a:r>
            <a:r>
              <a:rPr lang="zh-CN" altLang="en-US" dirty="0" smtClean="0">
                <a:latin typeface="Times New Roman" pitchFamily="18" charset="0"/>
                <a:ea typeface="黑体" pitchFamily="2" charset="-122"/>
              </a:rPr>
              <a:t>。</a:t>
            </a:r>
          </a:p>
          <a:p>
            <a:pPr marL="1179513" lvl="1" eaLnBrk="1" hangingPunct="1">
              <a:lnSpc>
                <a:spcPct val="130000"/>
              </a:lnSpc>
              <a:defRPr/>
            </a:pPr>
            <a:r>
              <a:rPr lang="zh-CN" altLang="en-US" dirty="0" smtClean="0">
                <a:latin typeface="Times New Roman" pitchFamily="18" charset="0"/>
                <a:ea typeface="黑体" pitchFamily="2" charset="-122"/>
              </a:rPr>
              <a:t>       、</a:t>
            </a:r>
            <a:r>
              <a:rPr lang="en-US" altLang="zh-CN" dirty="0" smtClean="0">
                <a:latin typeface="Times New Roman" pitchFamily="18" charset="0"/>
                <a:ea typeface="黑体" pitchFamily="2" charset="-122"/>
              </a:rPr>
              <a:t>1/3</a:t>
            </a:r>
            <a:r>
              <a:rPr lang="zh-CN" altLang="en-US" dirty="0" smtClean="0">
                <a:latin typeface="Times New Roman" pitchFamily="18" charset="0"/>
                <a:ea typeface="黑体" pitchFamily="2" charset="-122"/>
              </a:rPr>
              <a:t>、</a:t>
            </a:r>
            <a:r>
              <a:rPr lang="el-GR" altLang="zh-CN" dirty="0" smtClean="0">
                <a:latin typeface="Times New Roman" pitchFamily="18" charset="0"/>
                <a:ea typeface="黑体" pitchFamily="2" charset="-122"/>
              </a:rPr>
              <a:t>π</a:t>
            </a:r>
            <a:r>
              <a:rPr lang="zh-CN" altLang="en-US" dirty="0" smtClean="0">
                <a:latin typeface="Times New Roman" pitchFamily="18" charset="0"/>
                <a:ea typeface="黑体" pitchFamily="2" charset="-122"/>
              </a:rPr>
              <a:t>、</a:t>
            </a:r>
            <a:r>
              <a:rPr lang="en-US" altLang="zh-CN" dirty="0" smtClean="0">
                <a:latin typeface="Times New Roman" pitchFamily="18" charset="0"/>
                <a:ea typeface="黑体" pitchFamily="2" charset="-122"/>
              </a:rPr>
              <a:t>sin5˚</a:t>
            </a:r>
            <a:r>
              <a:rPr lang="zh-CN" altLang="en-US" dirty="0" smtClean="0">
                <a:latin typeface="Times New Roman" pitchFamily="18" charset="0"/>
                <a:ea typeface="黑体" pitchFamily="2" charset="-122"/>
              </a:rPr>
              <a:t>等这类数的有效位数可认为无限，测量结果中不应出现这类数。</a:t>
            </a:r>
          </a:p>
        </p:txBody>
      </p:sp>
      <p:sp>
        <p:nvSpPr>
          <p:cNvPr id="12294"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12295" name="Rectangle 5"/>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2290" name="Object 6"/>
          <p:cNvGraphicFramePr>
            <a:graphicFrameLocks noChangeAspect="1"/>
          </p:cNvGraphicFramePr>
          <p:nvPr>
            <p:ph sz="half" idx="2"/>
          </p:nvPr>
        </p:nvGraphicFramePr>
        <p:xfrm>
          <a:off x="1235075" y="5568950"/>
          <a:ext cx="403225" cy="361950"/>
        </p:xfrm>
        <a:graphic>
          <a:graphicData uri="http://schemas.openxmlformats.org/presentationml/2006/ole">
            <p:oleObj spid="_x0000_s12290" name="公式" r:id="rId3" imgW="241200" imgH="215640" progId="Equation.3">
              <p:embed/>
            </p:oleObj>
          </a:graphicData>
        </a:graphic>
      </p:graphicFrame>
      <p:sp>
        <p:nvSpPr>
          <p:cNvPr id="10"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测量数据的处理</a:t>
            </a:r>
          </a:p>
        </p:txBody>
      </p:sp>
    </p:spTree>
  </p:cSld>
  <p:clrMapOvr>
    <a:masterClrMapping/>
  </p:clrMapOvr>
  <p:transition>
    <p:circl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占位符 4"/>
          <p:cNvSpPr>
            <a:spLocks noGrp="1"/>
          </p:cNvSpPr>
          <p:nvPr>
            <p:ph type="dt" sz="quarter" idx="10"/>
          </p:nvPr>
        </p:nvSpPr>
        <p:spPr>
          <a:noFill/>
        </p:spPr>
        <p:txBody>
          <a:bodyPr/>
          <a:lstStyle/>
          <a:p>
            <a:fld id="{E17D56B6-28B3-45EF-9434-6E786ED0A75C}" type="datetime1">
              <a:rPr lang="zh-CN" altLang="en-US" smtClean="0">
                <a:latin typeface="Arial" pitchFamily="34" charset="0"/>
              </a:rPr>
              <a:pPr/>
              <a:t>2017/3/5</a:t>
            </a:fld>
            <a:endParaRPr lang="en-US" altLang="zh-CN" smtClean="0">
              <a:latin typeface="Arial" pitchFamily="34" charset="0"/>
            </a:endParaRPr>
          </a:p>
        </p:txBody>
      </p:sp>
      <p:sp>
        <p:nvSpPr>
          <p:cNvPr id="34819" name="灯片编号占位符 6"/>
          <p:cNvSpPr>
            <a:spLocks noGrp="1"/>
          </p:cNvSpPr>
          <p:nvPr>
            <p:ph type="sldNum" sz="quarter" idx="12"/>
          </p:nvPr>
        </p:nvSpPr>
        <p:spPr>
          <a:noFill/>
        </p:spPr>
        <p:txBody>
          <a:bodyPr/>
          <a:lstStyle/>
          <a:p>
            <a:fld id="{37D1B5C9-79C3-4D5C-9341-D6C3F3E17DCC}" type="slidenum">
              <a:rPr lang="en-US" altLang="zh-CN" smtClean="0">
                <a:latin typeface="Arial" pitchFamily="34" charset="0"/>
              </a:rPr>
              <a:pPr/>
              <a:t>32</a:t>
            </a:fld>
            <a:endParaRPr lang="en-US" altLang="zh-CN" smtClean="0">
              <a:latin typeface="Arial" pitchFamily="34" charset="0"/>
            </a:endParaRPr>
          </a:p>
        </p:txBody>
      </p:sp>
      <p:sp>
        <p:nvSpPr>
          <p:cNvPr id="433155" name="Rectangle 3"/>
          <p:cNvSpPr>
            <a:spLocks noGrp="1" noRot="1" noChangeArrowheads="1"/>
          </p:cNvSpPr>
          <p:nvPr>
            <p:ph type="body" sz="half" idx="1"/>
          </p:nvPr>
        </p:nvSpPr>
        <p:spPr>
          <a:xfrm>
            <a:off x="0" y="1601788"/>
            <a:ext cx="8893175" cy="4899025"/>
          </a:xfrm>
        </p:spPr>
        <p:txBody>
          <a:bodyPr/>
          <a:lstStyle/>
          <a:p>
            <a:pPr marL="714375" eaLnBrk="1" hangingPunct="1">
              <a:buFont typeface="Wingdings" pitchFamily="2" charset="2"/>
              <a:buNone/>
              <a:defRPr/>
            </a:pPr>
            <a:r>
              <a:rPr lang="en-US" altLang="zh-CN" dirty="0" smtClean="0">
                <a:latin typeface="Times New Roman" pitchFamily="18" charset="0"/>
                <a:ea typeface="黑体" pitchFamily="2" charset="-122"/>
              </a:rPr>
              <a:t>6</a:t>
            </a:r>
            <a:r>
              <a:rPr lang="zh-CN" altLang="en-US" dirty="0" smtClean="0">
                <a:latin typeface="Times New Roman" pitchFamily="18" charset="0"/>
                <a:ea typeface="黑体" pitchFamily="2" charset="-122"/>
              </a:rPr>
              <a:t>．</a:t>
            </a:r>
            <a:r>
              <a:rPr lang="zh-CN" altLang="en-US" dirty="0" smtClean="0">
                <a:solidFill>
                  <a:srgbClr val="FF0000"/>
                </a:solidFill>
                <a:latin typeface="Times New Roman" pitchFamily="18" charset="0"/>
                <a:ea typeface="黑体" pitchFamily="2" charset="-122"/>
              </a:rPr>
              <a:t>有效数字</a:t>
            </a:r>
          </a:p>
          <a:p>
            <a:pPr marL="714375" eaLnBrk="1" hangingPunct="1">
              <a:buFont typeface="Wingdings" pitchFamily="2" charset="2"/>
              <a:buNone/>
              <a:defRPr/>
            </a:pPr>
            <a:r>
              <a:rPr lang="en-US" altLang="zh-CN" dirty="0" smtClean="0">
                <a:latin typeface="Times New Roman" pitchFamily="18" charset="0"/>
                <a:ea typeface="黑体" pitchFamily="2" charset="-122"/>
              </a:rPr>
              <a:t>2</a:t>
            </a:r>
            <a:r>
              <a:rPr lang="zh-CN" altLang="en-US" dirty="0" smtClean="0">
                <a:latin typeface="Times New Roman" pitchFamily="18" charset="0"/>
                <a:ea typeface="黑体" pitchFamily="2" charset="-122"/>
              </a:rPr>
              <a:t>）数字的舍入规则</a:t>
            </a:r>
          </a:p>
          <a:p>
            <a:pPr marL="714375" eaLnBrk="1" hangingPunct="1">
              <a:defRPr/>
            </a:pPr>
            <a:r>
              <a:rPr lang="zh-CN" altLang="en-US" dirty="0" smtClean="0">
                <a:latin typeface="Times New Roman" pitchFamily="18" charset="0"/>
                <a:ea typeface="黑体" pitchFamily="2" charset="-122"/>
              </a:rPr>
              <a:t>有效数字的位数确定后，多余的位数要舍弃。舍入规则是：</a:t>
            </a:r>
            <a:r>
              <a:rPr lang="zh-CN" altLang="en-US" dirty="0" smtClean="0">
                <a:solidFill>
                  <a:srgbClr val="FF0000"/>
                </a:solidFill>
                <a:latin typeface="Times New Roman" pitchFamily="18" charset="0"/>
                <a:ea typeface="黑体" pitchFamily="2" charset="-122"/>
              </a:rPr>
              <a:t>四舍六入，五看奇偶</a:t>
            </a:r>
            <a:r>
              <a:rPr lang="zh-CN" altLang="en-US" dirty="0" smtClean="0">
                <a:latin typeface="Times New Roman" pitchFamily="18" charset="0"/>
                <a:ea typeface="黑体" pitchFamily="2" charset="-122"/>
              </a:rPr>
              <a:t>。若舍弃数字为</a:t>
            </a:r>
            <a:r>
              <a:rPr lang="en-US" altLang="zh-CN" dirty="0" smtClean="0">
                <a:latin typeface="Times New Roman" pitchFamily="18" charset="0"/>
                <a:ea typeface="黑体" pitchFamily="2" charset="-122"/>
              </a:rPr>
              <a:t>5</a:t>
            </a:r>
            <a:r>
              <a:rPr lang="zh-CN" altLang="en-US" dirty="0" smtClean="0">
                <a:latin typeface="Times New Roman" pitchFamily="18" charset="0"/>
                <a:ea typeface="黑体" pitchFamily="2" charset="-122"/>
              </a:rPr>
              <a:t>，则前一位数字为奇数时加</a:t>
            </a:r>
            <a:r>
              <a:rPr lang="en-US" altLang="zh-CN" dirty="0" smtClean="0">
                <a:latin typeface="Times New Roman" pitchFamily="18" charset="0"/>
                <a:ea typeface="黑体" pitchFamily="2" charset="-122"/>
              </a:rPr>
              <a:t>1</a:t>
            </a:r>
            <a:r>
              <a:rPr lang="zh-CN" altLang="en-US" dirty="0" smtClean="0">
                <a:latin typeface="Times New Roman" pitchFamily="18" charset="0"/>
                <a:ea typeface="黑体" pitchFamily="2" charset="-122"/>
              </a:rPr>
              <a:t>，为偶数则不加。例如，</a:t>
            </a:r>
            <a:r>
              <a:rPr lang="en-US" altLang="zh-CN" dirty="0" smtClean="0">
                <a:latin typeface="Times New Roman" pitchFamily="18" charset="0"/>
                <a:ea typeface="黑体" pitchFamily="2" charset="-122"/>
              </a:rPr>
              <a:t>2.35</a:t>
            </a:r>
            <a:r>
              <a:rPr lang="zh-CN" altLang="en-US" dirty="0" smtClean="0">
                <a:latin typeface="Times New Roman" pitchFamily="18" charset="0"/>
                <a:ea typeface="黑体" pitchFamily="2" charset="-122"/>
              </a:rPr>
              <a:t>取两位有效数字时为</a:t>
            </a:r>
            <a:r>
              <a:rPr lang="en-US" altLang="zh-CN" dirty="0" smtClean="0">
                <a:latin typeface="Times New Roman" pitchFamily="18" charset="0"/>
                <a:ea typeface="黑体" pitchFamily="2" charset="-122"/>
              </a:rPr>
              <a:t>2.4</a:t>
            </a:r>
            <a:r>
              <a:rPr lang="zh-CN" altLang="en-US" dirty="0" smtClean="0">
                <a:latin typeface="Times New Roman" pitchFamily="18" charset="0"/>
                <a:ea typeface="黑体" pitchFamily="2" charset="-122"/>
              </a:rPr>
              <a:t>，</a:t>
            </a:r>
            <a:r>
              <a:rPr lang="en-US" altLang="zh-CN" dirty="0" smtClean="0">
                <a:latin typeface="Times New Roman" pitchFamily="18" charset="0"/>
                <a:ea typeface="黑体" pitchFamily="2" charset="-122"/>
              </a:rPr>
              <a:t>2.45</a:t>
            </a:r>
            <a:r>
              <a:rPr lang="zh-CN" altLang="en-US" dirty="0" smtClean="0">
                <a:latin typeface="Times New Roman" pitchFamily="18" charset="0"/>
                <a:ea typeface="黑体" pitchFamily="2" charset="-122"/>
              </a:rPr>
              <a:t>取两位，也是</a:t>
            </a:r>
            <a:r>
              <a:rPr lang="en-US" altLang="zh-CN" dirty="0" smtClean="0">
                <a:latin typeface="Times New Roman" pitchFamily="18" charset="0"/>
                <a:ea typeface="黑体" pitchFamily="2" charset="-122"/>
              </a:rPr>
              <a:t>2.4</a:t>
            </a:r>
            <a:r>
              <a:rPr lang="zh-CN" altLang="en-US" dirty="0" smtClean="0">
                <a:latin typeface="Times New Roman" pitchFamily="18" charset="0"/>
                <a:ea typeface="黑体" pitchFamily="2" charset="-122"/>
              </a:rPr>
              <a:t>。</a:t>
            </a:r>
          </a:p>
          <a:p>
            <a:pPr marL="714375" eaLnBrk="1" hangingPunct="1">
              <a:buFont typeface="Wingdings" pitchFamily="2" charset="2"/>
              <a:buNone/>
              <a:defRPr/>
            </a:pPr>
            <a:r>
              <a:rPr lang="en-US" altLang="zh-CN" dirty="0" smtClean="0">
                <a:latin typeface="Times New Roman" pitchFamily="18" charset="0"/>
                <a:ea typeface="黑体" pitchFamily="2" charset="-122"/>
              </a:rPr>
              <a:t>3</a:t>
            </a:r>
            <a:r>
              <a:rPr lang="zh-CN" altLang="en-US" dirty="0" smtClean="0">
                <a:latin typeface="Times New Roman" pitchFamily="18" charset="0"/>
                <a:ea typeface="黑体" pitchFamily="2" charset="-122"/>
              </a:rPr>
              <a:t>）有效数字运算规则</a:t>
            </a:r>
          </a:p>
          <a:p>
            <a:pPr marL="714375" eaLnBrk="1" hangingPunct="1">
              <a:defRPr/>
            </a:pPr>
            <a:r>
              <a:rPr lang="zh-CN" altLang="en-US" dirty="0" smtClean="0">
                <a:latin typeface="Times New Roman" pitchFamily="18" charset="0"/>
                <a:ea typeface="黑体" pitchFamily="2" charset="-122"/>
              </a:rPr>
              <a:t>由于目前计算器和微机已经普及，在作运算时，可多取几位运算。算得数据后，再根据误差的要求确定有效位数。舍去多余位数时按舍入规则进行。</a:t>
            </a:r>
          </a:p>
        </p:txBody>
      </p:sp>
      <p:sp>
        <p:nvSpPr>
          <p:cNvPr id="34821"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34822" name="Rectangle 5"/>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sp>
        <p:nvSpPr>
          <p:cNvPr id="9" name="Rectangle 2"/>
          <p:cNvSpPr>
            <a:spLocks noGrp="1" noRot="1" noChangeArrowheads="1"/>
          </p:cNvSpPr>
          <p:nvPr>
            <p:ph type="title"/>
          </p:nvPr>
        </p:nvSpPr>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§0.2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测量数据的处理</a:t>
            </a:r>
          </a:p>
        </p:txBody>
      </p:sp>
    </p:spTree>
  </p:cSld>
  <p:clrMapOvr>
    <a:masterClrMapping/>
  </p:clrMapOvr>
  <p:transition>
    <p:circle/>
  </p:transition>
  <p:timing>
    <p:tnLst>
      <p:par>
        <p:cTn id="1" dur="indefinite" restart="never" nodeType="tmRoot"/>
      </p:par>
    </p:tnLst>
  </p:timing>
</p:sld>
</file>

<file path=ppt/theme/theme1.xml><?xml version="1.0" encoding="utf-8"?>
<a:theme xmlns:a="http://schemas.openxmlformats.org/drawingml/2006/main" name="吉祥如意">
  <a:themeElements>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fontScheme name="吉祥如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clrMap bg1="lt1" tx1="dk1" bg2="lt2" tx2="dk2" accent1="accent1" accent2="accent2" accent3="accent3" accent4="accent4" accent5="accent5" accent6="accent6" hlink="hlink" folHlink="folHlink"/>
    </a:extraClrScheme>
    <a:extraClrScheme>
      <a:clrScheme name="吉祥如意 2">
        <a:dk1>
          <a:srgbClr val="59582D"/>
        </a:dk1>
        <a:lt1>
          <a:srgbClr val="EAEAEA"/>
        </a:lt1>
        <a:dk2>
          <a:srgbClr val="666699"/>
        </a:dk2>
        <a:lt2>
          <a:srgbClr val="D9D9D9"/>
        </a:lt2>
        <a:accent1>
          <a:srgbClr val="CCECFF"/>
        </a:accent1>
        <a:accent2>
          <a:srgbClr val="B2D2C7"/>
        </a:accent2>
        <a:accent3>
          <a:srgbClr val="F3F3F3"/>
        </a:accent3>
        <a:accent4>
          <a:srgbClr val="4B4A25"/>
        </a:accent4>
        <a:accent5>
          <a:srgbClr val="E2F4FF"/>
        </a:accent5>
        <a:accent6>
          <a:srgbClr val="A1BEB4"/>
        </a:accent6>
        <a:hlink>
          <a:srgbClr val="993366"/>
        </a:hlink>
        <a:folHlink>
          <a:srgbClr val="92B9E0"/>
        </a:folHlink>
      </a:clrScheme>
      <a:clrMap bg1="lt1" tx1="dk1" bg2="lt2" tx2="dk2" accent1="accent1" accent2="accent2" accent3="accent3" accent4="accent4" accent5="accent5" accent6="accent6" hlink="hlink" folHlink="folHlink"/>
    </a:extraClrScheme>
    <a:extraClrScheme>
      <a:clrScheme name="吉祥如意 3">
        <a:dk1>
          <a:srgbClr val="000099"/>
        </a:dk1>
        <a:lt1>
          <a:srgbClr val="FFFFCC"/>
        </a:lt1>
        <a:dk2>
          <a:srgbClr val="004000"/>
        </a:dk2>
        <a:lt2>
          <a:srgbClr val="FFD9B3"/>
        </a:lt2>
        <a:accent1>
          <a:srgbClr val="FFD9D9"/>
        </a:accent1>
        <a:accent2>
          <a:srgbClr val="DDDDDD"/>
        </a:accent2>
        <a:accent3>
          <a:srgbClr val="FFFFE2"/>
        </a:accent3>
        <a:accent4>
          <a:srgbClr val="000082"/>
        </a:accent4>
        <a:accent5>
          <a:srgbClr val="FFE9E9"/>
        </a:accent5>
        <a:accent6>
          <a:srgbClr val="C8C8C8"/>
        </a:accent6>
        <a:hlink>
          <a:srgbClr val="FF0000"/>
        </a:hlink>
        <a:folHlink>
          <a:srgbClr val="FFAB57"/>
        </a:folHlink>
      </a:clrScheme>
      <a:clrMap bg1="lt1" tx1="dk1" bg2="lt2" tx2="dk2" accent1="accent1" accent2="accent2" accent3="accent3" accent4="accent4" accent5="accent5" accent6="accent6" hlink="hlink" folHlink="folHlink"/>
    </a:extraClrScheme>
    <a:extraClrScheme>
      <a:clrScheme name="吉祥如意 4">
        <a:dk1>
          <a:srgbClr val="000000"/>
        </a:dk1>
        <a:lt1>
          <a:srgbClr val="DCE8E2"/>
        </a:lt1>
        <a:dk2>
          <a:srgbClr val="0033CC"/>
        </a:dk2>
        <a:lt2>
          <a:srgbClr val="C4C4D8"/>
        </a:lt2>
        <a:accent1>
          <a:srgbClr val="FFFFFF"/>
        </a:accent1>
        <a:accent2>
          <a:srgbClr val="A9CFB1"/>
        </a:accent2>
        <a:accent3>
          <a:srgbClr val="EBF2EE"/>
        </a:accent3>
        <a:accent4>
          <a:srgbClr val="000000"/>
        </a:accent4>
        <a:accent5>
          <a:srgbClr val="FFFFFF"/>
        </a:accent5>
        <a:accent6>
          <a:srgbClr val="99BBA0"/>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吉祥如意 5">
        <a:dk1>
          <a:srgbClr val="606090"/>
        </a:dk1>
        <a:lt1>
          <a:srgbClr val="E5FFFF"/>
        </a:lt1>
        <a:dk2>
          <a:srgbClr val="0000CC"/>
        </a:dk2>
        <a:lt2>
          <a:srgbClr val="91DAFF"/>
        </a:lt2>
        <a:accent1>
          <a:srgbClr val="EAEAEA"/>
        </a:accent1>
        <a:accent2>
          <a:srgbClr val="FFE2C5"/>
        </a:accent2>
        <a:accent3>
          <a:srgbClr val="F0FFFF"/>
        </a:accent3>
        <a:accent4>
          <a:srgbClr val="51517A"/>
        </a:accent4>
        <a:accent5>
          <a:srgbClr val="F3F3F3"/>
        </a:accent5>
        <a:accent6>
          <a:srgbClr val="E7CDB2"/>
        </a:accent6>
        <a:hlink>
          <a:srgbClr val="000000"/>
        </a:hlink>
        <a:folHlink>
          <a:srgbClr val="3DB77A"/>
        </a:folHlink>
      </a:clrScheme>
      <a:clrMap bg1="lt1" tx1="dk1" bg2="lt2" tx2="dk2" accent1="accent1" accent2="accent2" accent3="accent3" accent4="accent4" accent5="accent5" accent6="accent6" hlink="hlink" folHlink="folHlink"/>
    </a:extraClrScheme>
    <a:extraClrScheme>
      <a:clrScheme name="吉祥如意 6">
        <a:dk1>
          <a:srgbClr val="CC0066"/>
        </a:dk1>
        <a:lt1>
          <a:srgbClr val="FFDDBB"/>
        </a:lt1>
        <a:dk2>
          <a:srgbClr val="000000"/>
        </a:dk2>
        <a:lt2>
          <a:srgbClr val="C0C0C0"/>
        </a:lt2>
        <a:accent1>
          <a:srgbClr val="FFFFCC"/>
        </a:accent1>
        <a:accent2>
          <a:srgbClr val="FFFFFF"/>
        </a:accent2>
        <a:accent3>
          <a:srgbClr val="FFEBDA"/>
        </a:accent3>
        <a:accent4>
          <a:srgbClr val="AE0056"/>
        </a:accent4>
        <a:accent5>
          <a:srgbClr val="FFFFE2"/>
        </a:accent5>
        <a:accent6>
          <a:srgbClr val="E7E7E7"/>
        </a:accent6>
        <a:hlink>
          <a:srgbClr val="0066CC"/>
        </a:hlink>
        <a:folHlink>
          <a:srgbClr val="8EB37D"/>
        </a:folHlink>
      </a:clrScheme>
      <a:clrMap bg1="lt1" tx1="dk1" bg2="lt2" tx2="dk2" accent1="accent1" accent2="accent2" accent3="accent3" accent4="accent4" accent5="accent5" accent6="accent6" hlink="hlink" folHlink="folHlink"/>
    </a:extraClrScheme>
    <a:extraClrScheme>
      <a:clrScheme name="吉祥如意 7">
        <a:dk1>
          <a:srgbClr val="B60000"/>
        </a:dk1>
        <a:lt1>
          <a:srgbClr val="FFFF99"/>
        </a:lt1>
        <a:dk2>
          <a:srgbClr val="800000"/>
        </a:dk2>
        <a:lt2>
          <a:srgbClr val="FFFFFF"/>
        </a:lt2>
        <a:accent1>
          <a:srgbClr val="9888A4"/>
        </a:accent1>
        <a:accent2>
          <a:srgbClr val="A9335D"/>
        </a:accent2>
        <a:accent3>
          <a:srgbClr val="C0AAAA"/>
        </a:accent3>
        <a:accent4>
          <a:srgbClr val="DADA82"/>
        </a:accent4>
        <a:accent5>
          <a:srgbClr val="CAC3CF"/>
        </a:accent5>
        <a:accent6>
          <a:srgbClr val="992D53"/>
        </a:accent6>
        <a:hlink>
          <a:srgbClr val="CCECFF"/>
        </a:hlink>
        <a:folHlink>
          <a:srgbClr val="FF6600"/>
        </a:folHlink>
      </a:clrScheme>
      <a:clrMap bg1="dk2" tx1="lt1" bg2="dk1" tx2="lt2" accent1="accent1" accent2="accent2" accent3="accent3" accent4="accent4" accent5="accent5" accent6="accent6" hlink="hlink" folHlink="folHlink"/>
    </a:extraClrScheme>
    <a:extraClrScheme>
      <a:clrScheme name="吉祥如意 8">
        <a:dk1>
          <a:srgbClr val="808080"/>
        </a:dk1>
        <a:lt1>
          <a:srgbClr val="FFFFFF"/>
        </a:lt1>
        <a:dk2>
          <a:srgbClr val="1C1C1C"/>
        </a:dk2>
        <a:lt2>
          <a:srgbClr val="FFFF66"/>
        </a:lt2>
        <a:accent1>
          <a:srgbClr val="9898BA"/>
        </a:accent1>
        <a:accent2>
          <a:srgbClr val="777777"/>
        </a:accent2>
        <a:accent3>
          <a:srgbClr val="ABABAB"/>
        </a:accent3>
        <a:accent4>
          <a:srgbClr val="DADADA"/>
        </a:accent4>
        <a:accent5>
          <a:srgbClr val="CACAD9"/>
        </a:accent5>
        <a:accent6>
          <a:srgbClr val="6B6B6B"/>
        </a:accent6>
        <a:hlink>
          <a:srgbClr val="CCFF99"/>
        </a:hlink>
        <a:folHlink>
          <a:srgbClr val="E436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4681</TotalTime>
  <Words>3183</Words>
  <Application>Microsoft PowerPoint</Application>
  <PresentationFormat>全屏显示(4:3)</PresentationFormat>
  <Paragraphs>363</Paragraphs>
  <Slides>32</Slides>
  <Notes>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32</vt:i4>
      </vt:variant>
    </vt:vector>
  </HeadingPairs>
  <TitlesOfParts>
    <vt:vector size="48" baseType="lpstr">
      <vt:lpstr>Arial</vt:lpstr>
      <vt:lpstr>宋体</vt:lpstr>
      <vt:lpstr>Wingdings</vt:lpstr>
      <vt:lpstr>Wingdings 2</vt:lpstr>
      <vt:lpstr>Times New Roman</vt:lpstr>
      <vt:lpstr>Roboto</vt:lpstr>
      <vt:lpstr>方正姚体</vt:lpstr>
      <vt:lpstr>华文新魏</vt:lpstr>
      <vt:lpstr>黑体</vt:lpstr>
      <vt:lpstr>Britannic Bold</vt:lpstr>
      <vt:lpstr>Arial Black</vt:lpstr>
      <vt:lpstr>微软雅黑</vt:lpstr>
      <vt:lpstr>Heiti SC Light</vt:lpstr>
      <vt:lpstr>吉祥如意</vt:lpstr>
      <vt:lpstr>Microsoft 公式 3.0</vt:lpstr>
      <vt:lpstr>MathType 5.0 Equation</vt:lpstr>
      <vt:lpstr>光电测试技术</vt:lpstr>
      <vt:lpstr>本课体系</vt:lpstr>
      <vt:lpstr>参考书目</vt:lpstr>
      <vt:lpstr>考核方式</vt:lpstr>
      <vt:lpstr>幻灯片 5</vt:lpstr>
      <vt:lpstr>▍ 本章主要内容</vt:lpstr>
      <vt:lpstr>§0.1 光电测试技术概述</vt:lpstr>
      <vt:lpstr>§0.1 光电测试技术概述</vt:lpstr>
      <vt:lpstr>§0.1 光电测试技术概述</vt:lpstr>
      <vt:lpstr>§0.1 光电测试技术概述</vt:lpstr>
      <vt:lpstr>§0.1 光电测试技术概述</vt:lpstr>
      <vt:lpstr>§0.1 光电测试技术概述</vt:lpstr>
      <vt:lpstr>§0.1 光电测试技术概述</vt:lpstr>
      <vt:lpstr>§0.2  测量数据的处理</vt:lpstr>
      <vt:lpstr>§0.2  测量数据的处理</vt:lpstr>
      <vt:lpstr>幻灯片 16</vt:lpstr>
      <vt:lpstr>§0.2  测量数据的处理</vt:lpstr>
      <vt:lpstr>§0.2  测量数据的处理</vt:lpstr>
      <vt:lpstr>§0.2  测量数据的处理</vt:lpstr>
      <vt:lpstr>§0.2  测量数据的处理</vt:lpstr>
      <vt:lpstr>§0.2  测量数据的处理</vt:lpstr>
      <vt:lpstr>§0.2  测量数据的处理</vt:lpstr>
      <vt:lpstr>§0.2  测量数据的处理</vt:lpstr>
      <vt:lpstr>§0.2  测量数据的处理</vt:lpstr>
      <vt:lpstr>§0.2  测量数据的处理</vt:lpstr>
      <vt:lpstr>§0.2  测量数据的处理</vt:lpstr>
      <vt:lpstr>§0.2  测量数据的处理</vt:lpstr>
      <vt:lpstr>§0.2  测量数据的处理</vt:lpstr>
      <vt:lpstr>§0.2  测量数据的处理</vt:lpstr>
      <vt:lpstr>§0.2  测量数据的处理</vt:lpstr>
      <vt:lpstr>§0.2  测量数据的处理</vt:lpstr>
      <vt:lpstr>§0.2  测量数据的处理</vt:lpstr>
    </vt:vector>
  </TitlesOfParts>
  <Company>HIT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光电测试技术</dc:title>
  <dc:creator>FanZG</dc:creator>
  <cp:lastModifiedBy>Fanzg</cp:lastModifiedBy>
  <cp:revision>552</cp:revision>
  <dcterms:created xsi:type="dcterms:W3CDTF">2004-07-29T02:45:26Z</dcterms:created>
  <dcterms:modified xsi:type="dcterms:W3CDTF">2017-03-05T11:57:00Z</dcterms:modified>
</cp:coreProperties>
</file>